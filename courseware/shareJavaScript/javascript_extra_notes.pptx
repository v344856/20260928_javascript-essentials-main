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ink/ink1.xml" ContentType="application/inkml+xml"/>
  <Override PartName="/ppt/ink/ink2.xml" ContentType="application/inkml+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3"/>
  </p:notesMasterIdLst>
  <p:sldIdLst>
    <p:sldId id="805" r:id="rId2"/>
    <p:sldId id="408" r:id="rId3"/>
    <p:sldId id="409" r:id="rId4"/>
    <p:sldId id="500" r:id="rId5"/>
    <p:sldId id="589" r:id="rId6"/>
    <p:sldId id="411" r:id="rId7"/>
    <p:sldId id="414" r:id="rId8"/>
    <p:sldId id="673" r:id="rId9"/>
    <p:sldId id="674" r:id="rId10"/>
    <p:sldId id="516" r:id="rId11"/>
    <p:sldId id="517" r:id="rId12"/>
    <p:sldId id="365" r:id="rId13"/>
    <p:sldId id="846" r:id="rId14"/>
    <p:sldId id="360" r:id="rId15"/>
    <p:sldId id="362" r:id="rId16"/>
    <p:sldId id="847" r:id="rId17"/>
    <p:sldId id="361" r:id="rId18"/>
    <p:sldId id="440" r:id="rId19"/>
    <p:sldId id="445" r:id="rId20"/>
    <p:sldId id="448" r:id="rId21"/>
    <p:sldId id="848" r:id="rId22"/>
    <p:sldId id="449" r:id="rId23"/>
    <p:sldId id="849" r:id="rId24"/>
    <p:sldId id="861" r:id="rId25"/>
    <p:sldId id="862" r:id="rId26"/>
    <p:sldId id="770" r:id="rId27"/>
    <p:sldId id="850" r:id="rId28"/>
    <p:sldId id="355" r:id="rId29"/>
    <p:sldId id="608" r:id="rId30"/>
    <p:sldId id="609" r:id="rId31"/>
    <p:sldId id="899" r:id="rId32"/>
    <p:sldId id="900" r:id="rId33"/>
    <p:sldId id="904" r:id="rId34"/>
    <p:sldId id="902" r:id="rId35"/>
    <p:sldId id="776" r:id="rId36"/>
    <p:sldId id="611" r:id="rId37"/>
    <p:sldId id="612" r:id="rId38"/>
    <p:sldId id="595" r:id="rId39"/>
    <p:sldId id="676" r:id="rId40"/>
    <p:sldId id="452" r:id="rId41"/>
    <p:sldId id="591" r:id="rId42"/>
    <p:sldId id="614" r:id="rId43"/>
    <p:sldId id="615" r:id="rId44"/>
    <p:sldId id="616" r:id="rId45"/>
    <p:sldId id="617" r:id="rId46"/>
    <p:sldId id="618" r:id="rId47"/>
    <p:sldId id="619" r:id="rId48"/>
    <p:sldId id="602" r:id="rId49"/>
    <p:sldId id="620" r:id="rId50"/>
    <p:sldId id="451" r:id="rId51"/>
    <p:sldId id="621" r:id="rId52"/>
    <p:sldId id="893" r:id="rId53"/>
    <p:sldId id="897" r:id="rId54"/>
    <p:sldId id="898" r:id="rId55"/>
    <p:sldId id="903" r:id="rId56"/>
    <p:sldId id="622" r:id="rId57"/>
    <p:sldId id="632" r:id="rId58"/>
    <p:sldId id="623" r:id="rId59"/>
    <p:sldId id="624" r:id="rId60"/>
    <p:sldId id="679" r:id="rId61"/>
    <p:sldId id="625" r:id="rId62"/>
    <p:sldId id="635" r:id="rId63"/>
    <p:sldId id="680" r:id="rId64"/>
    <p:sldId id="690" r:id="rId65"/>
    <p:sldId id="691" r:id="rId66"/>
    <p:sldId id="627" r:id="rId67"/>
    <p:sldId id="826" r:id="rId68"/>
    <p:sldId id="827" r:id="rId69"/>
    <p:sldId id="828" r:id="rId70"/>
    <p:sldId id="829" r:id="rId71"/>
    <p:sldId id="733" r:id="rId7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3" autoAdjust="0"/>
    <p:restoredTop sz="70327" autoAdjust="0"/>
  </p:normalViewPr>
  <p:slideViewPr>
    <p:cSldViewPr snapToGrid="0">
      <p:cViewPr varScale="1">
        <p:scale>
          <a:sx n="48" d="100"/>
          <a:sy n="48" d="100"/>
        </p:scale>
        <p:origin x="67" y="264"/>
      </p:cViewPr>
      <p:guideLst/>
    </p:cSldViewPr>
  </p:slideViewPr>
  <p:notesTextViewPr>
    <p:cViewPr>
      <p:scale>
        <a:sx n="1" d="1"/>
        <a:sy n="1" d="1"/>
      </p:scale>
      <p:origin x="0" y="0"/>
    </p:cViewPr>
  </p:notesTextViewPr>
  <p:sorterViewPr>
    <p:cViewPr>
      <p:scale>
        <a:sx n="100" d="100"/>
        <a:sy n="100" d="100"/>
      </p:scale>
      <p:origin x="0" y="-9538"/>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8-04T18:58:45.502"/>
    </inkml:context>
    <inkml:brush xml:id="br0">
      <inkml:brushProperty name="width" value="0.2" units="cm"/>
      <inkml:brushProperty name="height" value="0.2" units="cm"/>
      <inkml:brushProperty name="color" value="#E71224"/>
      <inkml:brushProperty name="ignorePressure" value="1"/>
    </inkml:brush>
  </inkml:definitions>
  <inkml:trace contextRef="#ctx0" brushRef="#br0">5776 2,'975'28,"-741"-3,115 7,-142-31,-119-3,0 5,65 10,-66-5,1-2,31-6,106 7,142 11,90-17,-192-3,4950 2,-5111 4,13 5,73 5,-117-12,0 3,69 15,-128-16,0 0,0 1,-1 1,1 0,-3 0,1-1,0-1,0 1,1-2,4 1,57 3,0-3,60-5,-51-1,1 4,2 3,30 7,-8-2,15 8,330 62,-242-24,-119-33,-23-5,12-2,-30-7,37 12,-68-15,0 0,-1 2,0 1,0 0,13 10,31 18,-42-26,-1 1,0 1,0 0,-1 2,-1 0,-1 1,12 13,-8-4,2 0,1-2,8 6,46 45,-53-46,7 6,-1 2,-2 1,6 13,-26-38,0-1,1 0,0-1,0 0,1 0,1-1,0 0,-2-3,-1 1,0 0,-1 0,0 1,0 0,-1 0,0 1,0 0,-1 0,0 1,2 5,17 68,-20-64,-1-1,2 0,1-1,0 1,1-1,1 0,5 6,-5-10,-1 0,0 1,-1-1,0 1,-2 1,1-1,-2 1,0 0,0 0,-2 0,0 1,0-1,-2 1,0 11,0 8,1-15,-1 0,-1 0,-1 1,-2 2,3-18,0 1,-1 0,0-1,0 1,0-1,-1 1,0-1,0 0,0 0,-1 0,1-1,-1 1,0-1,-1 0,1 0,-2 1,-11 5,1-1,-1 0,0-1,-10 3,-12 5,17-7,0-1,-1-1,0-2,0 0,-5 0,-121 9,100-10,-817 32,-773-36,1579 3,-1 3,1 3,-43 13,24-6,-67 6,-200-12,45-4,-260 11,478-14,-24 7,-44 1,-184 2,-253 5,-1649-17,981-3,1001 16,38-1,-820-10,534-5,-6042 2,6534 0,0-1,0 0,0-1,0 0,0 0,1-1,-1-1,1 0,-5-2,-1-3,-1 0,2-2,-1 0,1 0,0-3,13 12,-22-17,1-2,1-1,-5-8,21 22,0 0,0 0,1-1,0 0,1 0,0 0,0-1,1 1,0-1,1 0,0 0,0 0,-34-219,30 195,-2-39,2 0,4-1,5-42,0-11,-3 119,0 0,0 0,1 0,0 0,1 0,0 0,-1 5,0 0,0 1,0-1,0 1,1-1,-1 1,1 0,0-1,0 1,0 0,0 0,0 0,0 1,0-1,1 0,-1 1,1-1,-1 1,1 0,31-12,0 1,0 2,1 1,0 2,1 1,32 0,52 2,50 7,-24 0,1322-3,-1396 4,0 3,0 3,37 12,-32-6,2-4,60 2,-51-13,-34-1,0 2,14 4,169 28,-16-7,-127-17,0-5,0-4,7-4,41 0,1061 3,-1192 0,0 0,0-1,0 0,0-1,-1-1,1 1,0-2,-1 1,0-2,0 1,0-1,-1-1,1 0,-1 0,0-1,-1 0,0 0,6-7,-11 10,12-9,-2-2,0 1,9-15,-18 22,0 0,-1 1,0-1,0 0,0-1,-1 1,0-1,-1 1,0-1,0 1,0-5,-2-164,-2 71,2 80,-1 1,-1 0,-1-1,-1 1,-1 0,-2 1,0 0,-1 0,-1 1,-2 0,0 0,-8-9,14 21,0-1,1 0,0 0,0-1,1 1,1-1,0 0,1 0,0 0,0-11,1-13,1 0,5-36,-5 69,0 0,1 0,-1 0,1-1,0 1,0 0,0 1,0-1,1 0,-1 0,1 0,-1 1,1-1,0 1,0-1,0 1,1 0,-1 0,0 0,1 0,-1 0,1 1,0-1,0 1,-1-1,1 1,0 0,0 0,0 0,3 0,9-1,1 1,-1 0,1 1,-1 1,15 2,7 0,5-3,1-1,0-2,31-7,-41 5,-21 5,-1-2,0 0,0 0,0-1,0 0,-1-1,1 0,-1 0,8-6,32-28,-33 20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8-04T18:58:50.511"/>
    </inkml:context>
    <inkml:brush xml:id="br0">
      <inkml:brushProperty name="width" value="0.2" units="cm"/>
      <inkml:brushProperty name="height" value="0.2" units="cm"/>
      <inkml:brushProperty name="color" value="#E71224"/>
      <inkml:brushProperty name="ignorePressure" value="1"/>
    </inkml:brush>
  </inkml:definitions>
  <inkml:trace contextRef="#ctx0" brushRef="#br0">0 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32A625-F60C-48E8-95BD-FE0DDDCD8CA0}" type="datetimeFigureOut">
              <a:rPr lang="en-US" smtClean="0"/>
              <a:t>9/28/2026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43DFE0-4202-4C8B-AE4C-70D84B536FE7}" type="slidenum">
              <a:rPr lang="en-US" smtClean="0"/>
              <a:t>‹#›</a:t>
            </a:fld>
            <a:endParaRPr lang="en-US"/>
          </a:p>
        </p:txBody>
      </p:sp>
    </p:spTree>
    <p:extLst>
      <p:ext uri="{BB962C8B-B14F-4D97-AF65-F5344CB8AC3E}">
        <p14:creationId xmlns:p14="http://schemas.microsoft.com/office/powerpoint/2010/main" val="16286635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Notes:</a:t>
            </a:r>
          </a:p>
        </p:txBody>
      </p:sp>
      <p:sp>
        <p:nvSpPr>
          <p:cNvPr id="4" name="Slide Number Placeholder 3"/>
          <p:cNvSpPr>
            <a:spLocks noGrp="1"/>
          </p:cNvSpPr>
          <p:nvPr>
            <p:ph type="sldNum" sz="quarter" idx="5"/>
          </p:nvPr>
        </p:nvSpPr>
        <p:spPr/>
        <p:txBody>
          <a:bodyPr/>
          <a:lstStyle/>
          <a:p>
            <a:fld id="{164377C5-5F89-43AD-BF72-9B51ECAEB898}" type="slidenum">
              <a:rPr lang="en-CA" smtClean="0"/>
              <a:t>1</a:t>
            </a:fld>
            <a:endParaRPr lang="en-CA"/>
          </a:p>
        </p:txBody>
      </p:sp>
      <p:sp>
        <p:nvSpPr>
          <p:cNvPr id="5" name="Footer Placeholder 4">
            <a:extLst>
              <a:ext uri="{FF2B5EF4-FFF2-40B4-BE49-F238E27FC236}">
                <a16:creationId xmlns:a16="http://schemas.microsoft.com/office/drawing/2014/main" id="{098B03C3-D78C-478A-B55E-A59C3452C412}"/>
              </a:ext>
            </a:extLst>
          </p:cNvPr>
          <p:cNvSpPr>
            <a:spLocks noGrp="1"/>
          </p:cNvSpPr>
          <p:nvPr>
            <p:ph type="ftr" sz="quarter" idx="4"/>
          </p:nvPr>
        </p:nvSpPr>
        <p:spPr/>
        <p:txBody>
          <a:bodyPr/>
          <a:lstStyle/>
          <a:p>
            <a:r>
              <a:rPr lang="en-CA"/>
              <a:t>Copyright @ 2024 ProTech Professional Technical Services, Inc.</a:t>
            </a:r>
          </a:p>
        </p:txBody>
      </p:sp>
      <p:sp>
        <p:nvSpPr>
          <p:cNvPr id="6" name="Header Placeholder 5">
            <a:extLst>
              <a:ext uri="{FF2B5EF4-FFF2-40B4-BE49-F238E27FC236}">
                <a16:creationId xmlns:a16="http://schemas.microsoft.com/office/drawing/2014/main" id="{67BD5AE7-EFF8-4870-B45B-7BDE686DE02D}"/>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30352910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4">
            <a:extLst>
              <a:ext uri="{FF2B5EF4-FFF2-40B4-BE49-F238E27FC236}">
                <a16:creationId xmlns:a16="http://schemas.microsoft.com/office/drawing/2014/main" id="{B455BFC1-884D-42DC-8593-F9A1276D5B8D}"/>
              </a:ext>
            </a:extLst>
          </p:cNvPr>
          <p:cNvSpPr>
            <a:spLocks noGrp="1" noRot="1" noChangeAspect="1" noChangeArrowheads="1" noTextEdit="1"/>
          </p:cNvSpPr>
          <p:nvPr>
            <p:ph type="sldImg"/>
          </p:nvPr>
        </p:nvSpPr>
        <p:spPr>
          <a:ln/>
        </p:spPr>
      </p:sp>
      <p:sp>
        <p:nvSpPr>
          <p:cNvPr id="36867" name="Rectangle 5">
            <a:extLst>
              <a:ext uri="{FF2B5EF4-FFF2-40B4-BE49-F238E27FC236}">
                <a16:creationId xmlns:a16="http://schemas.microsoft.com/office/drawing/2014/main" id="{4B42468F-2327-4AD8-AC2C-5AD037D4299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100000"/>
              </a:lnSpc>
              <a:buFont typeface="Wingdings" panose="05000000000000000000" pitchFamily="2" charset="2"/>
              <a:buNone/>
            </a:pPr>
            <a:r>
              <a:rPr lang="en-US" altLang="en-US" sz="1300" dirty="0"/>
              <a:t>Code snippet in 06_arrays/snippets/</a:t>
            </a:r>
            <a:r>
              <a:rPr lang="en-US" altLang="en-US" sz="1300" dirty="0" err="1"/>
              <a:t>js</a:t>
            </a:r>
            <a:r>
              <a:rPr lang="en-US" altLang="en-US" sz="1300" dirty="0"/>
              <a:t>/whileLoop.js</a:t>
            </a:r>
          </a:p>
          <a:p>
            <a:pPr>
              <a:lnSpc>
                <a:spcPct val="100000"/>
              </a:lnSpc>
              <a:buFont typeface="Wingdings" panose="05000000000000000000" pitchFamily="2" charset="2"/>
              <a:buNone/>
            </a:pPr>
            <a:endParaRPr lang="en-US" altLang="en-US" sz="1300" dirty="0"/>
          </a:p>
          <a:p>
            <a:pPr marL="241653" indent="-241653">
              <a:buFont typeface="Arial" panose="020B0604020202020204" pitchFamily="34" charset="0"/>
              <a:buChar char="•"/>
            </a:pPr>
            <a:r>
              <a:rPr lang="en-US" altLang="en-US" sz="1300" dirty="0"/>
              <a:t>Executes the body while the particular test condition is true</a:t>
            </a:r>
          </a:p>
          <a:p>
            <a:pPr marL="241653" indent="-241653">
              <a:buFont typeface="Arial" panose="020B0604020202020204" pitchFamily="34" charset="0"/>
              <a:buChar char="•"/>
            </a:pPr>
            <a:r>
              <a:rPr lang="en-US" altLang="en-US" sz="1300" dirty="0"/>
              <a:t>Use braces to control multiple statements</a:t>
            </a:r>
          </a:p>
          <a:p>
            <a:pPr marL="241653" indent="-241653">
              <a:buFont typeface="Arial" panose="020B0604020202020204" pitchFamily="34" charset="0"/>
              <a:buChar char="•"/>
            </a:pPr>
            <a:r>
              <a:rPr lang="en-US" altLang="en-US" sz="1300" dirty="0"/>
              <a:t>Entry condition - will never execute the body if the condition fails on the first test</a:t>
            </a:r>
          </a:p>
        </p:txBody>
      </p:sp>
      <p:sp>
        <p:nvSpPr>
          <p:cNvPr id="2" name="Footer Placeholder 1">
            <a:extLst>
              <a:ext uri="{FF2B5EF4-FFF2-40B4-BE49-F238E27FC236}">
                <a16:creationId xmlns:a16="http://schemas.microsoft.com/office/drawing/2014/main" id="{58B7F855-D482-4507-9B0B-4D8E2638C9E1}"/>
              </a:ext>
            </a:extLst>
          </p:cNvPr>
          <p:cNvSpPr>
            <a:spLocks noGrp="1"/>
          </p:cNvSpPr>
          <p:nvPr>
            <p:ph type="ftr" sz="quarter" idx="4"/>
          </p:nvPr>
        </p:nvSpPr>
        <p:spPr/>
        <p:txBody>
          <a:bodyPr/>
          <a:lstStyle/>
          <a:p>
            <a:r>
              <a:rPr lang="en-CA"/>
              <a:t>Copyright @ 2024 ProTech Professional Technical Services, Inc.</a:t>
            </a:r>
          </a:p>
        </p:txBody>
      </p:sp>
      <p:sp>
        <p:nvSpPr>
          <p:cNvPr id="3" name="Header Placeholder 2">
            <a:extLst>
              <a:ext uri="{FF2B5EF4-FFF2-40B4-BE49-F238E27FC236}">
                <a16:creationId xmlns:a16="http://schemas.microsoft.com/office/drawing/2014/main" id="{0062646D-4BD3-40D8-8449-770E7729B442}"/>
              </a:ext>
            </a:extLst>
          </p:cNvPr>
          <p:cNvSpPr>
            <a:spLocks noGrp="1"/>
          </p:cNvSpPr>
          <p:nvPr>
            <p:ph type="hdr" sz="quarter"/>
          </p:nvPr>
        </p:nvSpPr>
        <p:spPr/>
        <p:txBody>
          <a:bodyPr/>
          <a:lstStyle/>
          <a:p>
            <a:r>
              <a:rPr lang="en-CA"/>
              <a:t>Modern JavaScript v1.0.3</a:t>
            </a:r>
          </a:p>
        </p:txBody>
      </p:sp>
      <p:sp>
        <p:nvSpPr>
          <p:cNvPr id="4" name="Slide Number Placeholder 3">
            <a:extLst>
              <a:ext uri="{FF2B5EF4-FFF2-40B4-BE49-F238E27FC236}">
                <a16:creationId xmlns:a16="http://schemas.microsoft.com/office/drawing/2014/main" id="{CDDEC474-E198-4BB2-B2E1-ECDE4C1EAA95}"/>
              </a:ext>
            </a:extLst>
          </p:cNvPr>
          <p:cNvSpPr>
            <a:spLocks noGrp="1"/>
          </p:cNvSpPr>
          <p:nvPr>
            <p:ph type="sldNum" sz="quarter" idx="5"/>
          </p:nvPr>
        </p:nvSpPr>
        <p:spPr/>
        <p:txBody>
          <a:bodyPr/>
          <a:lstStyle/>
          <a:p>
            <a:fld id="{C528DD48-E94E-4075-98E3-1BE9A1631110}" type="slidenum">
              <a:rPr lang="en-CA" smtClean="0"/>
              <a:t>2</a:t>
            </a:fld>
            <a:endParaRPr lang="en-CA"/>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4">
            <a:extLst>
              <a:ext uri="{FF2B5EF4-FFF2-40B4-BE49-F238E27FC236}">
                <a16:creationId xmlns:a16="http://schemas.microsoft.com/office/drawing/2014/main" id="{CA2E3A3F-A044-4DEA-A26B-7385D66E62D4}"/>
              </a:ext>
            </a:extLst>
          </p:cNvPr>
          <p:cNvSpPr>
            <a:spLocks noGrp="1" noRot="1" noChangeAspect="1" noChangeArrowheads="1" noTextEdit="1"/>
          </p:cNvSpPr>
          <p:nvPr>
            <p:ph type="sldImg"/>
          </p:nvPr>
        </p:nvSpPr>
        <p:spPr>
          <a:ln/>
        </p:spPr>
      </p:sp>
      <p:sp>
        <p:nvSpPr>
          <p:cNvPr id="38915" name="Rectangle 5">
            <a:extLst>
              <a:ext uri="{FF2B5EF4-FFF2-40B4-BE49-F238E27FC236}">
                <a16:creationId xmlns:a16="http://schemas.microsoft.com/office/drawing/2014/main" id="{30BF7ED2-7179-4689-A844-0EEEE5B951A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1300" dirty="0">
                <a:latin typeface="Calibri Body"/>
              </a:rPr>
              <a:t>Code snippet in 06_arrays/snippets/</a:t>
            </a:r>
            <a:r>
              <a:rPr lang="en-US" altLang="en-US" sz="1300" dirty="0" err="1">
                <a:latin typeface="Calibri Body"/>
              </a:rPr>
              <a:t>js</a:t>
            </a:r>
            <a:r>
              <a:rPr lang="en-US" altLang="en-US" sz="1300" dirty="0">
                <a:latin typeface="Calibri Body"/>
              </a:rPr>
              <a:t>/doWhileLoop.js</a:t>
            </a:r>
          </a:p>
          <a:p>
            <a:endParaRPr lang="en-US" altLang="en-US" sz="1300" dirty="0">
              <a:latin typeface="Calibri Body"/>
            </a:endParaRPr>
          </a:p>
          <a:p>
            <a:pPr marL="181240" indent="-181240">
              <a:buFont typeface="Arial" panose="020B0604020202020204" pitchFamily="34" charset="0"/>
              <a:buChar char="•"/>
            </a:pPr>
            <a:r>
              <a:rPr lang="en-US" altLang="en-US" sz="1300" dirty="0">
                <a:latin typeface="Calibri Body"/>
              </a:rPr>
              <a:t>do...while provides an exit condition loop</a:t>
            </a:r>
          </a:p>
          <a:p>
            <a:pPr marL="181240" indent="-181240">
              <a:buFont typeface="Arial" panose="020B0604020202020204" pitchFamily="34" charset="0"/>
              <a:buChar char="•"/>
            </a:pPr>
            <a:r>
              <a:rPr lang="en-US" altLang="en-US" sz="1300" dirty="0">
                <a:latin typeface="Calibri Body"/>
              </a:rPr>
              <a:t>Loops starts by executing the body and continues until the while condition fails</a:t>
            </a:r>
          </a:p>
          <a:p>
            <a:pPr marL="181240" indent="-181240">
              <a:buFont typeface="Arial" panose="020B0604020202020204" pitchFamily="34" charset="0"/>
              <a:buChar char="•"/>
            </a:pPr>
            <a:r>
              <a:rPr lang="en-US" altLang="en-US" sz="1300" dirty="0">
                <a:latin typeface="Calibri Body"/>
              </a:rPr>
              <a:t>Typically used when the body must first be executed to generate the value(s) to be tested</a:t>
            </a:r>
          </a:p>
        </p:txBody>
      </p:sp>
      <p:sp>
        <p:nvSpPr>
          <p:cNvPr id="2" name="Footer Placeholder 1">
            <a:extLst>
              <a:ext uri="{FF2B5EF4-FFF2-40B4-BE49-F238E27FC236}">
                <a16:creationId xmlns:a16="http://schemas.microsoft.com/office/drawing/2014/main" id="{AEA05AA9-939C-43D0-853E-D34DB177CF15}"/>
              </a:ext>
            </a:extLst>
          </p:cNvPr>
          <p:cNvSpPr>
            <a:spLocks noGrp="1"/>
          </p:cNvSpPr>
          <p:nvPr>
            <p:ph type="ftr" sz="quarter" idx="4"/>
          </p:nvPr>
        </p:nvSpPr>
        <p:spPr/>
        <p:txBody>
          <a:bodyPr/>
          <a:lstStyle/>
          <a:p>
            <a:r>
              <a:rPr lang="en-CA"/>
              <a:t>Copyright @ 2024 ProTech Professional Technical Services, Inc.</a:t>
            </a:r>
          </a:p>
        </p:txBody>
      </p:sp>
      <p:sp>
        <p:nvSpPr>
          <p:cNvPr id="3" name="Header Placeholder 2">
            <a:extLst>
              <a:ext uri="{FF2B5EF4-FFF2-40B4-BE49-F238E27FC236}">
                <a16:creationId xmlns:a16="http://schemas.microsoft.com/office/drawing/2014/main" id="{F4460214-6E59-46E5-B723-8D803545B19E}"/>
              </a:ext>
            </a:extLst>
          </p:cNvPr>
          <p:cNvSpPr>
            <a:spLocks noGrp="1"/>
          </p:cNvSpPr>
          <p:nvPr>
            <p:ph type="hdr" sz="quarter"/>
          </p:nvPr>
        </p:nvSpPr>
        <p:spPr/>
        <p:txBody>
          <a:bodyPr/>
          <a:lstStyle/>
          <a:p>
            <a:r>
              <a:rPr lang="en-CA"/>
              <a:t>Modern JavaScript v1.0.3</a:t>
            </a:r>
          </a:p>
        </p:txBody>
      </p:sp>
      <p:sp>
        <p:nvSpPr>
          <p:cNvPr id="4" name="Slide Number Placeholder 3">
            <a:extLst>
              <a:ext uri="{FF2B5EF4-FFF2-40B4-BE49-F238E27FC236}">
                <a16:creationId xmlns:a16="http://schemas.microsoft.com/office/drawing/2014/main" id="{802694B8-873A-4FDC-AEF0-8DB5E2C589A0}"/>
              </a:ext>
            </a:extLst>
          </p:cNvPr>
          <p:cNvSpPr>
            <a:spLocks noGrp="1"/>
          </p:cNvSpPr>
          <p:nvPr>
            <p:ph type="sldNum" sz="quarter" idx="5"/>
          </p:nvPr>
        </p:nvSpPr>
        <p:spPr/>
        <p:txBody>
          <a:bodyPr/>
          <a:lstStyle/>
          <a:p>
            <a:fld id="{C528DD48-E94E-4075-98E3-1BE9A1631110}" type="slidenum">
              <a:rPr lang="en-CA" smtClean="0"/>
              <a:t>3</a:t>
            </a:fld>
            <a:endParaRPr lang="en-CA"/>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4">
            <a:extLst>
              <a:ext uri="{FF2B5EF4-FFF2-40B4-BE49-F238E27FC236}">
                <a16:creationId xmlns:a16="http://schemas.microsoft.com/office/drawing/2014/main" id="{A82FB00C-1158-49DA-AA91-CA098F910745}"/>
              </a:ext>
            </a:extLst>
          </p:cNvPr>
          <p:cNvSpPr>
            <a:spLocks noGrp="1" noRot="1" noChangeAspect="1" noChangeArrowheads="1" noTextEdit="1"/>
          </p:cNvSpPr>
          <p:nvPr>
            <p:ph type="sldImg"/>
          </p:nvPr>
        </p:nvSpPr>
        <p:spPr>
          <a:ln/>
        </p:spPr>
      </p:sp>
      <p:sp>
        <p:nvSpPr>
          <p:cNvPr id="40963" name="Rectangle 5">
            <a:extLst>
              <a:ext uri="{FF2B5EF4-FFF2-40B4-BE49-F238E27FC236}">
                <a16:creationId xmlns:a16="http://schemas.microsoft.com/office/drawing/2014/main" id="{CE2AB5F2-E320-4B5F-B5F9-679512FE6DE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Components: </a:t>
            </a:r>
          </a:p>
          <a:p>
            <a:pPr marL="241653" indent="-241653">
              <a:buFont typeface="Arial" panose="020B0604020202020204" pitchFamily="34" charset="0"/>
              <a:buChar char="•"/>
            </a:pPr>
            <a:r>
              <a:rPr lang="en-US" altLang="en-US"/>
              <a:t>initialization expression </a:t>
            </a:r>
          </a:p>
          <a:p>
            <a:pPr marL="724959" lvl="1" indent="-241653">
              <a:buFont typeface="Arial" panose="020B0604020202020204" pitchFamily="34" charset="0"/>
              <a:buChar char="•"/>
            </a:pPr>
            <a:r>
              <a:rPr lang="en-US" altLang="en-US"/>
              <a:t>Initializes the loop; it's executed once as the loop begins</a:t>
            </a:r>
          </a:p>
          <a:p>
            <a:pPr marL="241653" indent="-241653">
              <a:buFont typeface="Arial" panose="020B0604020202020204" pitchFamily="34" charset="0"/>
              <a:buChar char="•"/>
            </a:pPr>
            <a:r>
              <a:rPr lang="en-US" altLang="en-US" err="1"/>
              <a:t>testCondition</a:t>
            </a:r>
            <a:r>
              <a:rPr lang="en-US" altLang="en-US"/>
              <a:t> </a:t>
            </a:r>
          </a:p>
          <a:p>
            <a:pPr marL="724959" lvl="1" indent="-241653">
              <a:buFont typeface="Arial" panose="020B0604020202020204" pitchFamily="34" charset="0"/>
              <a:buChar char="•"/>
            </a:pPr>
            <a:r>
              <a:rPr lang="en-US" altLang="en-US"/>
              <a:t>This is the continuation condition and is executed each time around the loop including the first time after the initialization</a:t>
            </a:r>
          </a:p>
          <a:p>
            <a:pPr marL="1208265" lvl="2" indent="-241653">
              <a:buFont typeface="Arial" panose="020B0604020202020204" pitchFamily="34" charset="0"/>
              <a:buChar char="•"/>
            </a:pPr>
            <a:r>
              <a:rPr lang="en-US" altLang="en-US"/>
              <a:t>If the condition evaluates true, the body is then executed followed by the increment part</a:t>
            </a:r>
          </a:p>
          <a:p>
            <a:pPr marL="1208265" lvl="2" indent="-241653" defTabSz="966612">
              <a:buFont typeface="Arial" panose="020B0604020202020204" pitchFamily="34" charset="0"/>
              <a:buChar char="•"/>
              <a:defRPr/>
            </a:pPr>
            <a:r>
              <a:rPr lang="en-US" altLang="en-US"/>
              <a:t>If the test condition evaluates to false, the loop terminates</a:t>
            </a:r>
          </a:p>
          <a:p>
            <a:pPr marL="724959" lvl="1" indent="-241653">
              <a:buFont typeface="Arial" panose="020B0604020202020204" pitchFamily="34" charset="0"/>
              <a:buChar char="•"/>
            </a:pPr>
            <a:r>
              <a:rPr lang="en-US" altLang="en-US"/>
              <a:t>After execution of increment part, controls return to the test condition </a:t>
            </a:r>
          </a:p>
          <a:p>
            <a:pPr marL="241653" indent="-241653">
              <a:buFont typeface="Arial" panose="020B0604020202020204" pitchFamily="34" charset="0"/>
              <a:buChar char="•"/>
            </a:pPr>
            <a:r>
              <a:rPr lang="en-US" altLang="en-US"/>
              <a:t>increment expression </a:t>
            </a:r>
          </a:p>
          <a:p>
            <a:pPr marL="724959" lvl="1" indent="-241653">
              <a:buFont typeface="Arial" panose="020B0604020202020204" pitchFamily="34" charset="0"/>
              <a:buChar char="•"/>
            </a:pPr>
            <a:r>
              <a:rPr lang="en-US" altLang="en-US"/>
              <a:t>Is invoked after each iteration thru the loop</a:t>
            </a:r>
          </a:p>
          <a:p>
            <a:pPr marL="724959" lvl="1" indent="-241653">
              <a:buFont typeface="Arial" panose="020B0604020202020204" pitchFamily="34" charset="0"/>
              <a:buChar char="•"/>
            </a:pPr>
            <a:r>
              <a:rPr lang="en-US" altLang="en-US"/>
              <a:t>This expression increment </a:t>
            </a:r>
            <a:r>
              <a:rPr lang="en-US" altLang="en-US" i="1"/>
              <a:t>or</a:t>
            </a:r>
            <a:r>
              <a:rPr lang="en-US" altLang="en-US"/>
              <a:t> decrement a value</a:t>
            </a:r>
          </a:p>
          <a:p>
            <a:pPr eaLnBrk="1" hangingPunct="1"/>
            <a:endParaRPr lang="en-US" altLang="en-US"/>
          </a:p>
        </p:txBody>
      </p:sp>
      <p:sp>
        <p:nvSpPr>
          <p:cNvPr id="2" name="Footer Placeholder 1">
            <a:extLst>
              <a:ext uri="{FF2B5EF4-FFF2-40B4-BE49-F238E27FC236}">
                <a16:creationId xmlns:a16="http://schemas.microsoft.com/office/drawing/2014/main" id="{7BC0F3EE-A491-4DBA-B031-BB6F272739B3}"/>
              </a:ext>
            </a:extLst>
          </p:cNvPr>
          <p:cNvSpPr>
            <a:spLocks noGrp="1"/>
          </p:cNvSpPr>
          <p:nvPr>
            <p:ph type="ftr" sz="quarter" idx="4"/>
          </p:nvPr>
        </p:nvSpPr>
        <p:spPr/>
        <p:txBody>
          <a:bodyPr/>
          <a:lstStyle/>
          <a:p>
            <a:r>
              <a:rPr lang="en-CA"/>
              <a:t>Copyright @ 2024 ProTech Professional Technical Services, Inc.</a:t>
            </a:r>
          </a:p>
        </p:txBody>
      </p:sp>
      <p:sp>
        <p:nvSpPr>
          <p:cNvPr id="3" name="Header Placeholder 2">
            <a:extLst>
              <a:ext uri="{FF2B5EF4-FFF2-40B4-BE49-F238E27FC236}">
                <a16:creationId xmlns:a16="http://schemas.microsoft.com/office/drawing/2014/main" id="{97CADC19-2038-48CC-9E58-2BC4395CD123}"/>
              </a:ext>
            </a:extLst>
          </p:cNvPr>
          <p:cNvSpPr>
            <a:spLocks noGrp="1"/>
          </p:cNvSpPr>
          <p:nvPr>
            <p:ph type="hdr" sz="quarter"/>
          </p:nvPr>
        </p:nvSpPr>
        <p:spPr/>
        <p:txBody>
          <a:bodyPr/>
          <a:lstStyle/>
          <a:p>
            <a:r>
              <a:rPr lang="en-CA"/>
              <a:t>Modern JavaScript v1.0.3</a:t>
            </a:r>
          </a:p>
        </p:txBody>
      </p:sp>
      <p:sp>
        <p:nvSpPr>
          <p:cNvPr id="4" name="Slide Number Placeholder 3">
            <a:extLst>
              <a:ext uri="{FF2B5EF4-FFF2-40B4-BE49-F238E27FC236}">
                <a16:creationId xmlns:a16="http://schemas.microsoft.com/office/drawing/2014/main" id="{35BEC499-F951-4A3D-ABE2-35E80EF43ECC}"/>
              </a:ext>
            </a:extLst>
          </p:cNvPr>
          <p:cNvSpPr>
            <a:spLocks noGrp="1"/>
          </p:cNvSpPr>
          <p:nvPr>
            <p:ph type="sldNum" sz="quarter" idx="5"/>
          </p:nvPr>
        </p:nvSpPr>
        <p:spPr/>
        <p:txBody>
          <a:bodyPr/>
          <a:lstStyle/>
          <a:p>
            <a:fld id="{C528DD48-E94E-4075-98E3-1BE9A1631110}" type="slidenum">
              <a:rPr lang="en-CA" smtClean="0"/>
              <a:t>4</a:t>
            </a:fld>
            <a:endParaRPr lang="en-CA"/>
          </a:p>
        </p:txBody>
      </p:sp>
    </p:spTree>
    <p:extLst>
      <p:ext uri="{BB962C8B-B14F-4D97-AF65-F5344CB8AC3E}">
        <p14:creationId xmlns:p14="http://schemas.microsoft.com/office/powerpoint/2010/main" val="5552303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Code snippet in 06_arrays/snippets/</a:t>
            </a:r>
            <a:r>
              <a:rPr lang="en-CA" err="1"/>
              <a:t>js</a:t>
            </a:r>
            <a:r>
              <a:rPr lang="en-CA"/>
              <a:t>/forStatement.js</a:t>
            </a:r>
          </a:p>
          <a:p>
            <a:endParaRPr lang="en-CA"/>
          </a:p>
          <a:p>
            <a:r>
              <a:rPr lang="en-CA"/>
              <a:t>Output:</a:t>
            </a:r>
          </a:p>
          <a:p>
            <a:r>
              <a:rPr lang="en-US"/>
              <a:t>using the for loop</a:t>
            </a:r>
          </a:p>
          <a:p>
            <a:r>
              <a:rPr lang="en-US"/>
              <a:t>[ 'French', 'English', 'Spanish' ]</a:t>
            </a:r>
          </a:p>
          <a:p>
            <a:r>
              <a:rPr lang="en-US"/>
              <a:t>languages[0] = French</a:t>
            </a:r>
          </a:p>
          <a:p>
            <a:r>
              <a:rPr lang="en-US"/>
              <a:t>languages[1] = English</a:t>
            </a:r>
          </a:p>
          <a:p>
            <a:r>
              <a:rPr lang="en-US"/>
              <a:t>languages[2] = Spanish</a:t>
            </a:r>
          </a:p>
          <a:p>
            <a:endParaRPr lang="en-CA"/>
          </a:p>
          <a:p>
            <a:r>
              <a:rPr lang="en-CA"/>
              <a:t>The code:</a:t>
            </a:r>
          </a:p>
          <a:p>
            <a:r>
              <a:rPr lang="en-CA"/>
              <a:t>for(let index = 0; index &lt; </a:t>
            </a:r>
            <a:r>
              <a:rPr lang="en-CA" err="1"/>
              <a:t>languages.length</a:t>
            </a:r>
            <a:r>
              <a:rPr lang="en-CA"/>
              <a:t>; index++) {</a:t>
            </a:r>
          </a:p>
          <a:p>
            <a:r>
              <a:rPr lang="en-CA"/>
              <a:t>	. . . . </a:t>
            </a:r>
          </a:p>
          <a:p>
            <a:r>
              <a:rPr lang="en-CA"/>
              <a:t>}</a:t>
            </a:r>
          </a:p>
          <a:p>
            <a:pPr marL="181240" indent="-181240">
              <a:buFont typeface="Arial" panose="020B0604020202020204" pitchFamily="34" charset="0"/>
              <a:buChar char="•"/>
            </a:pPr>
            <a:r>
              <a:rPr lang="en-CA"/>
              <a:t>In the given example, we loop around an array from the first element to the last element, thus:</a:t>
            </a:r>
          </a:p>
          <a:p>
            <a:pPr marL="664546" lvl="1" indent="-181240">
              <a:buFont typeface="Arial" panose="020B0604020202020204" pitchFamily="34" charset="0"/>
              <a:buChar char="•"/>
            </a:pPr>
            <a:r>
              <a:rPr lang="en-CA"/>
              <a:t>The index = 0, since array index starts from zero</a:t>
            </a:r>
          </a:p>
          <a:p>
            <a:pPr marL="664546" lvl="1" indent="-181240">
              <a:buFont typeface="Arial" panose="020B0604020202020204" pitchFamily="34" charset="0"/>
              <a:buChar char="•"/>
            </a:pPr>
            <a:r>
              <a:rPr lang="en-CA" err="1"/>
              <a:t>languages.length</a:t>
            </a:r>
            <a:r>
              <a:rPr lang="en-CA"/>
              <a:t> is the size of the array</a:t>
            </a:r>
          </a:p>
        </p:txBody>
      </p:sp>
      <p:sp>
        <p:nvSpPr>
          <p:cNvPr id="4" name="Footer Placeholder 3"/>
          <p:cNvSpPr>
            <a:spLocks noGrp="1"/>
          </p:cNvSpPr>
          <p:nvPr>
            <p:ph type="ftr" sz="quarter" idx="4"/>
          </p:nvPr>
        </p:nvSpPr>
        <p:spPr/>
        <p:txBody>
          <a:bodyPr/>
          <a:lstStyle/>
          <a:p>
            <a:r>
              <a:rPr lang="en-CA"/>
              <a:t>Copyright @ 2024 ProTech Professional Technical Services, Inc.</a:t>
            </a:r>
          </a:p>
        </p:txBody>
      </p:sp>
      <p:sp>
        <p:nvSpPr>
          <p:cNvPr id="5" name="Slide Number Placeholder 4"/>
          <p:cNvSpPr>
            <a:spLocks noGrp="1"/>
          </p:cNvSpPr>
          <p:nvPr>
            <p:ph type="sldNum" sz="quarter" idx="5"/>
          </p:nvPr>
        </p:nvSpPr>
        <p:spPr/>
        <p:txBody>
          <a:bodyPr/>
          <a:lstStyle/>
          <a:p>
            <a:fld id="{164377C5-5F89-43AD-BF72-9B51ECAEB898}" type="slidenum">
              <a:rPr lang="en-CA" smtClean="0"/>
              <a:t>5</a:t>
            </a:fld>
            <a:endParaRPr lang="en-CA"/>
          </a:p>
        </p:txBody>
      </p:sp>
      <p:sp>
        <p:nvSpPr>
          <p:cNvPr id="6" name="Header Placeholder 5">
            <a:extLst>
              <a:ext uri="{FF2B5EF4-FFF2-40B4-BE49-F238E27FC236}">
                <a16:creationId xmlns:a16="http://schemas.microsoft.com/office/drawing/2014/main" id="{39DCD4B9-2C00-4DA4-9C7E-77A84647F936}"/>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7130373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1026">
            <a:extLst>
              <a:ext uri="{FF2B5EF4-FFF2-40B4-BE49-F238E27FC236}">
                <a16:creationId xmlns:a16="http://schemas.microsoft.com/office/drawing/2014/main" id="{70A5F78C-322F-4978-BDBA-E7A78C7CAFAD}"/>
              </a:ext>
            </a:extLst>
          </p:cNvPr>
          <p:cNvSpPr>
            <a:spLocks noGrp="1" noRot="1" noChangeAspect="1" noChangeArrowheads="1" noTextEdit="1"/>
          </p:cNvSpPr>
          <p:nvPr>
            <p:ph type="sldImg"/>
          </p:nvPr>
        </p:nvSpPr>
        <p:spPr>
          <a:ln/>
        </p:spPr>
      </p:sp>
      <p:sp>
        <p:nvSpPr>
          <p:cNvPr id="47107" name="Rectangle 1027">
            <a:extLst>
              <a:ext uri="{FF2B5EF4-FFF2-40B4-BE49-F238E27FC236}">
                <a16:creationId xmlns:a16="http://schemas.microsoft.com/office/drawing/2014/main" id="{09A7EB0E-1293-4F1F-8E0D-34790817680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Code snippet in 06_arrays/snippets/</a:t>
            </a:r>
            <a:r>
              <a:rPr lang="en-US" altLang="en-US" err="1"/>
              <a:t>js</a:t>
            </a:r>
            <a:r>
              <a:rPr lang="en-US" altLang="en-US"/>
              <a:t>/break.js</a:t>
            </a:r>
          </a:p>
        </p:txBody>
      </p:sp>
      <p:sp>
        <p:nvSpPr>
          <p:cNvPr id="2" name="Footer Placeholder 1">
            <a:extLst>
              <a:ext uri="{FF2B5EF4-FFF2-40B4-BE49-F238E27FC236}">
                <a16:creationId xmlns:a16="http://schemas.microsoft.com/office/drawing/2014/main" id="{40FC737A-0DE5-49B8-9196-BD71265E8729}"/>
              </a:ext>
            </a:extLst>
          </p:cNvPr>
          <p:cNvSpPr>
            <a:spLocks noGrp="1"/>
          </p:cNvSpPr>
          <p:nvPr>
            <p:ph type="ftr" sz="quarter" idx="4"/>
          </p:nvPr>
        </p:nvSpPr>
        <p:spPr/>
        <p:txBody>
          <a:bodyPr/>
          <a:lstStyle/>
          <a:p>
            <a:r>
              <a:rPr lang="en-CA"/>
              <a:t>Copyright @ 2024 ProTech Professional Technical Services, Inc.</a:t>
            </a:r>
          </a:p>
        </p:txBody>
      </p:sp>
      <p:sp>
        <p:nvSpPr>
          <p:cNvPr id="3" name="Header Placeholder 2">
            <a:extLst>
              <a:ext uri="{FF2B5EF4-FFF2-40B4-BE49-F238E27FC236}">
                <a16:creationId xmlns:a16="http://schemas.microsoft.com/office/drawing/2014/main" id="{6A434348-4CC7-4B9F-AAB8-42BA08E8FB9F}"/>
              </a:ext>
            </a:extLst>
          </p:cNvPr>
          <p:cNvSpPr>
            <a:spLocks noGrp="1"/>
          </p:cNvSpPr>
          <p:nvPr>
            <p:ph type="hdr" sz="quarter"/>
          </p:nvPr>
        </p:nvSpPr>
        <p:spPr/>
        <p:txBody>
          <a:bodyPr/>
          <a:lstStyle/>
          <a:p>
            <a:r>
              <a:rPr lang="en-CA"/>
              <a:t>Modern JavaScript v1.0.3</a:t>
            </a:r>
          </a:p>
        </p:txBody>
      </p:sp>
      <p:sp>
        <p:nvSpPr>
          <p:cNvPr id="4" name="Slide Number Placeholder 3">
            <a:extLst>
              <a:ext uri="{FF2B5EF4-FFF2-40B4-BE49-F238E27FC236}">
                <a16:creationId xmlns:a16="http://schemas.microsoft.com/office/drawing/2014/main" id="{5CF18B9A-FB41-45C6-8A63-62E71C571480}"/>
              </a:ext>
            </a:extLst>
          </p:cNvPr>
          <p:cNvSpPr>
            <a:spLocks noGrp="1"/>
          </p:cNvSpPr>
          <p:nvPr>
            <p:ph type="sldNum" sz="quarter" idx="5"/>
          </p:nvPr>
        </p:nvSpPr>
        <p:spPr/>
        <p:txBody>
          <a:bodyPr/>
          <a:lstStyle/>
          <a:p>
            <a:fld id="{C528DD48-E94E-4075-98E3-1BE9A1631110}" type="slidenum">
              <a:rPr lang="en-CA" smtClean="0"/>
              <a:t>6</a:t>
            </a:fld>
            <a:endParaRPr lang="en-CA"/>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1026">
            <a:extLst>
              <a:ext uri="{FF2B5EF4-FFF2-40B4-BE49-F238E27FC236}">
                <a16:creationId xmlns:a16="http://schemas.microsoft.com/office/drawing/2014/main" id="{70A5F78C-322F-4978-BDBA-E7A78C7CAFAD}"/>
              </a:ext>
            </a:extLst>
          </p:cNvPr>
          <p:cNvSpPr>
            <a:spLocks noGrp="1" noRot="1" noChangeAspect="1" noChangeArrowheads="1" noTextEdit="1"/>
          </p:cNvSpPr>
          <p:nvPr>
            <p:ph type="sldImg"/>
          </p:nvPr>
        </p:nvSpPr>
        <p:spPr>
          <a:ln/>
        </p:spPr>
      </p:sp>
      <p:sp>
        <p:nvSpPr>
          <p:cNvPr id="47107" name="Rectangle 1027">
            <a:extLst>
              <a:ext uri="{FF2B5EF4-FFF2-40B4-BE49-F238E27FC236}">
                <a16:creationId xmlns:a16="http://schemas.microsoft.com/office/drawing/2014/main" id="{09A7EB0E-1293-4F1F-8E0D-34790817680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Code snippet in 06_arrays/snippets/</a:t>
            </a:r>
            <a:r>
              <a:rPr lang="en-US" altLang="en-US" err="1"/>
              <a:t>js</a:t>
            </a:r>
            <a:r>
              <a:rPr lang="en-US" altLang="en-US"/>
              <a:t>/continue.js</a:t>
            </a:r>
          </a:p>
        </p:txBody>
      </p:sp>
      <p:sp>
        <p:nvSpPr>
          <p:cNvPr id="2" name="Footer Placeholder 1">
            <a:extLst>
              <a:ext uri="{FF2B5EF4-FFF2-40B4-BE49-F238E27FC236}">
                <a16:creationId xmlns:a16="http://schemas.microsoft.com/office/drawing/2014/main" id="{A4437216-3597-4296-B00A-84D0F47C42BC}"/>
              </a:ext>
            </a:extLst>
          </p:cNvPr>
          <p:cNvSpPr>
            <a:spLocks noGrp="1"/>
          </p:cNvSpPr>
          <p:nvPr>
            <p:ph type="ftr" sz="quarter" idx="4"/>
          </p:nvPr>
        </p:nvSpPr>
        <p:spPr/>
        <p:txBody>
          <a:bodyPr/>
          <a:lstStyle/>
          <a:p>
            <a:r>
              <a:rPr lang="en-CA"/>
              <a:t>Copyright @ 2024 ProTech Professional Technical Services, Inc.</a:t>
            </a:r>
          </a:p>
        </p:txBody>
      </p:sp>
      <p:sp>
        <p:nvSpPr>
          <p:cNvPr id="3" name="Header Placeholder 2">
            <a:extLst>
              <a:ext uri="{FF2B5EF4-FFF2-40B4-BE49-F238E27FC236}">
                <a16:creationId xmlns:a16="http://schemas.microsoft.com/office/drawing/2014/main" id="{32113277-43A3-44DE-A82F-0611C471752E}"/>
              </a:ext>
            </a:extLst>
          </p:cNvPr>
          <p:cNvSpPr>
            <a:spLocks noGrp="1"/>
          </p:cNvSpPr>
          <p:nvPr>
            <p:ph type="hdr" sz="quarter"/>
          </p:nvPr>
        </p:nvSpPr>
        <p:spPr/>
        <p:txBody>
          <a:bodyPr/>
          <a:lstStyle/>
          <a:p>
            <a:r>
              <a:rPr lang="en-CA"/>
              <a:t>Modern JavaScript v1.0.3</a:t>
            </a:r>
          </a:p>
        </p:txBody>
      </p:sp>
      <p:sp>
        <p:nvSpPr>
          <p:cNvPr id="4" name="Slide Number Placeholder 3">
            <a:extLst>
              <a:ext uri="{FF2B5EF4-FFF2-40B4-BE49-F238E27FC236}">
                <a16:creationId xmlns:a16="http://schemas.microsoft.com/office/drawing/2014/main" id="{96CE9E77-C125-4ADA-B738-664093B9903D}"/>
              </a:ext>
            </a:extLst>
          </p:cNvPr>
          <p:cNvSpPr>
            <a:spLocks noGrp="1"/>
          </p:cNvSpPr>
          <p:nvPr>
            <p:ph type="sldNum" sz="quarter" idx="5"/>
          </p:nvPr>
        </p:nvSpPr>
        <p:spPr/>
        <p:txBody>
          <a:bodyPr/>
          <a:lstStyle/>
          <a:p>
            <a:fld id="{C528DD48-E94E-4075-98E3-1BE9A1631110}" type="slidenum">
              <a:rPr lang="en-CA" smtClean="0"/>
              <a:t>7</a:t>
            </a:fld>
            <a:endParaRPr lang="en-CA"/>
          </a:p>
        </p:txBody>
      </p:sp>
    </p:spTree>
    <p:extLst>
      <p:ext uri="{BB962C8B-B14F-4D97-AF65-F5344CB8AC3E}">
        <p14:creationId xmlns:p14="http://schemas.microsoft.com/office/powerpoint/2010/main" val="28042831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1240" indent="-181240" defTabSz="966612">
              <a:buFont typeface="Arial" panose="020B0604020202020204" pitchFamily="34" charset="0"/>
              <a:buChar char="•"/>
              <a:defRPr/>
            </a:pPr>
            <a:r>
              <a:rPr lang="en-US" altLang="en-US"/>
              <a:t>Eliminates the need to establish a loop counter</a:t>
            </a:r>
          </a:p>
          <a:p>
            <a:pPr marL="181240" indent="-181240" defTabSz="966612">
              <a:buFont typeface="Arial" panose="020B0604020202020204" pitchFamily="34" charset="0"/>
              <a:buChar char="•"/>
              <a:defRPr/>
            </a:pPr>
            <a:r>
              <a:rPr lang="en-US" altLang="en-US"/>
              <a:t>The for…of loop automatically cycle from the lowest index to the highest index</a:t>
            </a:r>
          </a:p>
          <a:p>
            <a:pPr marL="181240" indent="-181240">
              <a:buFont typeface="Arial" panose="020B0604020202020204" pitchFamily="34" charset="0"/>
              <a:buChar char="•"/>
            </a:pPr>
            <a:r>
              <a:rPr lang="en-US" sz="1300"/>
              <a:t>Returns a list of </a:t>
            </a:r>
            <a:r>
              <a:rPr lang="en-US" sz="1300" i="1"/>
              <a:t>values</a:t>
            </a:r>
            <a:r>
              <a:rPr lang="en-US" sz="1300"/>
              <a:t> of the array being iterated</a:t>
            </a:r>
            <a:endParaRPr lang="en-CA"/>
          </a:p>
        </p:txBody>
      </p:sp>
      <p:sp>
        <p:nvSpPr>
          <p:cNvPr id="4" name="Footer Placeholder 3"/>
          <p:cNvSpPr>
            <a:spLocks noGrp="1"/>
          </p:cNvSpPr>
          <p:nvPr>
            <p:ph type="ftr" sz="quarter" idx="4"/>
          </p:nvPr>
        </p:nvSpPr>
        <p:spPr/>
        <p:txBody>
          <a:bodyPr/>
          <a:lstStyle/>
          <a:p>
            <a:r>
              <a:rPr lang="en-CA"/>
              <a:t>Copyright @ 2024 ProTech Professional Technical Services, Inc.</a:t>
            </a:r>
          </a:p>
        </p:txBody>
      </p:sp>
      <p:sp>
        <p:nvSpPr>
          <p:cNvPr id="5" name="Slide Number Placeholder 4"/>
          <p:cNvSpPr>
            <a:spLocks noGrp="1"/>
          </p:cNvSpPr>
          <p:nvPr>
            <p:ph type="sldNum" sz="quarter" idx="5"/>
          </p:nvPr>
        </p:nvSpPr>
        <p:spPr/>
        <p:txBody>
          <a:bodyPr/>
          <a:lstStyle/>
          <a:p>
            <a:fld id="{164377C5-5F89-43AD-BF72-9B51ECAEB898}" type="slidenum">
              <a:rPr lang="en-CA" smtClean="0"/>
              <a:t>8</a:t>
            </a:fld>
            <a:endParaRPr lang="en-CA"/>
          </a:p>
        </p:txBody>
      </p:sp>
      <p:sp>
        <p:nvSpPr>
          <p:cNvPr id="6" name="Header Placeholder 5">
            <a:extLst>
              <a:ext uri="{FF2B5EF4-FFF2-40B4-BE49-F238E27FC236}">
                <a16:creationId xmlns:a16="http://schemas.microsoft.com/office/drawing/2014/main" id="{66D54326-1ACD-4515-A65A-0843663C26D3}"/>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33631148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altLang="en-US"/>
              <a:t>Code snippet in 06_arrays/snippets/</a:t>
            </a:r>
            <a:r>
              <a:rPr lang="en-US" altLang="en-US" err="1"/>
              <a:t>js</a:t>
            </a:r>
            <a:r>
              <a:rPr lang="en-US" altLang="en-US"/>
              <a:t>/forOf.js</a:t>
            </a:r>
          </a:p>
          <a:p>
            <a:endParaRPr lang="en-CA"/>
          </a:p>
          <a:p>
            <a:r>
              <a:rPr lang="en-CA"/>
              <a:t>Output:</a:t>
            </a:r>
          </a:p>
          <a:p>
            <a:r>
              <a:rPr lang="en-US"/>
              <a:t>using the for loop</a:t>
            </a:r>
          </a:p>
          <a:p>
            <a:r>
              <a:rPr lang="en-US"/>
              <a:t>[ 'French', 'English', 'Spanish' ]</a:t>
            </a:r>
          </a:p>
          <a:p>
            <a:r>
              <a:rPr lang="en-US"/>
              <a:t>French</a:t>
            </a:r>
          </a:p>
          <a:p>
            <a:r>
              <a:rPr lang="en-US"/>
              <a:t>English</a:t>
            </a:r>
          </a:p>
          <a:p>
            <a:r>
              <a:rPr lang="en-US"/>
              <a:t>Spanish</a:t>
            </a:r>
          </a:p>
          <a:p>
            <a:endParaRPr lang="en-CA"/>
          </a:p>
          <a:p>
            <a:endParaRPr lang="en-CA"/>
          </a:p>
        </p:txBody>
      </p:sp>
      <p:sp>
        <p:nvSpPr>
          <p:cNvPr id="4" name="Footer Placeholder 3"/>
          <p:cNvSpPr>
            <a:spLocks noGrp="1"/>
          </p:cNvSpPr>
          <p:nvPr>
            <p:ph type="ftr" sz="quarter" idx="4"/>
          </p:nvPr>
        </p:nvSpPr>
        <p:spPr/>
        <p:txBody>
          <a:bodyPr/>
          <a:lstStyle/>
          <a:p>
            <a:r>
              <a:rPr lang="en-CA"/>
              <a:t>Copyright @ 2024 ProTech Professional Technical Services, Inc.</a:t>
            </a:r>
          </a:p>
        </p:txBody>
      </p:sp>
      <p:sp>
        <p:nvSpPr>
          <p:cNvPr id="5" name="Slide Number Placeholder 4"/>
          <p:cNvSpPr>
            <a:spLocks noGrp="1"/>
          </p:cNvSpPr>
          <p:nvPr>
            <p:ph type="sldNum" sz="quarter" idx="5"/>
          </p:nvPr>
        </p:nvSpPr>
        <p:spPr/>
        <p:txBody>
          <a:bodyPr/>
          <a:lstStyle/>
          <a:p>
            <a:fld id="{164377C5-5F89-43AD-BF72-9B51ECAEB898}" type="slidenum">
              <a:rPr lang="en-CA" smtClean="0"/>
              <a:t>9</a:t>
            </a:fld>
            <a:endParaRPr lang="en-CA"/>
          </a:p>
        </p:txBody>
      </p:sp>
      <p:sp>
        <p:nvSpPr>
          <p:cNvPr id="6" name="Header Placeholder 5">
            <a:extLst>
              <a:ext uri="{FF2B5EF4-FFF2-40B4-BE49-F238E27FC236}">
                <a16:creationId xmlns:a16="http://schemas.microsoft.com/office/drawing/2014/main" id="{500B9126-9760-4A96-AF36-CDF0F7A1E70B}"/>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36975258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Notes:</a:t>
            </a:r>
          </a:p>
        </p:txBody>
      </p:sp>
      <p:sp>
        <p:nvSpPr>
          <p:cNvPr id="4" name="Slide Number Placeholder 3"/>
          <p:cNvSpPr>
            <a:spLocks noGrp="1"/>
          </p:cNvSpPr>
          <p:nvPr>
            <p:ph type="sldNum" sz="quarter" idx="5"/>
          </p:nvPr>
        </p:nvSpPr>
        <p:spPr/>
        <p:txBody>
          <a:bodyPr/>
          <a:lstStyle/>
          <a:p>
            <a:fld id="{164377C5-5F89-43AD-BF72-9B51ECAEB898}" type="slidenum">
              <a:rPr lang="en-CA" smtClean="0"/>
              <a:t>10</a:t>
            </a:fld>
            <a:endParaRPr lang="en-CA"/>
          </a:p>
        </p:txBody>
      </p:sp>
      <p:sp>
        <p:nvSpPr>
          <p:cNvPr id="5" name="Footer Placeholder 4">
            <a:extLst>
              <a:ext uri="{FF2B5EF4-FFF2-40B4-BE49-F238E27FC236}">
                <a16:creationId xmlns:a16="http://schemas.microsoft.com/office/drawing/2014/main" id="{08FE149C-AD2F-4340-944C-939256D43F5A}"/>
              </a:ext>
            </a:extLst>
          </p:cNvPr>
          <p:cNvSpPr>
            <a:spLocks noGrp="1"/>
          </p:cNvSpPr>
          <p:nvPr>
            <p:ph type="ftr" sz="quarter" idx="4"/>
          </p:nvPr>
        </p:nvSpPr>
        <p:spPr/>
        <p:txBody>
          <a:bodyPr/>
          <a:lstStyle/>
          <a:p>
            <a:r>
              <a:rPr lang="en-CA"/>
              <a:t>Copyright @ 2024 ProTech Professional Technical Services, Inc.</a:t>
            </a:r>
          </a:p>
        </p:txBody>
      </p:sp>
      <p:sp>
        <p:nvSpPr>
          <p:cNvPr id="6" name="Header Placeholder 5">
            <a:extLst>
              <a:ext uri="{FF2B5EF4-FFF2-40B4-BE49-F238E27FC236}">
                <a16:creationId xmlns:a16="http://schemas.microsoft.com/office/drawing/2014/main" id="{7D3F11A2-D6F1-462A-B889-9F8F4DACC644}"/>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25961957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To declare an array give it a name just like any other variables. </a:t>
            </a:r>
          </a:p>
          <a:p>
            <a:endParaRPr lang="en-CA" dirty="0"/>
          </a:p>
          <a:p>
            <a:r>
              <a:rPr lang="en-CA" dirty="0"/>
              <a:t>The preferred way to create an array is by array literal.</a:t>
            </a:r>
          </a:p>
          <a:p>
            <a:endParaRPr lang="en-CA" dirty="0"/>
          </a:p>
          <a:p>
            <a:r>
              <a:rPr lang="en-CA" dirty="0"/>
              <a:t>The values of the array does not need to be to the same data type, so you can store a string, number or </a:t>
            </a:r>
            <a:r>
              <a:rPr lang="en-CA" dirty="0" err="1"/>
              <a:t>boolean</a:t>
            </a:r>
            <a:r>
              <a:rPr lang="en-CA" dirty="0"/>
              <a:t>.</a:t>
            </a:r>
          </a:p>
          <a:p>
            <a:endParaRPr lang="en-CA" dirty="0"/>
          </a:p>
          <a:p>
            <a:endParaRPr lang="en-CA" dirty="0"/>
          </a:p>
        </p:txBody>
      </p:sp>
      <p:sp>
        <p:nvSpPr>
          <p:cNvPr id="4" name="Slide Number Placeholder 3"/>
          <p:cNvSpPr>
            <a:spLocks noGrp="1"/>
          </p:cNvSpPr>
          <p:nvPr>
            <p:ph type="sldNum" sz="quarter" idx="5"/>
          </p:nvPr>
        </p:nvSpPr>
        <p:spPr/>
        <p:txBody>
          <a:bodyPr/>
          <a:lstStyle/>
          <a:p>
            <a:fld id="{164377C5-5F89-43AD-BF72-9B51ECAEB898}" type="slidenum">
              <a:rPr lang="en-CA" smtClean="0"/>
              <a:t>11</a:t>
            </a:fld>
            <a:endParaRPr lang="en-CA"/>
          </a:p>
        </p:txBody>
      </p:sp>
      <p:sp>
        <p:nvSpPr>
          <p:cNvPr id="5" name="Footer Placeholder 4">
            <a:extLst>
              <a:ext uri="{FF2B5EF4-FFF2-40B4-BE49-F238E27FC236}">
                <a16:creationId xmlns:a16="http://schemas.microsoft.com/office/drawing/2014/main" id="{F9596AA0-5A98-4BA6-A238-89D9C67A1014}"/>
              </a:ext>
            </a:extLst>
          </p:cNvPr>
          <p:cNvSpPr>
            <a:spLocks noGrp="1"/>
          </p:cNvSpPr>
          <p:nvPr>
            <p:ph type="ftr" sz="quarter" idx="4"/>
          </p:nvPr>
        </p:nvSpPr>
        <p:spPr/>
        <p:txBody>
          <a:bodyPr/>
          <a:lstStyle/>
          <a:p>
            <a:r>
              <a:rPr lang="en-CA"/>
              <a:t>Copyright @ 2024 ProTech Professional Technical Services, Inc.</a:t>
            </a:r>
          </a:p>
        </p:txBody>
      </p:sp>
      <p:sp>
        <p:nvSpPr>
          <p:cNvPr id="6" name="Header Placeholder 5">
            <a:extLst>
              <a:ext uri="{FF2B5EF4-FFF2-40B4-BE49-F238E27FC236}">
                <a16:creationId xmlns:a16="http://schemas.microsoft.com/office/drawing/2014/main" id="{CD4833AB-3F25-40A9-9060-68EB5BE40281}"/>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20185525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dirty="0"/>
              <a:t>Code snippet in 06_arrays/snippets/</a:t>
            </a:r>
            <a:r>
              <a:rPr lang="en-US" sz="1300" dirty="0" err="1"/>
              <a:t>js</a:t>
            </a:r>
            <a:r>
              <a:rPr lang="en-US" sz="1300" dirty="0"/>
              <a:t>/accessingElements.js</a:t>
            </a:r>
          </a:p>
          <a:p>
            <a:pPr marL="181240" indent="-181240">
              <a:buFont typeface="Arial" panose="020B0604020202020204" pitchFamily="34" charset="0"/>
              <a:buChar char="•"/>
            </a:pPr>
            <a:r>
              <a:rPr lang="en-US" sz="1300" dirty="0"/>
              <a:t>Each item in an array is automatically given a number called index.   This index is used to access a specific item in the array. To access an item in the  array, use the name of the array followed by a pair of square bracket enclosing the index of the desired item in the array.  The syntax is as follows.</a:t>
            </a:r>
          </a:p>
          <a:p>
            <a:r>
              <a:rPr lang="en-US" sz="1300" dirty="0"/>
              <a:t>	</a:t>
            </a:r>
            <a:r>
              <a:rPr lang="en-US" sz="1300" dirty="0" err="1"/>
              <a:t>arrayName</a:t>
            </a:r>
            <a:r>
              <a:rPr lang="en-US" sz="1300" dirty="0"/>
              <a:t>[index]</a:t>
            </a:r>
          </a:p>
          <a:p>
            <a:pPr marL="181240" indent="-181240">
              <a:buFont typeface="Arial" panose="020B0604020202020204" pitchFamily="34" charset="0"/>
              <a:buChar char="•"/>
            </a:pPr>
            <a:r>
              <a:rPr lang="en-US" sz="1300" dirty="0"/>
              <a:t>JavaScript arrays are zero-indexed: the first element of an array is at index 0, and the last element is at the index equal to the value of the array's length property minus 1.</a:t>
            </a:r>
          </a:p>
          <a:p>
            <a:pPr marL="483306" lvl="1"/>
            <a:r>
              <a:rPr lang="en-US" sz="1300" dirty="0"/>
              <a:t>In the sample array above, let array = [1, 2, 3, 4, 5];</a:t>
            </a:r>
          </a:p>
          <a:p>
            <a:pPr marL="483306" lvl="1"/>
            <a:r>
              <a:rPr lang="en-US" sz="1300" dirty="0"/>
              <a:t>		INDEX		VALUE</a:t>
            </a:r>
          </a:p>
          <a:p>
            <a:pPr marL="483306" lvl="1"/>
            <a:r>
              <a:rPr lang="en-US" sz="1300" dirty="0"/>
              <a:t>	</a:t>
            </a:r>
            <a:r>
              <a:rPr lang="en-US" sz="1300" dirty="0" err="1"/>
              <a:t>arrayName</a:t>
            </a:r>
            <a:r>
              <a:rPr lang="en-US" sz="1300" dirty="0"/>
              <a:t>[0]	0		1</a:t>
            </a:r>
          </a:p>
          <a:p>
            <a:pPr marL="483306" lvl="1"/>
            <a:r>
              <a:rPr lang="en-US" sz="1300" dirty="0"/>
              <a:t>	</a:t>
            </a:r>
            <a:r>
              <a:rPr lang="en-US" sz="1300" dirty="0" err="1"/>
              <a:t>arrayName</a:t>
            </a:r>
            <a:r>
              <a:rPr lang="en-US" sz="1300" dirty="0"/>
              <a:t>[1]	1		2</a:t>
            </a:r>
          </a:p>
          <a:p>
            <a:pPr marL="483306" lvl="1"/>
            <a:r>
              <a:rPr lang="en-US" sz="1300" dirty="0"/>
              <a:t>	</a:t>
            </a:r>
            <a:r>
              <a:rPr lang="en-US" sz="1300" dirty="0" err="1"/>
              <a:t>arrayName</a:t>
            </a:r>
            <a:r>
              <a:rPr lang="en-US" sz="1300" dirty="0"/>
              <a:t>[2]	2		3</a:t>
            </a:r>
          </a:p>
          <a:p>
            <a:pPr marL="483306" lvl="1"/>
            <a:r>
              <a:rPr lang="en-US" sz="1300" dirty="0"/>
              <a:t>	</a:t>
            </a:r>
            <a:r>
              <a:rPr lang="en-US" sz="1300" dirty="0" err="1"/>
              <a:t>arrayName</a:t>
            </a:r>
            <a:r>
              <a:rPr lang="en-US" sz="1300" dirty="0"/>
              <a:t>[3]	3		4</a:t>
            </a:r>
          </a:p>
          <a:p>
            <a:pPr marL="483306" lvl="1"/>
            <a:r>
              <a:rPr lang="en-US" sz="1300" dirty="0"/>
              <a:t>	</a:t>
            </a:r>
            <a:r>
              <a:rPr lang="en-US" sz="1300" dirty="0" err="1"/>
              <a:t>arrayName</a:t>
            </a:r>
            <a:r>
              <a:rPr lang="en-US" sz="1300" dirty="0"/>
              <a:t>[4]	4		5	</a:t>
            </a:r>
          </a:p>
          <a:p>
            <a:pPr marL="181240" indent="-181240">
              <a:buFont typeface="Arial" panose="020B0604020202020204" pitchFamily="34" charset="0"/>
              <a:buChar char="•"/>
            </a:pPr>
            <a:r>
              <a:rPr lang="en-US" sz="1300" dirty="0"/>
              <a:t>Using an invalid index number returns undefined.</a:t>
            </a:r>
          </a:p>
          <a:p>
            <a:pPr marL="181240" indent="-181240">
              <a:buFont typeface="Arial" panose="020B0604020202020204" pitchFamily="34" charset="0"/>
              <a:buChar char="•"/>
            </a:pPr>
            <a:r>
              <a:rPr lang="en-US" b="0" i="0" dirty="0">
                <a:solidFill>
                  <a:srgbClr val="292929"/>
                </a:solidFill>
                <a:effectLst/>
                <a:latin typeface="Menlo"/>
              </a:rPr>
              <a:t>Note: If you use more than one comma at the end, it will add to the length</a:t>
            </a:r>
          </a:p>
          <a:p>
            <a:pPr marL="181240" indent="-181240">
              <a:buFont typeface="Arial" panose="020B0604020202020204" pitchFamily="34" charset="0"/>
              <a:buChar char="•"/>
            </a:pPr>
            <a:endParaRPr lang="en-US"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64377C5-5F89-43AD-BF72-9B51ECAEB898}" type="slidenum">
              <a:rPr lang="en-CA" smtClean="0"/>
              <a:t>12</a:t>
            </a:fld>
            <a:endParaRPr lang="en-CA"/>
          </a:p>
        </p:txBody>
      </p:sp>
      <p:sp>
        <p:nvSpPr>
          <p:cNvPr id="5" name="Footer Placeholder 4">
            <a:extLst>
              <a:ext uri="{FF2B5EF4-FFF2-40B4-BE49-F238E27FC236}">
                <a16:creationId xmlns:a16="http://schemas.microsoft.com/office/drawing/2014/main" id="{20D17FE1-2CC7-4765-A628-155584E032E5}"/>
              </a:ext>
            </a:extLst>
          </p:cNvPr>
          <p:cNvSpPr>
            <a:spLocks noGrp="1"/>
          </p:cNvSpPr>
          <p:nvPr>
            <p:ph type="ftr" sz="quarter" idx="4"/>
          </p:nvPr>
        </p:nvSpPr>
        <p:spPr/>
        <p:txBody>
          <a:bodyPr/>
          <a:lstStyle/>
          <a:p>
            <a:r>
              <a:rPr lang="en-CA"/>
              <a:t>Copyright @ 2024 ProTech Professional Technical Services, Inc.</a:t>
            </a:r>
          </a:p>
        </p:txBody>
      </p:sp>
      <p:sp>
        <p:nvSpPr>
          <p:cNvPr id="6" name="Header Placeholder 5">
            <a:extLst>
              <a:ext uri="{FF2B5EF4-FFF2-40B4-BE49-F238E27FC236}">
                <a16:creationId xmlns:a16="http://schemas.microsoft.com/office/drawing/2014/main" id="{36CB5BE3-1EE0-40A8-91D1-E27B2FC0A241}"/>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22706122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731520" y="1200150"/>
            <a:ext cx="5852160" cy="7200900"/>
          </a:xfrm>
        </p:spPr>
        <p:txBody>
          <a:bodyPr/>
          <a:lstStyle/>
          <a:p>
            <a:pPr marL="181240" indent="-181240">
              <a:buFont typeface="Arial" panose="020B0604020202020204" pitchFamily="34" charset="0"/>
              <a:buChar char="•"/>
            </a:pPr>
            <a:r>
              <a:rPr lang="en-US" sz="1300" dirty="0"/>
              <a:t>The property of the array named length holds the number of items in an array. This can be achieved by using the name of the array followed by the period symbol and followed by the keyword length. 	</a:t>
            </a:r>
          </a:p>
          <a:p>
            <a:pPr marL="483306" lvl="1"/>
            <a:r>
              <a:rPr lang="en-US" sz="1300" dirty="0"/>
              <a:t>	</a:t>
            </a:r>
            <a:r>
              <a:rPr lang="en-US" sz="1300" dirty="0" err="1"/>
              <a:t>arrayName.length</a:t>
            </a:r>
            <a:endParaRPr lang="en-US" sz="1300" dirty="0"/>
          </a:p>
          <a:p>
            <a:pPr marL="181240" indent="-181240">
              <a:buFont typeface="Arial" panose="020B0604020202020204" pitchFamily="34" charset="0"/>
              <a:buChar char="•"/>
            </a:pPr>
            <a:endParaRPr lang="en-US" sz="1300" dirty="0"/>
          </a:p>
          <a:p>
            <a:pPr marL="181240" indent="-181240">
              <a:buFont typeface="Arial" panose="020B0604020202020204" pitchFamily="34" charset="0"/>
              <a:buChar char="•"/>
            </a:pPr>
            <a:r>
              <a:rPr lang="en-US" sz="1300" dirty="0"/>
              <a:t>The length property is mutable (unlike other languages)</a:t>
            </a:r>
          </a:p>
          <a:p>
            <a:pPr marL="966612" lvl="2"/>
            <a:r>
              <a:rPr lang="en-US" sz="1300" dirty="0" err="1"/>
              <a:t>arrayName.length</a:t>
            </a:r>
            <a:r>
              <a:rPr lang="en-US" sz="1300" dirty="0"/>
              <a:t> = 10;</a:t>
            </a:r>
          </a:p>
          <a:p>
            <a:endParaRPr lang="en-CA" dirty="0"/>
          </a:p>
        </p:txBody>
      </p:sp>
      <p:sp>
        <p:nvSpPr>
          <p:cNvPr id="4" name="Header Placeholder 3"/>
          <p:cNvSpPr>
            <a:spLocks noGrp="1"/>
          </p:cNvSpPr>
          <p:nvPr>
            <p:ph type="hdr" sz="quarter"/>
          </p:nvPr>
        </p:nvSpPr>
        <p:spPr/>
        <p:txBody>
          <a:bodyPr/>
          <a:lstStyle/>
          <a:p>
            <a:r>
              <a:rPr lang="en-CA"/>
              <a:t>Modern JavaScript v1.0.3</a:t>
            </a:r>
          </a:p>
        </p:txBody>
      </p:sp>
      <p:sp>
        <p:nvSpPr>
          <p:cNvPr id="5" name="Footer Placeholder 4"/>
          <p:cNvSpPr>
            <a:spLocks noGrp="1"/>
          </p:cNvSpPr>
          <p:nvPr>
            <p:ph type="ftr" sz="quarter" idx="4"/>
          </p:nvPr>
        </p:nvSpPr>
        <p:spPr/>
        <p:txBody>
          <a:bodyPr/>
          <a:lstStyle/>
          <a:p>
            <a:r>
              <a:rPr lang="en-CA"/>
              <a:t>Copyright @ 2024 ProTech Professional Technical Services, Inc.</a:t>
            </a:r>
          </a:p>
        </p:txBody>
      </p:sp>
      <p:sp>
        <p:nvSpPr>
          <p:cNvPr id="6" name="Slide Number Placeholder 5"/>
          <p:cNvSpPr>
            <a:spLocks noGrp="1"/>
          </p:cNvSpPr>
          <p:nvPr>
            <p:ph type="sldNum" sz="quarter" idx="5"/>
          </p:nvPr>
        </p:nvSpPr>
        <p:spPr/>
        <p:txBody>
          <a:bodyPr/>
          <a:lstStyle/>
          <a:p>
            <a:fld id="{C528DD48-E94E-4075-98E3-1BE9A1631110}" type="slidenum">
              <a:rPr lang="en-CA" smtClean="0"/>
              <a:t>13</a:t>
            </a:fld>
            <a:endParaRPr lang="en-CA"/>
          </a:p>
        </p:txBody>
      </p:sp>
    </p:spTree>
    <p:extLst>
      <p:ext uri="{BB962C8B-B14F-4D97-AF65-F5344CB8AC3E}">
        <p14:creationId xmlns:p14="http://schemas.microsoft.com/office/powerpoint/2010/main" val="6726723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a:t>When you add an element at the end the array, use the index value that is equal to the total number of the arrays. Use the Array's property length to determine the length of the array. Use the assignment operator to add element as  shown below;</a:t>
            </a:r>
          </a:p>
          <a:p>
            <a:r>
              <a:rPr lang="en-US" sz="1300"/>
              <a:t>	let numbers = [1, 2, 3, 4, 5];</a:t>
            </a:r>
          </a:p>
          <a:p>
            <a:r>
              <a:rPr lang="en-US" sz="1300"/>
              <a:t>	numbers[</a:t>
            </a:r>
            <a:r>
              <a:rPr lang="en-US" sz="1300" err="1"/>
              <a:t>numbers.length</a:t>
            </a:r>
            <a:r>
              <a:rPr lang="en-US" sz="1300"/>
              <a:t>] = 6;   // same as numbers[5] = 6;</a:t>
            </a:r>
          </a:p>
          <a:p>
            <a:endParaRPr lang="en-US" sz="1300"/>
          </a:p>
          <a:p>
            <a:r>
              <a:rPr lang="en-US" sz="1300"/>
              <a:t>Array's push() function</a:t>
            </a:r>
          </a:p>
          <a:p>
            <a:pPr marL="181240" indent="-181240">
              <a:buFont typeface="Arial" panose="020B0604020202020204" pitchFamily="34" charset="0"/>
              <a:buChar char="•"/>
            </a:pPr>
            <a:r>
              <a:rPr lang="en-US" sz="1300"/>
              <a:t>Used to add one or more values into the array at the end of the array</a:t>
            </a:r>
          </a:p>
          <a:p>
            <a:pPr marL="181240" indent="-181240">
              <a:buFont typeface="Arial" panose="020B0604020202020204" pitchFamily="34" charset="0"/>
              <a:buChar char="•"/>
            </a:pPr>
            <a:r>
              <a:rPr lang="en-US" sz="1300"/>
              <a:t>Changes the length of the array by the number of elements added to the array</a:t>
            </a:r>
          </a:p>
          <a:p>
            <a:pPr marL="181240" indent="-181240">
              <a:buFont typeface="Arial" panose="020B0604020202020204" pitchFamily="34" charset="0"/>
              <a:buChar char="•"/>
            </a:pPr>
            <a:r>
              <a:rPr lang="en-US" sz="1300"/>
              <a:t>The return value is the new length of the array </a:t>
            </a:r>
          </a:p>
          <a:p>
            <a:endParaRPr lang="en-US"/>
          </a:p>
          <a:p>
            <a:r>
              <a:rPr lang="en-US" sz="1300"/>
              <a:t>Array's </a:t>
            </a:r>
            <a:r>
              <a:rPr lang="en-US"/>
              <a:t>unshift() method</a:t>
            </a:r>
          </a:p>
          <a:p>
            <a:pPr marL="181240" indent="-181240">
              <a:buFont typeface="Arial" panose="020B0604020202020204" pitchFamily="34" charset="0"/>
              <a:buChar char="•"/>
            </a:pPr>
            <a:r>
              <a:rPr lang="en-US" sz="1300"/>
              <a:t>Add one or more elements to the beginning of the array, it will do the following:</a:t>
            </a:r>
          </a:p>
          <a:p>
            <a:pPr marL="724959" lvl="1" indent="-241653">
              <a:buFont typeface="+mj-lt"/>
              <a:buAutoNum type="arabicPeriod"/>
            </a:pPr>
            <a:r>
              <a:rPr lang="en-US" sz="1300"/>
              <a:t>Will place the new </a:t>
            </a:r>
            <a:r>
              <a:rPr lang="en-US"/>
              <a:t>value in the first position of an </a:t>
            </a:r>
            <a:r>
              <a:rPr lang="en-US" sz="1300"/>
              <a:t>existing array</a:t>
            </a:r>
          </a:p>
          <a:p>
            <a:pPr marL="724959" lvl="1" indent="-241653">
              <a:buFont typeface="+mj-lt"/>
              <a:buAutoNum type="arabicPeriod"/>
            </a:pPr>
            <a:r>
              <a:rPr lang="en-US" sz="1300"/>
              <a:t>Push down the remaining element by increasing the index position by one</a:t>
            </a:r>
          </a:p>
          <a:p>
            <a:pPr marL="483306" lvl="1" defTabSz="966612">
              <a:defRPr/>
            </a:pPr>
            <a:r>
              <a:rPr lang="en-US" sz="1300"/>
              <a:t>Thus, the more elements in the array, the more time to move them, more in-memory operations</a:t>
            </a:r>
          </a:p>
          <a:p>
            <a:pPr marL="181240" indent="-181240">
              <a:buFont typeface="Arial" panose="020B0604020202020204" pitchFamily="34" charset="0"/>
              <a:buChar char="•"/>
            </a:pPr>
            <a:r>
              <a:rPr lang="en-US" sz="1300"/>
              <a:t>Changes the length of the array by the number of elements added to the array</a:t>
            </a:r>
          </a:p>
          <a:p>
            <a:pPr marL="181240" indent="-181240">
              <a:buFont typeface="Arial" panose="020B0604020202020204" pitchFamily="34" charset="0"/>
              <a:buChar char="•"/>
            </a:pPr>
            <a:r>
              <a:rPr lang="en-US" sz="1300"/>
              <a:t>The return value is the new length of the array</a:t>
            </a:r>
          </a:p>
          <a:p>
            <a:pPr defTabSz="966612">
              <a:defRPr/>
            </a:pPr>
            <a:endParaRPr lang="en-US" sz="1300"/>
          </a:p>
          <a:p>
            <a:endParaRPr lang="en-CA"/>
          </a:p>
        </p:txBody>
      </p:sp>
      <p:sp>
        <p:nvSpPr>
          <p:cNvPr id="4" name="Slide Number Placeholder 3"/>
          <p:cNvSpPr>
            <a:spLocks noGrp="1"/>
          </p:cNvSpPr>
          <p:nvPr>
            <p:ph type="sldNum" sz="quarter" idx="5"/>
          </p:nvPr>
        </p:nvSpPr>
        <p:spPr/>
        <p:txBody>
          <a:bodyPr/>
          <a:lstStyle/>
          <a:p>
            <a:fld id="{164377C5-5F89-43AD-BF72-9B51ECAEB898}" type="slidenum">
              <a:rPr lang="en-CA" smtClean="0"/>
              <a:t>14</a:t>
            </a:fld>
            <a:endParaRPr lang="en-CA"/>
          </a:p>
        </p:txBody>
      </p:sp>
      <p:sp>
        <p:nvSpPr>
          <p:cNvPr id="5" name="Footer Placeholder 4">
            <a:extLst>
              <a:ext uri="{FF2B5EF4-FFF2-40B4-BE49-F238E27FC236}">
                <a16:creationId xmlns:a16="http://schemas.microsoft.com/office/drawing/2014/main" id="{BE82B7B2-F755-4208-8FD6-BC901F2045E1}"/>
              </a:ext>
            </a:extLst>
          </p:cNvPr>
          <p:cNvSpPr>
            <a:spLocks noGrp="1"/>
          </p:cNvSpPr>
          <p:nvPr>
            <p:ph type="ftr" sz="quarter" idx="4"/>
          </p:nvPr>
        </p:nvSpPr>
        <p:spPr/>
        <p:txBody>
          <a:bodyPr/>
          <a:lstStyle/>
          <a:p>
            <a:r>
              <a:rPr lang="en-CA"/>
              <a:t>Copyright @ 2024 ProTech Professional Technical Services, Inc.</a:t>
            </a:r>
          </a:p>
        </p:txBody>
      </p:sp>
      <p:sp>
        <p:nvSpPr>
          <p:cNvPr id="6" name="Header Placeholder 5">
            <a:extLst>
              <a:ext uri="{FF2B5EF4-FFF2-40B4-BE49-F238E27FC236}">
                <a16:creationId xmlns:a16="http://schemas.microsoft.com/office/drawing/2014/main" id="{0C3444CA-6C83-477B-BAFE-5BF92654742C}"/>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26136590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dirty="0"/>
              <a:t>Code snippet in 06_arrays/snippets/</a:t>
            </a:r>
            <a:r>
              <a:rPr lang="en-US" sz="1300" dirty="0" err="1"/>
              <a:t>js</a:t>
            </a:r>
            <a:r>
              <a:rPr lang="en-US" sz="1300" dirty="0"/>
              <a:t>/addElements.js</a:t>
            </a:r>
          </a:p>
          <a:p>
            <a:r>
              <a:rPr lang="en-US" sz="1300"/>
              <a:t>Output</a:t>
            </a:r>
            <a:r>
              <a:rPr lang="en-US" sz="1300" dirty="0"/>
              <a:t>:</a:t>
            </a:r>
          </a:p>
          <a:p>
            <a:r>
              <a:rPr lang="en-US" sz="1300" dirty="0"/>
              <a:t>Adding element in an array</a:t>
            </a:r>
          </a:p>
          <a:p>
            <a:r>
              <a:rPr lang="en-US" sz="1300" dirty="0" err="1"/>
              <a:t>myArray</a:t>
            </a:r>
            <a:r>
              <a:rPr lang="en-US" sz="1300" dirty="0"/>
              <a:t> : 0,1,2,3,4</a:t>
            </a:r>
          </a:p>
          <a:p>
            <a:r>
              <a:rPr lang="en-US" sz="1300" dirty="0"/>
              <a:t>Assign </a:t>
            </a:r>
            <a:r>
              <a:rPr lang="en-US" sz="1300" dirty="0" err="1"/>
              <a:t>myArray</a:t>
            </a:r>
            <a:r>
              <a:rPr lang="en-US" sz="1300" dirty="0"/>
              <a:t>[5] = 5</a:t>
            </a:r>
          </a:p>
          <a:p>
            <a:r>
              <a:rPr lang="en-US" sz="1300" dirty="0" err="1"/>
              <a:t>myArray</a:t>
            </a:r>
            <a:r>
              <a:rPr lang="en-US" sz="1300" dirty="0"/>
              <a:t> : 0,1,2,3,4,5</a:t>
            </a:r>
          </a:p>
          <a:p>
            <a:r>
              <a:rPr lang="en-US" sz="1300" dirty="0" err="1"/>
              <a:t>myArray.push</a:t>
            </a:r>
            <a:r>
              <a:rPr lang="en-US" sz="1300" dirty="0"/>
              <a:t>(5)</a:t>
            </a:r>
          </a:p>
          <a:p>
            <a:r>
              <a:rPr lang="en-US" sz="1300" dirty="0" err="1"/>
              <a:t>myArray</a:t>
            </a:r>
            <a:r>
              <a:rPr lang="en-US" sz="1300" dirty="0"/>
              <a:t> : 0,1,2,3,4,5,5</a:t>
            </a:r>
          </a:p>
          <a:p>
            <a:r>
              <a:rPr lang="en-US" sz="1300" dirty="0" err="1"/>
              <a:t>myArray.unshift</a:t>
            </a:r>
            <a:r>
              <a:rPr lang="en-US" sz="1300" dirty="0"/>
              <a:t>(8)</a:t>
            </a:r>
          </a:p>
          <a:p>
            <a:r>
              <a:rPr lang="en-US" sz="1300" dirty="0" err="1"/>
              <a:t>myArray</a:t>
            </a:r>
            <a:r>
              <a:rPr lang="en-US" sz="1300" dirty="0"/>
              <a:t> : 8,0,1,2,3,4,5,5</a:t>
            </a:r>
          </a:p>
          <a:p>
            <a:endParaRPr lang="en-US" sz="1300" dirty="0"/>
          </a:p>
          <a:p>
            <a:r>
              <a:rPr lang="en-US" sz="1300" dirty="0"/>
              <a:t>Adding element at the end of the </a:t>
            </a:r>
            <a:r>
              <a:rPr lang="en-US" sz="1300" dirty="0" err="1"/>
              <a:t>myArray</a:t>
            </a:r>
            <a:r>
              <a:rPr lang="en-US" sz="1300" dirty="0"/>
              <a:t>, using the length property of any array</a:t>
            </a:r>
          </a:p>
          <a:p>
            <a:pPr marL="181240" indent="-181240">
              <a:buFont typeface="Arial" panose="020B0604020202020204" pitchFamily="34" charset="0"/>
              <a:buChar char="•"/>
            </a:pPr>
            <a:r>
              <a:rPr lang="en-US" sz="1300" dirty="0"/>
              <a:t>Use the Array's property length to determine the length of the array</a:t>
            </a:r>
          </a:p>
          <a:p>
            <a:pPr marL="483306" lvl="1"/>
            <a:r>
              <a:rPr lang="en-US" sz="1300" dirty="0" err="1"/>
              <a:t>myArray.length</a:t>
            </a:r>
            <a:r>
              <a:rPr lang="en-US" sz="1300" dirty="0"/>
              <a:t> is equal to 5</a:t>
            </a:r>
          </a:p>
          <a:p>
            <a:pPr marL="181240" indent="-181240">
              <a:buFont typeface="Arial" panose="020B0604020202020204" pitchFamily="34" charset="0"/>
              <a:buChar char="•"/>
            </a:pPr>
            <a:r>
              <a:rPr lang="en-US" sz="1300" dirty="0"/>
              <a:t>Use the assignment operator to add element at the end of </a:t>
            </a:r>
            <a:r>
              <a:rPr lang="en-US" sz="1300" dirty="0" err="1"/>
              <a:t>myArray</a:t>
            </a:r>
            <a:endParaRPr lang="en-US" sz="1300" dirty="0"/>
          </a:p>
          <a:p>
            <a:pPr marL="483306" lvl="1"/>
            <a:r>
              <a:rPr lang="en-US" sz="1300" dirty="0" err="1"/>
              <a:t>myArray</a:t>
            </a:r>
            <a:r>
              <a:rPr lang="en-US" sz="1300" dirty="0"/>
              <a:t>[5] = 5;	// assign 5 to the 6</a:t>
            </a:r>
            <a:r>
              <a:rPr lang="en-US" sz="1300" baseline="30000" dirty="0"/>
              <a:t>th</a:t>
            </a:r>
            <a:r>
              <a:rPr lang="en-US" sz="1300" dirty="0"/>
              <a:t> element</a:t>
            </a:r>
          </a:p>
          <a:p>
            <a:r>
              <a:rPr lang="en-US" sz="1300" dirty="0"/>
              <a:t>	let names = ['Stefan', 'Amanda', 'Jason', 'Brent', 'Jim'];</a:t>
            </a:r>
          </a:p>
          <a:p>
            <a:r>
              <a:rPr lang="en-US" sz="1300" dirty="0"/>
              <a:t>	names[</a:t>
            </a:r>
            <a:r>
              <a:rPr lang="en-US" sz="1300" dirty="0" err="1"/>
              <a:t>names.length</a:t>
            </a:r>
            <a:r>
              <a:rPr lang="en-US" sz="1300" dirty="0"/>
              <a:t>] = 'Dima';   // same as names[5] = 'Dima’;</a:t>
            </a:r>
          </a:p>
          <a:p>
            <a:pPr marL="181240" indent="-181240">
              <a:buFont typeface="Arial" panose="020B0604020202020204" pitchFamily="34" charset="0"/>
              <a:buChar char="•"/>
            </a:pPr>
            <a:endParaRPr lang="en-US" sz="1300" dirty="0"/>
          </a:p>
        </p:txBody>
      </p:sp>
      <p:sp>
        <p:nvSpPr>
          <p:cNvPr id="4" name="Slide Number Placeholder 3"/>
          <p:cNvSpPr>
            <a:spLocks noGrp="1"/>
          </p:cNvSpPr>
          <p:nvPr>
            <p:ph type="sldNum" sz="quarter" idx="5"/>
          </p:nvPr>
        </p:nvSpPr>
        <p:spPr/>
        <p:txBody>
          <a:bodyPr/>
          <a:lstStyle/>
          <a:p>
            <a:fld id="{164377C5-5F89-43AD-BF72-9B51ECAEB898}" type="slidenum">
              <a:rPr lang="en-CA" smtClean="0"/>
              <a:t>15</a:t>
            </a:fld>
            <a:endParaRPr lang="en-CA"/>
          </a:p>
        </p:txBody>
      </p:sp>
      <p:sp>
        <p:nvSpPr>
          <p:cNvPr id="5" name="Footer Placeholder 4">
            <a:extLst>
              <a:ext uri="{FF2B5EF4-FFF2-40B4-BE49-F238E27FC236}">
                <a16:creationId xmlns:a16="http://schemas.microsoft.com/office/drawing/2014/main" id="{AAF93860-6854-4F36-8D50-418724C5D20B}"/>
              </a:ext>
            </a:extLst>
          </p:cNvPr>
          <p:cNvSpPr>
            <a:spLocks noGrp="1"/>
          </p:cNvSpPr>
          <p:nvPr>
            <p:ph type="ftr" sz="quarter" idx="4"/>
          </p:nvPr>
        </p:nvSpPr>
        <p:spPr/>
        <p:txBody>
          <a:bodyPr/>
          <a:lstStyle/>
          <a:p>
            <a:r>
              <a:rPr lang="en-CA"/>
              <a:t>Copyright @ 2024 ProTech Professional Technical Services, Inc.</a:t>
            </a:r>
          </a:p>
        </p:txBody>
      </p:sp>
      <p:sp>
        <p:nvSpPr>
          <p:cNvPr id="6" name="Header Placeholder 5">
            <a:extLst>
              <a:ext uri="{FF2B5EF4-FFF2-40B4-BE49-F238E27FC236}">
                <a16:creationId xmlns:a16="http://schemas.microsoft.com/office/drawing/2014/main" id="{6FD236B6-6952-4630-BD9D-7B8C67743919}"/>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22600432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731520" y="1200150"/>
            <a:ext cx="5852160" cy="7200900"/>
          </a:xfrm>
        </p:spPr>
        <p:txBody>
          <a:bodyPr/>
          <a:lstStyle/>
          <a:p>
            <a:pPr marL="181240" indent="-181240">
              <a:buFont typeface="Arial" panose="020B0604020202020204" pitchFamily="34" charset="0"/>
              <a:buChar char="•"/>
            </a:pPr>
            <a:r>
              <a:rPr lang="en-US" sz="1300" dirty="0"/>
              <a:t>Now you have 6 elements in the </a:t>
            </a:r>
            <a:r>
              <a:rPr lang="en-US" sz="1300" dirty="0" err="1"/>
              <a:t>myArray</a:t>
            </a:r>
            <a:endParaRPr lang="en-US" sz="1300" dirty="0"/>
          </a:p>
          <a:p>
            <a:endParaRPr lang="en-US" sz="1300" dirty="0"/>
          </a:p>
          <a:p>
            <a:r>
              <a:rPr lang="en-US" sz="1300" dirty="0"/>
              <a:t>Array's push() function</a:t>
            </a:r>
          </a:p>
          <a:p>
            <a:pPr marL="483306" lvl="1"/>
            <a:r>
              <a:rPr lang="en-US" sz="1300" dirty="0" err="1"/>
              <a:t>myArray.push</a:t>
            </a:r>
            <a:r>
              <a:rPr lang="en-US" sz="1300" dirty="0"/>
              <a:t>(5);</a:t>
            </a:r>
          </a:p>
          <a:p>
            <a:pPr marL="181240" indent="-181240">
              <a:buFont typeface="Arial" panose="020B0604020202020204" pitchFamily="34" charset="0"/>
              <a:buChar char="•"/>
            </a:pPr>
            <a:r>
              <a:rPr lang="en-US" sz="1300" dirty="0"/>
              <a:t>Add the value of 5 at the end of the array</a:t>
            </a:r>
          </a:p>
          <a:p>
            <a:pPr marL="181240" indent="-181240">
              <a:buFont typeface="Arial" panose="020B0604020202020204" pitchFamily="34" charset="0"/>
              <a:buChar char="•"/>
            </a:pPr>
            <a:r>
              <a:rPr lang="en-US" sz="1300" dirty="0"/>
              <a:t>Increase the length of </a:t>
            </a:r>
            <a:r>
              <a:rPr lang="en-US" sz="1300" dirty="0" err="1"/>
              <a:t>myArray</a:t>
            </a:r>
            <a:r>
              <a:rPr lang="en-US" sz="1300" dirty="0"/>
              <a:t> by 1 (from 6 to 7)</a:t>
            </a:r>
          </a:p>
          <a:p>
            <a:pPr marL="181240" indent="-181240">
              <a:buFont typeface="Arial" panose="020B0604020202020204" pitchFamily="34" charset="0"/>
              <a:buChar char="•"/>
            </a:pPr>
            <a:r>
              <a:rPr lang="en-US" sz="1300" dirty="0"/>
              <a:t>The push() function returns 7  </a:t>
            </a:r>
          </a:p>
          <a:p>
            <a:endParaRPr lang="en-US" dirty="0"/>
          </a:p>
          <a:p>
            <a:r>
              <a:rPr lang="en-US" sz="1300" dirty="0"/>
              <a:t>Array's </a:t>
            </a:r>
            <a:r>
              <a:rPr lang="en-US" dirty="0"/>
              <a:t>unshift() method</a:t>
            </a:r>
          </a:p>
          <a:p>
            <a:pPr lvl="1"/>
            <a:r>
              <a:rPr lang="en-US" dirty="0" err="1"/>
              <a:t>myArray.shift</a:t>
            </a:r>
            <a:r>
              <a:rPr lang="en-US" dirty="0"/>
              <a:t>(8);</a:t>
            </a:r>
          </a:p>
          <a:p>
            <a:pPr marL="181240" indent="-181240">
              <a:buFont typeface="Arial" panose="020B0604020202020204" pitchFamily="34" charset="0"/>
              <a:buChar char="•"/>
            </a:pPr>
            <a:r>
              <a:rPr lang="en-US" sz="1300" dirty="0"/>
              <a:t>Will move the existing elements to the right (by 1). The index of the remaining elements will increase by 1.</a:t>
            </a:r>
          </a:p>
          <a:p>
            <a:pPr marL="181240" indent="-181240">
              <a:buFont typeface="Arial" panose="020B0604020202020204" pitchFamily="34" charset="0"/>
              <a:buChar char="•"/>
            </a:pPr>
            <a:r>
              <a:rPr lang="en-US" sz="1300" dirty="0"/>
              <a:t>Will place the value of 8 as the fist element of the array (index 0) </a:t>
            </a:r>
          </a:p>
          <a:p>
            <a:pPr marL="181240" indent="-181240">
              <a:buFont typeface="Arial" panose="020B0604020202020204" pitchFamily="34" charset="0"/>
              <a:buChar char="•"/>
            </a:pPr>
            <a:r>
              <a:rPr lang="en-US" sz="1300" dirty="0"/>
              <a:t>Change length of </a:t>
            </a:r>
            <a:r>
              <a:rPr lang="en-US" sz="1300" dirty="0" err="1"/>
              <a:t>myArray</a:t>
            </a:r>
            <a:r>
              <a:rPr lang="en-US" sz="1300" dirty="0"/>
              <a:t> from 7 to 8</a:t>
            </a:r>
          </a:p>
          <a:p>
            <a:pPr marL="181240" indent="-181240">
              <a:buFont typeface="Arial" panose="020B0604020202020204" pitchFamily="34" charset="0"/>
              <a:buChar char="•"/>
            </a:pPr>
            <a:r>
              <a:rPr lang="en-US" sz="1300" dirty="0"/>
              <a:t>The unshift() function returns 8</a:t>
            </a:r>
          </a:p>
          <a:p>
            <a:pPr marL="181240" indent="-181240">
              <a:buFont typeface="Arial" panose="020B0604020202020204" pitchFamily="34" charset="0"/>
              <a:buChar char="•"/>
            </a:pPr>
            <a:endParaRPr lang="en-US" sz="1300" dirty="0"/>
          </a:p>
          <a:p>
            <a:pPr marL="181240" indent="-181240">
              <a:buFont typeface="Arial" panose="020B0604020202020204" pitchFamily="34" charset="0"/>
              <a:buChar char="•"/>
            </a:pPr>
            <a:r>
              <a:rPr lang="en-US" sz="1300" dirty="0"/>
              <a:t>Note: The more elements in the array, the more time to move them, more in-memory operations.</a:t>
            </a:r>
          </a:p>
          <a:p>
            <a:endParaRPr lang="en-CA" dirty="0"/>
          </a:p>
        </p:txBody>
      </p:sp>
      <p:sp>
        <p:nvSpPr>
          <p:cNvPr id="4" name="Header Placeholder 3"/>
          <p:cNvSpPr>
            <a:spLocks noGrp="1"/>
          </p:cNvSpPr>
          <p:nvPr>
            <p:ph type="hdr" sz="quarter"/>
          </p:nvPr>
        </p:nvSpPr>
        <p:spPr/>
        <p:txBody>
          <a:bodyPr/>
          <a:lstStyle/>
          <a:p>
            <a:r>
              <a:rPr lang="en-CA"/>
              <a:t>Modern JavaScript v1.0.3</a:t>
            </a:r>
          </a:p>
        </p:txBody>
      </p:sp>
      <p:sp>
        <p:nvSpPr>
          <p:cNvPr id="5" name="Footer Placeholder 4"/>
          <p:cNvSpPr>
            <a:spLocks noGrp="1"/>
          </p:cNvSpPr>
          <p:nvPr>
            <p:ph type="ftr" sz="quarter" idx="4"/>
          </p:nvPr>
        </p:nvSpPr>
        <p:spPr/>
        <p:txBody>
          <a:bodyPr/>
          <a:lstStyle/>
          <a:p>
            <a:r>
              <a:rPr lang="en-CA"/>
              <a:t>Copyright @ 2024 ProTech Professional Technical Services, Inc.</a:t>
            </a:r>
          </a:p>
        </p:txBody>
      </p:sp>
      <p:sp>
        <p:nvSpPr>
          <p:cNvPr id="6" name="Slide Number Placeholder 5"/>
          <p:cNvSpPr>
            <a:spLocks noGrp="1"/>
          </p:cNvSpPr>
          <p:nvPr>
            <p:ph type="sldNum" sz="quarter" idx="5"/>
          </p:nvPr>
        </p:nvSpPr>
        <p:spPr/>
        <p:txBody>
          <a:bodyPr/>
          <a:lstStyle/>
          <a:p>
            <a:fld id="{C528DD48-E94E-4075-98E3-1BE9A1631110}" type="slidenum">
              <a:rPr lang="en-CA" smtClean="0"/>
              <a:t>16</a:t>
            </a:fld>
            <a:endParaRPr lang="en-CA"/>
          </a:p>
        </p:txBody>
      </p:sp>
    </p:spTree>
    <p:extLst>
      <p:ext uri="{BB962C8B-B14F-4D97-AF65-F5344CB8AC3E}">
        <p14:creationId xmlns:p14="http://schemas.microsoft.com/office/powerpoint/2010/main" val="41965631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a:t>The </a:t>
            </a:r>
            <a:r>
              <a:rPr lang="en-US" sz="1300"/>
              <a:t>pop() method is faster than the shift() method. In the pop() method, there no need to move anything. To extract an element from the end, the </a:t>
            </a:r>
            <a:r>
              <a:rPr lang="en-US"/>
              <a:t>pop</a:t>
            </a:r>
            <a:r>
              <a:rPr lang="en-US" sz="1300"/>
              <a:t> method cleans the index and shortens </a:t>
            </a:r>
            <a:r>
              <a:rPr lang="en-US"/>
              <a:t>length</a:t>
            </a:r>
            <a:r>
              <a:rPr lang="en-US" sz="1300"/>
              <a:t>.</a:t>
            </a:r>
          </a:p>
        </p:txBody>
      </p:sp>
      <p:sp>
        <p:nvSpPr>
          <p:cNvPr id="4" name="Slide Number Placeholder 3"/>
          <p:cNvSpPr>
            <a:spLocks noGrp="1"/>
          </p:cNvSpPr>
          <p:nvPr>
            <p:ph type="sldNum" sz="quarter" idx="5"/>
          </p:nvPr>
        </p:nvSpPr>
        <p:spPr/>
        <p:txBody>
          <a:bodyPr/>
          <a:lstStyle/>
          <a:p>
            <a:fld id="{164377C5-5F89-43AD-BF72-9B51ECAEB898}" type="slidenum">
              <a:rPr lang="en-CA" smtClean="0"/>
              <a:t>17</a:t>
            </a:fld>
            <a:endParaRPr lang="en-CA"/>
          </a:p>
        </p:txBody>
      </p:sp>
      <p:sp>
        <p:nvSpPr>
          <p:cNvPr id="5" name="Footer Placeholder 4">
            <a:extLst>
              <a:ext uri="{FF2B5EF4-FFF2-40B4-BE49-F238E27FC236}">
                <a16:creationId xmlns:a16="http://schemas.microsoft.com/office/drawing/2014/main" id="{E6A3BD37-C37A-46FF-952B-F89D191EE44D}"/>
              </a:ext>
            </a:extLst>
          </p:cNvPr>
          <p:cNvSpPr>
            <a:spLocks noGrp="1"/>
          </p:cNvSpPr>
          <p:nvPr>
            <p:ph type="ftr" sz="quarter" idx="4"/>
          </p:nvPr>
        </p:nvSpPr>
        <p:spPr/>
        <p:txBody>
          <a:bodyPr/>
          <a:lstStyle/>
          <a:p>
            <a:r>
              <a:rPr lang="en-CA"/>
              <a:t>Copyright @ 2024 ProTech Professional Technical Services, Inc.</a:t>
            </a:r>
          </a:p>
        </p:txBody>
      </p:sp>
      <p:sp>
        <p:nvSpPr>
          <p:cNvPr id="6" name="Header Placeholder 5">
            <a:extLst>
              <a:ext uri="{FF2B5EF4-FFF2-40B4-BE49-F238E27FC236}">
                <a16:creationId xmlns:a16="http://schemas.microsoft.com/office/drawing/2014/main" id="{C613A4C2-4342-48ED-89ED-930EFBAC62CA}"/>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35114522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Code snippet in 06_arrays/snippets/</a:t>
            </a:r>
            <a:r>
              <a:rPr lang="en-CA" err="1"/>
              <a:t>js</a:t>
            </a:r>
            <a:r>
              <a:rPr lang="en-CA"/>
              <a:t>/removeElements.js</a:t>
            </a:r>
          </a:p>
          <a:p>
            <a:endParaRPr lang="en-CA"/>
          </a:p>
          <a:p>
            <a:r>
              <a:rPr lang="en-CA"/>
              <a:t>Output:</a:t>
            </a:r>
          </a:p>
          <a:p>
            <a:r>
              <a:rPr lang="en-CA"/>
              <a:t>Remove Elements</a:t>
            </a:r>
          </a:p>
          <a:p>
            <a:r>
              <a:rPr lang="en-CA" err="1"/>
              <a:t>myArray</a:t>
            </a:r>
            <a:r>
              <a:rPr lang="en-CA"/>
              <a:t> 0,1,2,3,4</a:t>
            </a:r>
          </a:p>
          <a:p>
            <a:r>
              <a:rPr lang="en-CA" err="1"/>
              <a:t>myArray.pop</a:t>
            </a:r>
            <a:r>
              <a:rPr lang="en-CA"/>
              <a:t>()</a:t>
            </a:r>
          </a:p>
          <a:p>
            <a:r>
              <a:rPr lang="en-CA" err="1"/>
              <a:t>myArray</a:t>
            </a:r>
            <a:r>
              <a:rPr lang="en-CA"/>
              <a:t> 0,1,2,3</a:t>
            </a:r>
          </a:p>
          <a:p>
            <a:r>
              <a:rPr lang="en-CA"/>
              <a:t>Removed element 4</a:t>
            </a:r>
          </a:p>
          <a:p>
            <a:r>
              <a:rPr lang="en-CA" err="1"/>
              <a:t>myArray.shift</a:t>
            </a:r>
            <a:r>
              <a:rPr lang="en-CA"/>
              <a:t>()</a:t>
            </a:r>
          </a:p>
          <a:p>
            <a:r>
              <a:rPr lang="en-CA" err="1"/>
              <a:t>myArray</a:t>
            </a:r>
            <a:r>
              <a:rPr lang="en-CA"/>
              <a:t> 1,2,3</a:t>
            </a:r>
          </a:p>
          <a:p>
            <a:r>
              <a:rPr lang="en-CA"/>
              <a:t>Removed element 0</a:t>
            </a:r>
          </a:p>
          <a:p>
            <a:endParaRPr lang="en-CA"/>
          </a:p>
          <a:p>
            <a:pPr defTabSz="966612">
              <a:defRPr/>
            </a:pPr>
            <a:r>
              <a:rPr lang="en-CA"/>
              <a:t>Returns the value of the removed element.</a:t>
            </a:r>
          </a:p>
          <a:p>
            <a:endParaRPr lang="en-CA"/>
          </a:p>
        </p:txBody>
      </p:sp>
      <p:sp>
        <p:nvSpPr>
          <p:cNvPr id="4" name="Slide Number Placeholder 3"/>
          <p:cNvSpPr>
            <a:spLocks noGrp="1"/>
          </p:cNvSpPr>
          <p:nvPr>
            <p:ph type="sldNum" sz="quarter" idx="5"/>
          </p:nvPr>
        </p:nvSpPr>
        <p:spPr/>
        <p:txBody>
          <a:bodyPr/>
          <a:lstStyle/>
          <a:p>
            <a:fld id="{164377C5-5F89-43AD-BF72-9B51ECAEB898}" type="slidenum">
              <a:rPr lang="en-CA" smtClean="0"/>
              <a:t>18</a:t>
            </a:fld>
            <a:endParaRPr lang="en-CA"/>
          </a:p>
        </p:txBody>
      </p:sp>
      <p:sp>
        <p:nvSpPr>
          <p:cNvPr id="5" name="Footer Placeholder 4">
            <a:extLst>
              <a:ext uri="{FF2B5EF4-FFF2-40B4-BE49-F238E27FC236}">
                <a16:creationId xmlns:a16="http://schemas.microsoft.com/office/drawing/2014/main" id="{2912A3F2-3F60-42A8-880A-3AEFA3483D01}"/>
              </a:ext>
            </a:extLst>
          </p:cNvPr>
          <p:cNvSpPr>
            <a:spLocks noGrp="1"/>
          </p:cNvSpPr>
          <p:nvPr>
            <p:ph type="ftr" sz="quarter" idx="4"/>
          </p:nvPr>
        </p:nvSpPr>
        <p:spPr/>
        <p:txBody>
          <a:bodyPr/>
          <a:lstStyle/>
          <a:p>
            <a:r>
              <a:rPr lang="en-CA"/>
              <a:t>Copyright @ 2024 ProTech Professional Technical Services, Inc.</a:t>
            </a:r>
          </a:p>
        </p:txBody>
      </p:sp>
      <p:sp>
        <p:nvSpPr>
          <p:cNvPr id="6" name="Header Placeholder 5">
            <a:extLst>
              <a:ext uri="{FF2B5EF4-FFF2-40B4-BE49-F238E27FC236}">
                <a16:creationId xmlns:a16="http://schemas.microsoft.com/office/drawing/2014/main" id="{D4C5621D-9DA5-4AE9-8E0C-BF3B42C09963}"/>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19474001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The splice() method returns an array of deleted elements or an empty array if no elements are deleted.</a:t>
            </a:r>
          </a:p>
        </p:txBody>
      </p:sp>
      <p:sp>
        <p:nvSpPr>
          <p:cNvPr id="4" name="Footer Placeholder 3"/>
          <p:cNvSpPr>
            <a:spLocks noGrp="1"/>
          </p:cNvSpPr>
          <p:nvPr>
            <p:ph type="ftr" sz="quarter" idx="4"/>
          </p:nvPr>
        </p:nvSpPr>
        <p:spPr/>
        <p:txBody>
          <a:bodyPr/>
          <a:lstStyle/>
          <a:p>
            <a:r>
              <a:rPr lang="en-CA"/>
              <a:t>Copyright @ 2024 ProTech Professional Technical Services, Inc.</a:t>
            </a:r>
          </a:p>
        </p:txBody>
      </p:sp>
      <p:sp>
        <p:nvSpPr>
          <p:cNvPr id="5" name="Slide Number Placeholder 4"/>
          <p:cNvSpPr>
            <a:spLocks noGrp="1"/>
          </p:cNvSpPr>
          <p:nvPr>
            <p:ph type="sldNum" sz="quarter" idx="5"/>
          </p:nvPr>
        </p:nvSpPr>
        <p:spPr/>
        <p:txBody>
          <a:bodyPr/>
          <a:lstStyle/>
          <a:p>
            <a:fld id="{164377C5-5F89-43AD-BF72-9B51ECAEB898}" type="slidenum">
              <a:rPr lang="en-CA" smtClean="0"/>
              <a:t>19</a:t>
            </a:fld>
            <a:endParaRPr lang="en-CA"/>
          </a:p>
        </p:txBody>
      </p:sp>
      <p:sp>
        <p:nvSpPr>
          <p:cNvPr id="6" name="Header Placeholder 5">
            <a:extLst>
              <a:ext uri="{FF2B5EF4-FFF2-40B4-BE49-F238E27FC236}">
                <a16:creationId xmlns:a16="http://schemas.microsoft.com/office/drawing/2014/main" id="{C82798CF-D1C0-43E2-A917-6A6E55AB0A43}"/>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19375763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Code snippet in 06_arrays/snippets/</a:t>
            </a:r>
            <a:r>
              <a:rPr lang="en-CA" dirty="0" err="1"/>
              <a:t>js</a:t>
            </a:r>
            <a:r>
              <a:rPr lang="en-CA" dirty="0"/>
              <a:t>/insertElements.js</a:t>
            </a:r>
          </a:p>
          <a:p>
            <a:endParaRPr lang="en-CA" dirty="0"/>
          </a:p>
          <a:p>
            <a:r>
              <a:rPr lang="en-CA" dirty="0"/>
              <a:t>Output:</a:t>
            </a:r>
          </a:p>
          <a:p>
            <a:r>
              <a:rPr lang="en-US" dirty="0"/>
              <a:t>Inserting elements using splice()</a:t>
            </a:r>
          </a:p>
          <a:p>
            <a:r>
              <a:rPr lang="en-US" dirty="0" err="1"/>
              <a:t>myArray</a:t>
            </a:r>
            <a:r>
              <a:rPr lang="en-US" dirty="0"/>
              <a:t> 0,0,0,0,0</a:t>
            </a:r>
          </a:p>
          <a:p>
            <a:r>
              <a:rPr lang="en-US" dirty="0" err="1"/>
              <a:t>myArray.splice</a:t>
            </a:r>
            <a:r>
              <a:rPr lang="en-US" dirty="0"/>
              <a:t>(3,0,3,3,3)</a:t>
            </a:r>
          </a:p>
          <a:p>
            <a:r>
              <a:rPr lang="en-US" dirty="0" err="1"/>
              <a:t>myArray</a:t>
            </a:r>
            <a:r>
              <a:rPr lang="en-US" dirty="0"/>
              <a:t> 0,0,0,3,3,3,0,0</a:t>
            </a:r>
          </a:p>
          <a:p>
            <a:endParaRPr lang="en-US" dirty="0"/>
          </a:p>
          <a:p>
            <a:r>
              <a:rPr lang="en-CA" dirty="0"/>
              <a:t>The code:  </a:t>
            </a:r>
          </a:p>
          <a:p>
            <a:r>
              <a:rPr lang="en-CA" dirty="0"/>
              <a:t>		</a:t>
            </a:r>
            <a:r>
              <a:rPr lang="en-CA" dirty="0" err="1"/>
              <a:t>myArray.splice</a:t>
            </a:r>
            <a:r>
              <a:rPr lang="en-CA" dirty="0"/>
              <a:t>(3, 0, 3, 3, 3);</a:t>
            </a:r>
          </a:p>
          <a:p>
            <a:endParaRPr lang="en-CA" dirty="0"/>
          </a:p>
          <a:p>
            <a:pPr marL="241653" indent="-241653">
              <a:buFont typeface="+mj-lt"/>
              <a:buAutoNum type="arabicPeriod"/>
            </a:pPr>
            <a:r>
              <a:rPr lang="en-CA" dirty="0"/>
              <a:t>The first argument is the starting index in which the insertion or deletion is to start. The starting index is 3, that is the fourth element of </a:t>
            </a:r>
            <a:r>
              <a:rPr lang="en-CA" dirty="0" err="1"/>
              <a:t>myArray</a:t>
            </a:r>
            <a:r>
              <a:rPr lang="en-CA" dirty="0"/>
              <a:t>.</a:t>
            </a:r>
          </a:p>
          <a:p>
            <a:r>
              <a:rPr lang="en-CA" dirty="0"/>
              <a:t>	index	value</a:t>
            </a:r>
          </a:p>
          <a:p>
            <a:r>
              <a:rPr lang="en-CA" dirty="0"/>
              <a:t>	</a:t>
            </a:r>
            <a:r>
              <a:rPr lang="en-CA" dirty="0" err="1"/>
              <a:t>myArray</a:t>
            </a:r>
            <a:r>
              <a:rPr lang="en-CA" dirty="0"/>
              <a:t>[0]	0</a:t>
            </a:r>
          </a:p>
          <a:p>
            <a:r>
              <a:rPr lang="en-CA" dirty="0"/>
              <a:t>	</a:t>
            </a:r>
            <a:r>
              <a:rPr lang="en-CA" dirty="0" err="1"/>
              <a:t>myArray</a:t>
            </a:r>
            <a:r>
              <a:rPr lang="en-CA" dirty="0"/>
              <a:t>[1]	0 </a:t>
            </a:r>
          </a:p>
          <a:p>
            <a:r>
              <a:rPr lang="en-CA" dirty="0"/>
              <a:t>	</a:t>
            </a:r>
            <a:r>
              <a:rPr lang="en-CA" dirty="0" err="1"/>
              <a:t>myArray</a:t>
            </a:r>
            <a:r>
              <a:rPr lang="en-CA" dirty="0"/>
              <a:t>[2]	0</a:t>
            </a:r>
          </a:p>
          <a:p>
            <a:pPr marL="966612" lvl="2"/>
            <a:r>
              <a:rPr lang="en-CA" dirty="0" err="1"/>
              <a:t>myArray</a:t>
            </a:r>
            <a:r>
              <a:rPr lang="en-CA" dirty="0"/>
              <a:t>[3]	0 ------</a:t>
            </a:r>
            <a:r>
              <a:rPr lang="en-CA" dirty="0">
                <a:sym typeface="Wingdings" panose="05000000000000000000" pitchFamily="2" charset="2"/>
              </a:rPr>
              <a:t> index 3 == starting index</a:t>
            </a:r>
            <a:endParaRPr lang="en-CA" dirty="0"/>
          </a:p>
          <a:p>
            <a:pPr marL="966612" lvl="2"/>
            <a:r>
              <a:rPr lang="en-CA" dirty="0" err="1"/>
              <a:t>myArray</a:t>
            </a:r>
            <a:r>
              <a:rPr lang="en-CA" dirty="0"/>
              <a:t>[4]	0</a:t>
            </a:r>
          </a:p>
          <a:p>
            <a:endParaRPr lang="en-CA" dirty="0"/>
          </a:p>
        </p:txBody>
      </p:sp>
      <p:sp>
        <p:nvSpPr>
          <p:cNvPr id="4" name="Footer Placeholder 3"/>
          <p:cNvSpPr>
            <a:spLocks noGrp="1"/>
          </p:cNvSpPr>
          <p:nvPr>
            <p:ph type="ftr" sz="quarter" idx="4"/>
          </p:nvPr>
        </p:nvSpPr>
        <p:spPr/>
        <p:txBody>
          <a:bodyPr/>
          <a:lstStyle/>
          <a:p>
            <a:r>
              <a:rPr lang="en-CA"/>
              <a:t>Copyright @ 2024 ProTech Professional Technical Services, Inc.</a:t>
            </a:r>
          </a:p>
        </p:txBody>
      </p:sp>
      <p:sp>
        <p:nvSpPr>
          <p:cNvPr id="5" name="Slide Number Placeholder 4"/>
          <p:cNvSpPr>
            <a:spLocks noGrp="1"/>
          </p:cNvSpPr>
          <p:nvPr>
            <p:ph type="sldNum" sz="quarter" idx="5"/>
          </p:nvPr>
        </p:nvSpPr>
        <p:spPr/>
        <p:txBody>
          <a:bodyPr/>
          <a:lstStyle/>
          <a:p>
            <a:fld id="{164377C5-5F89-43AD-BF72-9B51ECAEB898}" type="slidenum">
              <a:rPr lang="en-CA" smtClean="0"/>
              <a:t>20</a:t>
            </a:fld>
            <a:endParaRPr lang="en-CA"/>
          </a:p>
        </p:txBody>
      </p:sp>
      <p:sp>
        <p:nvSpPr>
          <p:cNvPr id="6" name="Header Placeholder 5">
            <a:extLst>
              <a:ext uri="{FF2B5EF4-FFF2-40B4-BE49-F238E27FC236}">
                <a16:creationId xmlns:a16="http://schemas.microsoft.com/office/drawing/2014/main" id="{34226AA3-6A31-401B-AB7D-646F89B783A5}"/>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8803888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731520" y="1258824"/>
            <a:ext cx="5852160" cy="7142226"/>
          </a:xfrm>
        </p:spPr>
        <p:txBody>
          <a:bodyPr/>
          <a:lstStyle/>
          <a:p>
            <a:pPr marL="241653" indent="-241653">
              <a:buFont typeface="+mj-lt"/>
              <a:buAutoNum type="arabicPeriod" startAt="2"/>
            </a:pPr>
            <a:r>
              <a:rPr lang="en-CA" dirty="0"/>
              <a:t>The second argument is the number of elements to be added or deleted.  If the value is 0, it means that no element will be added or deleted in </a:t>
            </a:r>
            <a:r>
              <a:rPr lang="en-CA" dirty="0" err="1"/>
              <a:t>myArray</a:t>
            </a:r>
            <a:r>
              <a:rPr lang="en-CA" dirty="0"/>
              <a:t>.</a:t>
            </a:r>
          </a:p>
          <a:p>
            <a:pPr marL="241653" indent="-241653">
              <a:buFont typeface="+mj-lt"/>
              <a:buAutoNum type="arabicPeriod" startAt="2"/>
            </a:pPr>
            <a:endParaRPr lang="en-CA" dirty="0"/>
          </a:p>
          <a:p>
            <a:pPr marL="241653" indent="-241653">
              <a:buFont typeface="+mj-lt"/>
              <a:buAutoNum type="arabicPeriod" startAt="2"/>
            </a:pPr>
            <a:r>
              <a:rPr lang="en-CA" dirty="0"/>
              <a:t>The remaining arguments are the values to be included at the index specified by start (the first argument). In this case, three elements 3, 3, and 3 will be added at index 3.</a:t>
            </a:r>
          </a:p>
          <a:p>
            <a:endParaRPr lang="en-CA" dirty="0"/>
          </a:p>
          <a:p>
            <a:r>
              <a:rPr lang="en-CA" dirty="0"/>
              <a:t>	index	value</a:t>
            </a:r>
          </a:p>
          <a:p>
            <a:r>
              <a:rPr lang="en-CA" dirty="0"/>
              <a:t>	</a:t>
            </a:r>
            <a:r>
              <a:rPr lang="en-CA" b="0" dirty="0" err="1"/>
              <a:t>myArray</a:t>
            </a:r>
            <a:r>
              <a:rPr lang="en-CA" b="0" dirty="0"/>
              <a:t>[0]</a:t>
            </a:r>
            <a:r>
              <a:rPr lang="en-CA" dirty="0"/>
              <a:t>	0</a:t>
            </a:r>
          </a:p>
          <a:p>
            <a:r>
              <a:rPr lang="en-CA" dirty="0"/>
              <a:t>	</a:t>
            </a:r>
            <a:r>
              <a:rPr lang="en-CA" b="0" dirty="0" err="1"/>
              <a:t>myArray</a:t>
            </a:r>
            <a:r>
              <a:rPr lang="en-CA" b="0" dirty="0"/>
              <a:t>[1]</a:t>
            </a:r>
            <a:r>
              <a:rPr lang="en-CA" dirty="0"/>
              <a:t>	0 </a:t>
            </a:r>
          </a:p>
          <a:p>
            <a:r>
              <a:rPr lang="en-CA" dirty="0"/>
              <a:t>	</a:t>
            </a:r>
            <a:r>
              <a:rPr lang="en-CA" b="0" dirty="0" err="1"/>
              <a:t>myArray</a:t>
            </a:r>
            <a:r>
              <a:rPr lang="en-CA" b="0" dirty="0"/>
              <a:t>[2] </a:t>
            </a:r>
            <a:r>
              <a:rPr lang="en-CA" dirty="0"/>
              <a:t>	0 </a:t>
            </a:r>
          </a:p>
          <a:p>
            <a:pPr defTabSz="966612">
              <a:defRPr/>
            </a:pPr>
            <a:r>
              <a:rPr lang="en-CA" dirty="0"/>
              <a:t>	</a:t>
            </a:r>
            <a:r>
              <a:rPr lang="en-CA" b="1" dirty="0" err="1"/>
              <a:t>myArray</a:t>
            </a:r>
            <a:r>
              <a:rPr lang="en-CA" b="1" dirty="0"/>
              <a:t>[3]</a:t>
            </a:r>
            <a:r>
              <a:rPr lang="en-CA" dirty="0"/>
              <a:t>	</a:t>
            </a:r>
            <a:r>
              <a:rPr lang="en-CA" b="1" dirty="0"/>
              <a:t>3</a:t>
            </a:r>
            <a:r>
              <a:rPr lang="en-CA" dirty="0">
                <a:sym typeface="Wingdings" panose="05000000000000000000" pitchFamily="2" charset="2"/>
              </a:rPr>
              <a:t>------ insert 3, 3, 3 at the starting index 3</a:t>
            </a:r>
            <a:endParaRPr lang="en-CA" dirty="0"/>
          </a:p>
          <a:p>
            <a:r>
              <a:rPr lang="en-CA" b="1" dirty="0" err="1"/>
              <a:t>myArray</a:t>
            </a:r>
            <a:r>
              <a:rPr lang="en-CA" b="1" dirty="0"/>
              <a:t>[4]</a:t>
            </a:r>
            <a:r>
              <a:rPr lang="en-CA" dirty="0"/>
              <a:t>	</a:t>
            </a:r>
            <a:r>
              <a:rPr lang="en-CA" sz="1300" strike="sngStrike" dirty="0" err="1"/>
              <a:t>myArray</a:t>
            </a:r>
            <a:r>
              <a:rPr lang="en-CA" sz="1300" strike="sngStrike" dirty="0"/>
              <a:t>[2]</a:t>
            </a:r>
            <a:r>
              <a:rPr lang="en-CA" dirty="0"/>
              <a:t>	</a:t>
            </a:r>
            <a:r>
              <a:rPr lang="en-CA" b="1" dirty="0"/>
              <a:t>3</a:t>
            </a:r>
            <a:endParaRPr lang="en-CA" b="0" dirty="0"/>
          </a:p>
          <a:p>
            <a:r>
              <a:rPr lang="en-CA" b="1" dirty="0" err="1"/>
              <a:t>myArray</a:t>
            </a:r>
            <a:r>
              <a:rPr lang="en-CA" b="1" dirty="0"/>
              <a:t>[5]</a:t>
            </a:r>
            <a:r>
              <a:rPr lang="en-CA" dirty="0"/>
              <a:t>	</a:t>
            </a:r>
            <a:r>
              <a:rPr lang="en-CA" sz="1300" strike="sngStrike" dirty="0" err="1"/>
              <a:t>myArray</a:t>
            </a:r>
            <a:r>
              <a:rPr lang="en-CA" sz="1300" strike="sngStrike" dirty="0"/>
              <a:t>[3]</a:t>
            </a:r>
            <a:r>
              <a:rPr lang="en-CA" dirty="0"/>
              <a:t>	</a:t>
            </a:r>
            <a:r>
              <a:rPr lang="en-CA" b="1" dirty="0"/>
              <a:t>3</a:t>
            </a:r>
          </a:p>
          <a:p>
            <a:r>
              <a:rPr lang="en-CA" b="0" dirty="0" err="1"/>
              <a:t>myArray</a:t>
            </a:r>
            <a:r>
              <a:rPr lang="en-CA" b="0" dirty="0"/>
              <a:t>[6]</a:t>
            </a:r>
            <a:r>
              <a:rPr lang="en-CA" dirty="0"/>
              <a:t>	</a:t>
            </a:r>
            <a:r>
              <a:rPr lang="en-CA" sz="1300" strike="sngStrike" dirty="0" err="1"/>
              <a:t>myArray</a:t>
            </a:r>
            <a:r>
              <a:rPr lang="en-CA" sz="1300" strike="sngStrike" dirty="0"/>
              <a:t>[4]</a:t>
            </a:r>
            <a:r>
              <a:rPr lang="en-CA" dirty="0"/>
              <a:t>	0</a:t>
            </a:r>
          </a:p>
          <a:p>
            <a:r>
              <a:rPr lang="en-CA" dirty="0" err="1"/>
              <a:t>myArray</a:t>
            </a:r>
            <a:r>
              <a:rPr lang="en-CA" dirty="0"/>
              <a:t>[7]	</a:t>
            </a:r>
            <a:r>
              <a:rPr lang="en-CA" dirty="0" err="1"/>
              <a:t>myArray</a:t>
            </a:r>
            <a:r>
              <a:rPr lang="en-CA" dirty="0"/>
              <a:t>[5]	0</a:t>
            </a:r>
          </a:p>
          <a:p>
            <a:endParaRPr lang="en-CA" dirty="0"/>
          </a:p>
        </p:txBody>
      </p:sp>
      <p:sp>
        <p:nvSpPr>
          <p:cNvPr id="4" name="Header Placeholder 3"/>
          <p:cNvSpPr>
            <a:spLocks noGrp="1"/>
          </p:cNvSpPr>
          <p:nvPr>
            <p:ph type="hdr" sz="quarter"/>
          </p:nvPr>
        </p:nvSpPr>
        <p:spPr/>
        <p:txBody>
          <a:bodyPr/>
          <a:lstStyle/>
          <a:p>
            <a:r>
              <a:rPr lang="en-CA"/>
              <a:t>Modern JavaScript v1.0.3</a:t>
            </a:r>
          </a:p>
        </p:txBody>
      </p:sp>
      <p:sp>
        <p:nvSpPr>
          <p:cNvPr id="5" name="Footer Placeholder 4"/>
          <p:cNvSpPr>
            <a:spLocks noGrp="1"/>
          </p:cNvSpPr>
          <p:nvPr>
            <p:ph type="ftr" sz="quarter" idx="4"/>
          </p:nvPr>
        </p:nvSpPr>
        <p:spPr/>
        <p:txBody>
          <a:bodyPr/>
          <a:lstStyle/>
          <a:p>
            <a:r>
              <a:rPr lang="en-CA"/>
              <a:t>Copyright @ 2024 ProTech Professional Technical Services, Inc.</a:t>
            </a:r>
          </a:p>
        </p:txBody>
      </p:sp>
      <p:sp>
        <p:nvSpPr>
          <p:cNvPr id="6" name="Slide Number Placeholder 5"/>
          <p:cNvSpPr>
            <a:spLocks noGrp="1"/>
          </p:cNvSpPr>
          <p:nvPr>
            <p:ph type="sldNum" sz="quarter" idx="5"/>
          </p:nvPr>
        </p:nvSpPr>
        <p:spPr/>
        <p:txBody>
          <a:bodyPr/>
          <a:lstStyle/>
          <a:p>
            <a:fld id="{C528DD48-E94E-4075-98E3-1BE9A1631110}" type="slidenum">
              <a:rPr lang="en-CA" smtClean="0"/>
              <a:t>21</a:t>
            </a:fld>
            <a:endParaRPr lang="en-CA"/>
          </a:p>
        </p:txBody>
      </p:sp>
    </p:spTree>
    <p:extLst>
      <p:ext uri="{BB962C8B-B14F-4D97-AF65-F5344CB8AC3E}">
        <p14:creationId xmlns:p14="http://schemas.microsoft.com/office/powerpoint/2010/main" val="18384826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Code snippet in 06_arrays/snippets/</a:t>
            </a:r>
            <a:r>
              <a:rPr lang="en-CA" dirty="0" err="1"/>
              <a:t>js</a:t>
            </a:r>
            <a:r>
              <a:rPr lang="en-CA" dirty="0"/>
              <a:t>/deleteElements01.js</a:t>
            </a:r>
          </a:p>
          <a:p>
            <a:endParaRPr lang="en-CA" dirty="0"/>
          </a:p>
          <a:p>
            <a:r>
              <a:rPr lang="en-CA" dirty="0"/>
              <a:t>Output:</a:t>
            </a:r>
          </a:p>
          <a:p>
            <a:r>
              <a:rPr lang="en-US" dirty="0"/>
              <a:t>Deleting elements using splice()</a:t>
            </a:r>
          </a:p>
          <a:p>
            <a:r>
              <a:rPr lang="en-US" dirty="0"/>
              <a:t>[ 0, 1, 2, 3, 4 ]</a:t>
            </a:r>
          </a:p>
          <a:p>
            <a:r>
              <a:rPr lang="en-US" dirty="0" err="1"/>
              <a:t>myArray.splice</a:t>
            </a:r>
            <a:r>
              <a:rPr lang="en-US" dirty="0"/>
              <a:t>(2,1)</a:t>
            </a:r>
          </a:p>
          <a:p>
            <a:r>
              <a:rPr lang="en-US" dirty="0"/>
              <a:t>[ 0, 1, 3, 4 ]</a:t>
            </a:r>
          </a:p>
          <a:p>
            <a:r>
              <a:rPr lang="en-US" dirty="0" err="1"/>
              <a:t>removedElement</a:t>
            </a:r>
            <a:r>
              <a:rPr lang="en-US" dirty="0"/>
              <a:t>(s) 2</a:t>
            </a:r>
          </a:p>
          <a:p>
            <a:endParaRPr lang="en-US" dirty="0"/>
          </a:p>
          <a:p>
            <a:r>
              <a:rPr lang="en-US" dirty="0"/>
              <a:t>Note:  </a:t>
            </a:r>
          </a:p>
          <a:p>
            <a:pPr marL="181240" indent="-181240">
              <a:buFont typeface="Arial" panose="020B0604020202020204" pitchFamily="34" charset="0"/>
              <a:buChar char="•"/>
            </a:pPr>
            <a:r>
              <a:rPr lang="en-US" dirty="0" err="1"/>
              <a:t>removedElements</a:t>
            </a:r>
            <a:r>
              <a:rPr lang="en-US" dirty="0"/>
              <a:t> is an array of the deleted elements.  </a:t>
            </a:r>
          </a:p>
          <a:p>
            <a:pPr marL="181240" indent="-181240">
              <a:buFont typeface="Arial" panose="020B0604020202020204" pitchFamily="34" charset="0"/>
              <a:buChar char="•"/>
            </a:pPr>
            <a:r>
              <a:rPr lang="en-US" dirty="0" err="1"/>
              <a:t>removedElements.length</a:t>
            </a:r>
            <a:r>
              <a:rPr lang="en-US" dirty="0"/>
              <a:t> == 1</a:t>
            </a:r>
          </a:p>
          <a:p>
            <a:endParaRPr lang="en-US" dirty="0"/>
          </a:p>
          <a:p>
            <a:r>
              <a:rPr lang="en-CA" dirty="0"/>
              <a:t>The code:</a:t>
            </a:r>
          </a:p>
          <a:p>
            <a:r>
              <a:rPr lang="en-CA" dirty="0"/>
              <a:t>	</a:t>
            </a:r>
            <a:r>
              <a:rPr lang="en-CA" dirty="0" err="1"/>
              <a:t>myArray.splice</a:t>
            </a:r>
            <a:r>
              <a:rPr lang="en-CA" dirty="0"/>
              <a:t>(2, 1);</a:t>
            </a:r>
          </a:p>
          <a:p>
            <a:pPr marL="241653" indent="-241653">
              <a:buFont typeface="+mj-lt"/>
              <a:buAutoNum type="arabicPeriod"/>
            </a:pPr>
            <a:r>
              <a:rPr lang="en-CA" dirty="0"/>
              <a:t>The first argument is the starting index in which the insertion or deletion is to start. The starting index is 2, that is the third element of </a:t>
            </a:r>
            <a:r>
              <a:rPr lang="en-CA" dirty="0" err="1"/>
              <a:t>myArray</a:t>
            </a:r>
            <a:r>
              <a:rPr lang="en-CA" dirty="0"/>
              <a:t>.</a:t>
            </a:r>
          </a:p>
          <a:p>
            <a:endParaRPr lang="en-CA" dirty="0"/>
          </a:p>
          <a:p>
            <a:endParaRPr lang="en-CA" dirty="0"/>
          </a:p>
          <a:p>
            <a:endParaRPr lang="en-CA" dirty="0"/>
          </a:p>
        </p:txBody>
      </p:sp>
      <p:sp>
        <p:nvSpPr>
          <p:cNvPr id="4" name="Footer Placeholder 3"/>
          <p:cNvSpPr>
            <a:spLocks noGrp="1"/>
          </p:cNvSpPr>
          <p:nvPr>
            <p:ph type="ftr" sz="quarter" idx="4"/>
          </p:nvPr>
        </p:nvSpPr>
        <p:spPr/>
        <p:txBody>
          <a:bodyPr/>
          <a:lstStyle/>
          <a:p>
            <a:r>
              <a:rPr lang="en-CA"/>
              <a:t>Copyright @ 2024 ProTech Professional Technical Services, Inc.</a:t>
            </a:r>
          </a:p>
        </p:txBody>
      </p:sp>
      <p:sp>
        <p:nvSpPr>
          <p:cNvPr id="5" name="Slide Number Placeholder 4"/>
          <p:cNvSpPr>
            <a:spLocks noGrp="1"/>
          </p:cNvSpPr>
          <p:nvPr>
            <p:ph type="sldNum" sz="quarter" idx="5"/>
          </p:nvPr>
        </p:nvSpPr>
        <p:spPr/>
        <p:txBody>
          <a:bodyPr/>
          <a:lstStyle/>
          <a:p>
            <a:fld id="{164377C5-5F89-43AD-BF72-9B51ECAEB898}" type="slidenum">
              <a:rPr lang="en-CA" smtClean="0"/>
              <a:t>22</a:t>
            </a:fld>
            <a:endParaRPr lang="en-CA"/>
          </a:p>
        </p:txBody>
      </p:sp>
      <p:sp>
        <p:nvSpPr>
          <p:cNvPr id="6" name="Header Placeholder 5">
            <a:extLst>
              <a:ext uri="{FF2B5EF4-FFF2-40B4-BE49-F238E27FC236}">
                <a16:creationId xmlns:a16="http://schemas.microsoft.com/office/drawing/2014/main" id="{774F5A91-70A1-4C50-A724-A097ABDC0DF8}"/>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1469624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731520" y="1248156"/>
            <a:ext cx="5852160" cy="7152894"/>
          </a:xfrm>
        </p:spPr>
        <p:txBody>
          <a:bodyPr/>
          <a:lstStyle/>
          <a:p>
            <a:r>
              <a:rPr lang="en-CA" dirty="0"/>
              <a:t>	index	value</a:t>
            </a:r>
          </a:p>
          <a:p>
            <a:r>
              <a:rPr lang="en-CA" dirty="0"/>
              <a:t>	</a:t>
            </a:r>
            <a:r>
              <a:rPr lang="en-CA" dirty="0" err="1"/>
              <a:t>myArray</a:t>
            </a:r>
            <a:r>
              <a:rPr lang="en-CA" dirty="0"/>
              <a:t>[0]	0</a:t>
            </a:r>
          </a:p>
          <a:p>
            <a:r>
              <a:rPr lang="en-CA" dirty="0"/>
              <a:t>	</a:t>
            </a:r>
            <a:r>
              <a:rPr lang="en-CA" dirty="0" err="1"/>
              <a:t>myArray</a:t>
            </a:r>
            <a:r>
              <a:rPr lang="en-CA" dirty="0"/>
              <a:t>[1]	1 </a:t>
            </a:r>
          </a:p>
          <a:p>
            <a:r>
              <a:rPr lang="en-CA" dirty="0"/>
              <a:t>	</a:t>
            </a:r>
            <a:r>
              <a:rPr lang="en-CA" dirty="0" err="1"/>
              <a:t>myArray</a:t>
            </a:r>
            <a:r>
              <a:rPr lang="en-CA" dirty="0"/>
              <a:t>[2]	2 ------</a:t>
            </a:r>
            <a:r>
              <a:rPr lang="en-CA" dirty="0">
                <a:sym typeface="Wingdings" panose="05000000000000000000" pitchFamily="2" charset="2"/>
              </a:rPr>
              <a:t> index 2 == starting index</a:t>
            </a:r>
            <a:r>
              <a:rPr lang="en-CA" dirty="0"/>
              <a:t>	</a:t>
            </a:r>
          </a:p>
          <a:p>
            <a:pPr marL="966612" lvl="2"/>
            <a:r>
              <a:rPr lang="en-CA" dirty="0" err="1"/>
              <a:t>myArray</a:t>
            </a:r>
            <a:r>
              <a:rPr lang="en-CA" dirty="0"/>
              <a:t>[3]	3</a:t>
            </a:r>
          </a:p>
          <a:p>
            <a:pPr marL="966612" lvl="2"/>
            <a:r>
              <a:rPr lang="en-CA" dirty="0" err="1"/>
              <a:t>myArray</a:t>
            </a:r>
            <a:r>
              <a:rPr lang="en-CA" dirty="0"/>
              <a:t>[4]	4</a:t>
            </a:r>
          </a:p>
          <a:p>
            <a:r>
              <a:rPr lang="en-CA" dirty="0"/>
              <a:t>	</a:t>
            </a:r>
          </a:p>
          <a:p>
            <a:pPr marL="241653" indent="-241653">
              <a:buFont typeface="+mj-lt"/>
              <a:buAutoNum type="arabicPeriod" startAt="2"/>
            </a:pPr>
            <a:r>
              <a:rPr lang="en-CA" dirty="0"/>
              <a:t>The second argument is the number of elements to be added or deleted. </a:t>
            </a:r>
            <a:r>
              <a:rPr lang="en-US" dirty="0"/>
              <a:t>If the value is a number, it will delete that number of elements. In this case, the value is 1, it will delete one element from the starting index.</a:t>
            </a:r>
          </a:p>
          <a:p>
            <a:r>
              <a:rPr lang="en-CA" dirty="0"/>
              <a:t>	index	value</a:t>
            </a:r>
          </a:p>
          <a:p>
            <a:r>
              <a:rPr lang="en-CA" dirty="0"/>
              <a:t>	</a:t>
            </a:r>
            <a:r>
              <a:rPr lang="en-CA" b="0" dirty="0" err="1"/>
              <a:t>myArray</a:t>
            </a:r>
            <a:r>
              <a:rPr lang="en-CA" b="0" dirty="0"/>
              <a:t>[0]</a:t>
            </a:r>
            <a:r>
              <a:rPr lang="en-CA" dirty="0"/>
              <a:t>	0</a:t>
            </a:r>
          </a:p>
          <a:p>
            <a:r>
              <a:rPr lang="en-CA" dirty="0"/>
              <a:t>	</a:t>
            </a:r>
            <a:r>
              <a:rPr lang="en-CA" b="0" dirty="0" err="1"/>
              <a:t>myArray</a:t>
            </a:r>
            <a:r>
              <a:rPr lang="en-CA" b="0" dirty="0"/>
              <a:t>[1]</a:t>
            </a:r>
            <a:r>
              <a:rPr lang="en-CA" dirty="0"/>
              <a:t>	1 </a:t>
            </a:r>
          </a:p>
          <a:p>
            <a:r>
              <a:rPr lang="en-CA" dirty="0"/>
              <a:t>	</a:t>
            </a:r>
            <a:r>
              <a:rPr lang="en-CA" sz="1300" strike="sngStrike" dirty="0" err="1">
                <a:solidFill>
                  <a:srgbClr val="FF0000"/>
                </a:solidFill>
              </a:rPr>
              <a:t>myArray</a:t>
            </a:r>
            <a:r>
              <a:rPr lang="en-CA" sz="1300" strike="sngStrike" dirty="0">
                <a:solidFill>
                  <a:srgbClr val="FF0000"/>
                </a:solidFill>
              </a:rPr>
              <a:t>[2] 	2 </a:t>
            </a:r>
            <a:r>
              <a:rPr lang="en-CA" dirty="0">
                <a:sym typeface="Wingdings" panose="05000000000000000000" pitchFamily="2" charset="2"/>
              </a:rPr>
              <a:t>------  delete 1 element form the starting index 2</a:t>
            </a:r>
            <a:endParaRPr lang="en-CA" dirty="0"/>
          </a:p>
          <a:p>
            <a:pPr defTabSz="966612">
              <a:defRPr/>
            </a:pPr>
            <a:r>
              <a:rPr lang="en-CA" dirty="0"/>
              <a:t>	</a:t>
            </a:r>
            <a:r>
              <a:rPr lang="en-CA" b="1" dirty="0" err="1"/>
              <a:t>myArray</a:t>
            </a:r>
            <a:r>
              <a:rPr lang="en-CA" b="1" dirty="0"/>
              <a:t>[2]</a:t>
            </a:r>
            <a:r>
              <a:rPr lang="en-CA" dirty="0"/>
              <a:t>	</a:t>
            </a:r>
            <a:r>
              <a:rPr lang="en-CA" b="1" dirty="0"/>
              <a:t>3</a:t>
            </a:r>
            <a:endParaRPr lang="en-CA" dirty="0"/>
          </a:p>
          <a:p>
            <a:r>
              <a:rPr lang="en-CA" b="1" dirty="0" err="1"/>
              <a:t>myArray</a:t>
            </a:r>
            <a:r>
              <a:rPr lang="en-CA" b="1" dirty="0"/>
              <a:t>[3]</a:t>
            </a:r>
            <a:r>
              <a:rPr lang="en-CA" dirty="0"/>
              <a:t>	</a:t>
            </a:r>
            <a:r>
              <a:rPr lang="en-CA" sz="1300" strike="sngStrike" dirty="0" err="1"/>
              <a:t>myArray</a:t>
            </a:r>
            <a:r>
              <a:rPr lang="en-CA" sz="1300" strike="sngStrike" dirty="0"/>
              <a:t>[2]</a:t>
            </a:r>
            <a:r>
              <a:rPr lang="en-CA" dirty="0"/>
              <a:t>	</a:t>
            </a:r>
            <a:r>
              <a:rPr lang="en-CA" b="1" dirty="0"/>
              <a:t>4</a:t>
            </a:r>
            <a:endParaRPr lang="en-CA" dirty="0"/>
          </a:p>
          <a:p>
            <a:endParaRPr lang="en-CA" dirty="0"/>
          </a:p>
        </p:txBody>
      </p:sp>
      <p:sp>
        <p:nvSpPr>
          <p:cNvPr id="4" name="Header Placeholder 3"/>
          <p:cNvSpPr>
            <a:spLocks noGrp="1"/>
          </p:cNvSpPr>
          <p:nvPr>
            <p:ph type="hdr" sz="quarter"/>
          </p:nvPr>
        </p:nvSpPr>
        <p:spPr/>
        <p:txBody>
          <a:bodyPr/>
          <a:lstStyle/>
          <a:p>
            <a:r>
              <a:rPr lang="en-CA"/>
              <a:t>Modern JavaScript v1.0.3</a:t>
            </a:r>
          </a:p>
        </p:txBody>
      </p:sp>
      <p:sp>
        <p:nvSpPr>
          <p:cNvPr id="5" name="Footer Placeholder 4"/>
          <p:cNvSpPr>
            <a:spLocks noGrp="1"/>
          </p:cNvSpPr>
          <p:nvPr>
            <p:ph type="ftr" sz="quarter" idx="4"/>
          </p:nvPr>
        </p:nvSpPr>
        <p:spPr/>
        <p:txBody>
          <a:bodyPr/>
          <a:lstStyle/>
          <a:p>
            <a:r>
              <a:rPr lang="en-CA"/>
              <a:t>Copyright @ 2024 ProTech Professional Technical Services, Inc.</a:t>
            </a:r>
          </a:p>
        </p:txBody>
      </p:sp>
      <p:sp>
        <p:nvSpPr>
          <p:cNvPr id="6" name="Slide Number Placeholder 5"/>
          <p:cNvSpPr>
            <a:spLocks noGrp="1"/>
          </p:cNvSpPr>
          <p:nvPr>
            <p:ph type="sldNum" sz="quarter" idx="5"/>
          </p:nvPr>
        </p:nvSpPr>
        <p:spPr/>
        <p:txBody>
          <a:bodyPr/>
          <a:lstStyle/>
          <a:p>
            <a:fld id="{C528DD48-E94E-4075-98E3-1BE9A1631110}" type="slidenum">
              <a:rPr lang="en-CA" smtClean="0"/>
              <a:t>23</a:t>
            </a:fld>
            <a:endParaRPr lang="en-CA"/>
          </a:p>
        </p:txBody>
      </p:sp>
    </p:spTree>
    <p:extLst>
      <p:ext uri="{BB962C8B-B14F-4D97-AF65-F5344CB8AC3E}">
        <p14:creationId xmlns:p14="http://schemas.microsoft.com/office/powerpoint/2010/main" val="17311575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Code snippet in 06_arrays/snippets/</a:t>
            </a:r>
            <a:r>
              <a:rPr lang="en-CA" dirty="0" err="1"/>
              <a:t>js</a:t>
            </a:r>
            <a:r>
              <a:rPr lang="en-CA" dirty="0"/>
              <a:t>/deleteElements02.js</a:t>
            </a:r>
          </a:p>
          <a:p>
            <a:endParaRPr lang="en-CA" dirty="0"/>
          </a:p>
          <a:p>
            <a:r>
              <a:rPr lang="en-CA" dirty="0"/>
              <a:t>Output:</a:t>
            </a:r>
          </a:p>
          <a:p>
            <a:r>
              <a:rPr lang="en-US" dirty="0"/>
              <a:t>Deleting elements using splice()</a:t>
            </a:r>
          </a:p>
          <a:p>
            <a:r>
              <a:rPr lang="en-US" dirty="0"/>
              <a:t>[ 0, 1, 2, 3, 4 ]</a:t>
            </a:r>
          </a:p>
          <a:p>
            <a:r>
              <a:rPr lang="en-US" dirty="0" err="1"/>
              <a:t>myArray.splice</a:t>
            </a:r>
            <a:r>
              <a:rPr lang="en-US" dirty="0"/>
              <a:t>(2,1)</a:t>
            </a:r>
          </a:p>
          <a:p>
            <a:r>
              <a:rPr lang="en-US" dirty="0"/>
              <a:t>[ 0, 1 ]</a:t>
            </a:r>
          </a:p>
          <a:p>
            <a:r>
              <a:rPr lang="en-US" dirty="0" err="1"/>
              <a:t>removedElement</a:t>
            </a:r>
            <a:r>
              <a:rPr lang="en-US" dirty="0"/>
              <a:t>(s) 2,3,4</a:t>
            </a:r>
          </a:p>
          <a:p>
            <a:endParaRPr lang="en-US" dirty="0"/>
          </a:p>
          <a:p>
            <a:r>
              <a:rPr lang="en-US" dirty="0"/>
              <a:t>Note:  </a:t>
            </a:r>
          </a:p>
          <a:p>
            <a:pPr marL="181240" indent="-181240">
              <a:buFont typeface="Arial" panose="020B0604020202020204" pitchFamily="34" charset="0"/>
              <a:buChar char="•"/>
            </a:pPr>
            <a:r>
              <a:rPr lang="en-US" dirty="0" err="1"/>
              <a:t>removedElements</a:t>
            </a:r>
            <a:r>
              <a:rPr lang="en-US" dirty="0"/>
              <a:t> is an array of the deleted elements.  </a:t>
            </a:r>
          </a:p>
          <a:p>
            <a:pPr marL="181240" indent="-181240">
              <a:buFont typeface="Arial" panose="020B0604020202020204" pitchFamily="34" charset="0"/>
              <a:buChar char="•"/>
            </a:pPr>
            <a:r>
              <a:rPr lang="en-US" dirty="0" err="1"/>
              <a:t>removedElements.length</a:t>
            </a:r>
            <a:r>
              <a:rPr lang="en-US" dirty="0"/>
              <a:t> == 3</a:t>
            </a:r>
          </a:p>
          <a:p>
            <a:endParaRPr lang="en-US" dirty="0"/>
          </a:p>
          <a:p>
            <a:r>
              <a:rPr lang="en-CA" dirty="0"/>
              <a:t>The code:</a:t>
            </a:r>
          </a:p>
          <a:p>
            <a:r>
              <a:rPr lang="en-CA" dirty="0"/>
              <a:t>	</a:t>
            </a:r>
            <a:r>
              <a:rPr lang="en-CA" dirty="0" err="1"/>
              <a:t>myArray.splice</a:t>
            </a:r>
            <a:r>
              <a:rPr lang="en-CA" dirty="0"/>
              <a:t>(2);</a:t>
            </a:r>
          </a:p>
          <a:p>
            <a:pPr marL="241653" indent="-241653">
              <a:buFont typeface="+mj-lt"/>
              <a:buAutoNum type="arabicPeriod"/>
            </a:pPr>
            <a:r>
              <a:rPr lang="en-CA" dirty="0"/>
              <a:t>The first argument is the starting index in which the insertion or deletion is to start. The starting index is 2, that is the third element of </a:t>
            </a:r>
            <a:r>
              <a:rPr lang="en-CA" dirty="0" err="1"/>
              <a:t>myArray</a:t>
            </a:r>
            <a:r>
              <a:rPr lang="en-CA" dirty="0"/>
              <a:t>.</a:t>
            </a:r>
          </a:p>
          <a:p>
            <a:endParaRPr lang="en-CA" dirty="0"/>
          </a:p>
          <a:p>
            <a:endParaRPr lang="en-CA" dirty="0"/>
          </a:p>
          <a:p>
            <a:endParaRPr lang="en-CA" dirty="0"/>
          </a:p>
        </p:txBody>
      </p:sp>
      <p:sp>
        <p:nvSpPr>
          <p:cNvPr id="4" name="Footer Placeholder 3"/>
          <p:cNvSpPr>
            <a:spLocks noGrp="1"/>
          </p:cNvSpPr>
          <p:nvPr>
            <p:ph type="ftr" sz="quarter" idx="4"/>
          </p:nvPr>
        </p:nvSpPr>
        <p:spPr/>
        <p:txBody>
          <a:bodyPr/>
          <a:lstStyle/>
          <a:p>
            <a:r>
              <a:rPr lang="en-CA"/>
              <a:t>Copyright @ 2024 ProTech Professional Technical Services, Inc.</a:t>
            </a:r>
          </a:p>
        </p:txBody>
      </p:sp>
      <p:sp>
        <p:nvSpPr>
          <p:cNvPr id="5" name="Slide Number Placeholder 4"/>
          <p:cNvSpPr>
            <a:spLocks noGrp="1"/>
          </p:cNvSpPr>
          <p:nvPr>
            <p:ph type="sldNum" sz="quarter" idx="5"/>
          </p:nvPr>
        </p:nvSpPr>
        <p:spPr/>
        <p:txBody>
          <a:bodyPr/>
          <a:lstStyle/>
          <a:p>
            <a:fld id="{164377C5-5F89-43AD-BF72-9B51ECAEB898}" type="slidenum">
              <a:rPr lang="en-CA" smtClean="0"/>
              <a:t>24</a:t>
            </a:fld>
            <a:endParaRPr lang="en-CA"/>
          </a:p>
        </p:txBody>
      </p:sp>
      <p:sp>
        <p:nvSpPr>
          <p:cNvPr id="6" name="Header Placeholder 5">
            <a:extLst>
              <a:ext uri="{FF2B5EF4-FFF2-40B4-BE49-F238E27FC236}">
                <a16:creationId xmlns:a16="http://schemas.microsoft.com/office/drawing/2014/main" id="{774F5A91-70A1-4C50-A724-A097ABDC0DF8}"/>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19788278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731520" y="1248156"/>
            <a:ext cx="5852160" cy="7152894"/>
          </a:xfrm>
        </p:spPr>
        <p:txBody>
          <a:bodyPr/>
          <a:lstStyle/>
          <a:p>
            <a:r>
              <a:rPr lang="en-CA" dirty="0"/>
              <a:t>	index	value</a:t>
            </a:r>
          </a:p>
          <a:p>
            <a:r>
              <a:rPr lang="en-CA" dirty="0"/>
              <a:t>	</a:t>
            </a:r>
            <a:r>
              <a:rPr lang="en-CA" dirty="0" err="1"/>
              <a:t>myArray</a:t>
            </a:r>
            <a:r>
              <a:rPr lang="en-CA" dirty="0"/>
              <a:t>[0]	0</a:t>
            </a:r>
          </a:p>
          <a:p>
            <a:r>
              <a:rPr lang="en-CA" dirty="0"/>
              <a:t>	</a:t>
            </a:r>
            <a:r>
              <a:rPr lang="en-CA" dirty="0" err="1"/>
              <a:t>myArray</a:t>
            </a:r>
            <a:r>
              <a:rPr lang="en-CA" dirty="0"/>
              <a:t>[1]	1 </a:t>
            </a:r>
          </a:p>
          <a:p>
            <a:r>
              <a:rPr lang="en-CA" dirty="0"/>
              <a:t>	</a:t>
            </a:r>
            <a:r>
              <a:rPr lang="en-CA" dirty="0" err="1"/>
              <a:t>myArray</a:t>
            </a:r>
            <a:r>
              <a:rPr lang="en-CA" dirty="0"/>
              <a:t>[2]	2 ------</a:t>
            </a:r>
            <a:r>
              <a:rPr lang="en-CA" dirty="0">
                <a:sym typeface="Wingdings" panose="05000000000000000000" pitchFamily="2" charset="2"/>
              </a:rPr>
              <a:t> index 2 == starting index</a:t>
            </a:r>
            <a:r>
              <a:rPr lang="en-CA" dirty="0"/>
              <a:t>	</a:t>
            </a:r>
          </a:p>
          <a:p>
            <a:pPr marL="966612" lvl="2"/>
            <a:r>
              <a:rPr lang="en-CA" dirty="0" err="1"/>
              <a:t>myArray</a:t>
            </a:r>
            <a:r>
              <a:rPr lang="en-CA" dirty="0"/>
              <a:t>[3]	3</a:t>
            </a:r>
          </a:p>
          <a:p>
            <a:pPr marL="966612" lvl="2"/>
            <a:r>
              <a:rPr lang="en-CA" dirty="0" err="1"/>
              <a:t>myArray</a:t>
            </a:r>
            <a:r>
              <a:rPr lang="en-CA" dirty="0"/>
              <a:t>[4]	4</a:t>
            </a:r>
          </a:p>
          <a:p>
            <a:r>
              <a:rPr lang="en-CA" dirty="0"/>
              <a:t>	</a:t>
            </a:r>
          </a:p>
          <a:p>
            <a:pPr marL="241653" indent="-241653">
              <a:buFont typeface="+mj-lt"/>
              <a:buAutoNum type="arabicPeriod" startAt="2"/>
            </a:pPr>
            <a:r>
              <a:rPr lang="en-CA" dirty="0"/>
              <a:t>There is no second argument.  The argument is left out. All elements from the start to the end will be deleted. The third argument is also omitted.</a:t>
            </a:r>
            <a:endParaRPr lang="en-US" dirty="0"/>
          </a:p>
          <a:p>
            <a:r>
              <a:rPr lang="en-CA" dirty="0"/>
              <a:t>	index	value</a:t>
            </a:r>
          </a:p>
          <a:p>
            <a:r>
              <a:rPr lang="en-CA" dirty="0"/>
              <a:t>	</a:t>
            </a:r>
            <a:r>
              <a:rPr lang="en-CA" b="0" dirty="0" err="1"/>
              <a:t>myArray</a:t>
            </a:r>
            <a:r>
              <a:rPr lang="en-CA" b="0" dirty="0"/>
              <a:t>[0]</a:t>
            </a:r>
            <a:r>
              <a:rPr lang="en-CA" dirty="0"/>
              <a:t>	0</a:t>
            </a:r>
          </a:p>
          <a:p>
            <a:r>
              <a:rPr lang="en-CA" dirty="0"/>
              <a:t>	</a:t>
            </a:r>
            <a:r>
              <a:rPr lang="en-CA" b="0" dirty="0" err="1"/>
              <a:t>myArray</a:t>
            </a:r>
            <a:r>
              <a:rPr lang="en-CA" b="0" dirty="0"/>
              <a:t>[1]</a:t>
            </a:r>
            <a:r>
              <a:rPr lang="en-CA" dirty="0"/>
              <a:t>	1 </a:t>
            </a:r>
          </a:p>
          <a:p>
            <a:r>
              <a:rPr lang="en-CA" dirty="0"/>
              <a:t>	</a:t>
            </a:r>
            <a:r>
              <a:rPr lang="en-CA" sz="1300" strike="sngStrike" dirty="0" err="1">
                <a:solidFill>
                  <a:srgbClr val="FF0000"/>
                </a:solidFill>
              </a:rPr>
              <a:t>myArray</a:t>
            </a:r>
            <a:r>
              <a:rPr lang="en-CA" sz="1300" strike="sngStrike" dirty="0">
                <a:solidFill>
                  <a:srgbClr val="FF0000"/>
                </a:solidFill>
              </a:rPr>
              <a:t>[2] 	2 </a:t>
            </a:r>
            <a:r>
              <a:rPr lang="en-CA" dirty="0">
                <a:sym typeface="Wingdings" panose="05000000000000000000" pitchFamily="2" charset="2"/>
              </a:rPr>
              <a:t>------  delete all element starting index 2</a:t>
            </a:r>
            <a:endParaRPr lang="en-CA" dirty="0"/>
          </a:p>
          <a:p>
            <a:pPr marL="966612" lvl="2"/>
            <a:r>
              <a:rPr lang="en-CA" sz="1300" strike="sngStrike" dirty="0" err="1">
                <a:solidFill>
                  <a:srgbClr val="FF0000"/>
                </a:solidFill>
              </a:rPr>
              <a:t>myArray</a:t>
            </a:r>
            <a:r>
              <a:rPr lang="en-CA" sz="1300" strike="sngStrike" dirty="0">
                <a:solidFill>
                  <a:srgbClr val="FF0000"/>
                </a:solidFill>
              </a:rPr>
              <a:t>[3]	3</a:t>
            </a:r>
          </a:p>
          <a:p>
            <a:pPr marL="966612" lvl="2"/>
            <a:r>
              <a:rPr lang="en-CA" sz="1300" strike="sngStrike" dirty="0" err="1">
                <a:solidFill>
                  <a:srgbClr val="FF0000"/>
                </a:solidFill>
              </a:rPr>
              <a:t>myArray</a:t>
            </a:r>
            <a:r>
              <a:rPr lang="en-CA" sz="1300" strike="sngStrike" dirty="0">
                <a:solidFill>
                  <a:srgbClr val="FF0000"/>
                </a:solidFill>
              </a:rPr>
              <a:t>[4]	4</a:t>
            </a:r>
          </a:p>
          <a:p>
            <a:pPr defTabSz="966612">
              <a:defRPr/>
            </a:pPr>
            <a:endParaRPr lang="en-CA" dirty="0"/>
          </a:p>
        </p:txBody>
      </p:sp>
      <p:sp>
        <p:nvSpPr>
          <p:cNvPr id="4" name="Header Placeholder 3"/>
          <p:cNvSpPr>
            <a:spLocks noGrp="1"/>
          </p:cNvSpPr>
          <p:nvPr>
            <p:ph type="hdr" sz="quarter"/>
          </p:nvPr>
        </p:nvSpPr>
        <p:spPr/>
        <p:txBody>
          <a:bodyPr/>
          <a:lstStyle/>
          <a:p>
            <a:r>
              <a:rPr lang="en-CA"/>
              <a:t>Modern JavaScript v1.0.3</a:t>
            </a:r>
          </a:p>
        </p:txBody>
      </p:sp>
      <p:sp>
        <p:nvSpPr>
          <p:cNvPr id="5" name="Footer Placeholder 4"/>
          <p:cNvSpPr>
            <a:spLocks noGrp="1"/>
          </p:cNvSpPr>
          <p:nvPr>
            <p:ph type="ftr" sz="quarter" idx="4"/>
          </p:nvPr>
        </p:nvSpPr>
        <p:spPr/>
        <p:txBody>
          <a:bodyPr/>
          <a:lstStyle/>
          <a:p>
            <a:r>
              <a:rPr lang="en-CA"/>
              <a:t>Copyright @ 2024 ProTech Professional Technical Services, Inc.</a:t>
            </a:r>
          </a:p>
        </p:txBody>
      </p:sp>
      <p:sp>
        <p:nvSpPr>
          <p:cNvPr id="6" name="Slide Number Placeholder 5"/>
          <p:cNvSpPr>
            <a:spLocks noGrp="1"/>
          </p:cNvSpPr>
          <p:nvPr>
            <p:ph type="sldNum" sz="quarter" idx="5"/>
          </p:nvPr>
        </p:nvSpPr>
        <p:spPr/>
        <p:txBody>
          <a:bodyPr/>
          <a:lstStyle/>
          <a:p>
            <a:fld id="{C528DD48-E94E-4075-98E3-1BE9A1631110}" type="slidenum">
              <a:rPr lang="en-CA" smtClean="0"/>
              <a:t>25</a:t>
            </a:fld>
            <a:endParaRPr lang="en-CA"/>
          </a:p>
        </p:txBody>
      </p:sp>
    </p:spTree>
    <p:extLst>
      <p:ext uri="{BB962C8B-B14F-4D97-AF65-F5344CB8AC3E}">
        <p14:creationId xmlns:p14="http://schemas.microsoft.com/office/powerpoint/2010/main" val="221183892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31520" y="4620577"/>
            <a:ext cx="5852160" cy="3651227"/>
          </a:xfrm>
        </p:spPr>
        <p:txBody>
          <a:bodyPr/>
          <a:lstStyle/>
          <a:p>
            <a:r>
              <a:rPr lang="en-CA" dirty="0"/>
              <a:t>Code snippet in 06_arrays/snippets/</a:t>
            </a:r>
            <a:r>
              <a:rPr lang="en-CA" dirty="0" err="1"/>
              <a:t>js</a:t>
            </a:r>
            <a:r>
              <a:rPr lang="en-CA" dirty="0"/>
              <a:t>/replaceElements.js</a:t>
            </a:r>
          </a:p>
          <a:p>
            <a:endParaRPr lang="en-CA" dirty="0"/>
          </a:p>
          <a:p>
            <a:r>
              <a:rPr lang="en-CA" dirty="0"/>
              <a:t>Output:</a:t>
            </a:r>
          </a:p>
          <a:p>
            <a:r>
              <a:rPr lang="en-US" dirty="0"/>
              <a:t>Replacing elements using splice()</a:t>
            </a:r>
          </a:p>
          <a:p>
            <a:r>
              <a:rPr lang="en-US" dirty="0"/>
              <a:t>[ 0, 0, 0, 5, 5, 5, 0, 0]</a:t>
            </a:r>
          </a:p>
          <a:p>
            <a:r>
              <a:rPr lang="en-US" dirty="0" err="1"/>
              <a:t>myArray.splice</a:t>
            </a:r>
            <a:r>
              <a:rPr lang="en-US" dirty="0"/>
              <a:t>(3,3,1,2)</a:t>
            </a:r>
          </a:p>
          <a:p>
            <a:r>
              <a:rPr lang="en-US" dirty="0"/>
              <a:t>[ 0, 0, 0, 1,  2, 0, 0 ]</a:t>
            </a:r>
          </a:p>
          <a:p>
            <a:r>
              <a:rPr lang="en-CA" dirty="0"/>
              <a:t>The code:</a:t>
            </a:r>
          </a:p>
          <a:p>
            <a:r>
              <a:rPr lang="en-CA" dirty="0"/>
              <a:t>	</a:t>
            </a:r>
            <a:r>
              <a:rPr lang="en-CA" dirty="0" err="1"/>
              <a:t>myArray.splice</a:t>
            </a:r>
            <a:r>
              <a:rPr lang="en-CA" dirty="0"/>
              <a:t>(3, 3, 1, 2);</a:t>
            </a:r>
          </a:p>
          <a:p>
            <a:pPr marL="241653" indent="-241653">
              <a:buFont typeface="+mj-lt"/>
              <a:buAutoNum type="arabicPeriod"/>
            </a:pPr>
            <a:r>
              <a:rPr lang="en-CA" dirty="0"/>
              <a:t>The first argument is the starting index in which the insertion or deletion is to start. The starting index is 3, that is the third element of </a:t>
            </a:r>
            <a:r>
              <a:rPr lang="en-CA" dirty="0" err="1"/>
              <a:t>myArray</a:t>
            </a:r>
            <a:r>
              <a:rPr lang="en-CA" dirty="0"/>
              <a:t>.</a:t>
            </a:r>
          </a:p>
          <a:p>
            <a:r>
              <a:rPr lang="en-CA" dirty="0"/>
              <a:t>	index	value</a:t>
            </a:r>
          </a:p>
          <a:p>
            <a:r>
              <a:rPr lang="en-CA" dirty="0"/>
              <a:t>	</a:t>
            </a:r>
            <a:r>
              <a:rPr lang="en-CA" dirty="0" err="1"/>
              <a:t>myArray</a:t>
            </a:r>
            <a:r>
              <a:rPr lang="en-CA" dirty="0"/>
              <a:t>[0]	0</a:t>
            </a:r>
          </a:p>
          <a:p>
            <a:r>
              <a:rPr lang="en-CA" dirty="0"/>
              <a:t>	</a:t>
            </a:r>
            <a:r>
              <a:rPr lang="en-CA" dirty="0" err="1"/>
              <a:t>myArray</a:t>
            </a:r>
            <a:r>
              <a:rPr lang="en-CA" dirty="0"/>
              <a:t>[1]	0 </a:t>
            </a:r>
          </a:p>
          <a:p>
            <a:r>
              <a:rPr lang="en-CA" dirty="0"/>
              <a:t>	</a:t>
            </a:r>
            <a:r>
              <a:rPr lang="en-CA" dirty="0" err="1"/>
              <a:t>myArray</a:t>
            </a:r>
            <a:r>
              <a:rPr lang="en-CA" dirty="0"/>
              <a:t>[2]	0 	</a:t>
            </a:r>
          </a:p>
          <a:p>
            <a:pPr marL="966612" lvl="2"/>
            <a:r>
              <a:rPr lang="en-CA" dirty="0" err="1"/>
              <a:t>myArray</a:t>
            </a:r>
            <a:r>
              <a:rPr lang="en-CA" dirty="0"/>
              <a:t>[3]	5 ------</a:t>
            </a:r>
            <a:r>
              <a:rPr lang="en-CA" dirty="0">
                <a:sym typeface="Wingdings" panose="05000000000000000000" pitchFamily="2" charset="2"/>
              </a:rPr>
              <a:t> index 3 == starting index</a:t>
            </a:r>
            <a:endParaRPr lang="en-CA" dirty="0"/>
          </a:p>
          <a:p>
            <a:pPr marL="966612" lvl="2"/>
            <a:r>
              <a:rPr lang="en-CA" dirty="0" err="1"/>
              <a:t>myArray</a:t>
            </a:r>
            <a:r>
              <a:rPr lang="en-CA" dirty="0"/>
              <a:t>[4]	5</a:t>
            </a:r>
          </a:p>
          <a:p>
            <a:pPr marL="966612" lvl="2"/>
            <a:r>
              <a:rPr lang="en-CA" dirty="0" err="1"/>
              <a:t>myArray</a:t>
            </a:r>
            <a:r>
              <a:rPr lang="en-CA" dirty="0"/>
              <a:t>[5]	5</a:t>
            </a:r>
          </a:p>
          <a:p>
            <a:pPr marL="966612" lvl="2"/>
            <a:r>
              <a:rPr lang="en-CA" dirty="0" err="1"/>
              <a:t>myArray</a:t>
            </a:r>
            <a:r>
              <a:rPr lang="en-CA" dirty="0"/>
              <a:t>[6]	0</a:t>
            </a:r>
          </a:p>
          <a:p>
            <a:pPr marL="966612" lvl="2"/>
            <a:r>
              <a:rPr lang="en-CA" dirty="0" err="1"/>
              <a:t>myArray</a:t>
            </a:r>
            <a:r>
              <a:rPr lang="en-CA" dirty="0"/>
              <a:t>[7] 	0</a:t>
            </a:r>
          </a:p>
          <a:p>
            <a:endParaRPr lang="en-CA" dirty="0"/>
          </a:p>
        </p:txBody>
      </p:sp>
      <p:sp>
        <p:nvSpPr>
          <p:cNvPr id="4" name="Footer Placeholder 3"/>
          <p:cNvSpPr>
            <a:spLocks noGrp="1"/>
          </p:cNvSpPr>
          <p:nvPr>
            <p:ph type="ftr" sz="quarter" idx="4"/>
          </p:nvPr>
        </p:nvSpPr>
        <p:spPr/>
        <p:txBody>
          <a:bodyPr/>
          <a:lstStyle/>
          <a:p>
            <a:r>
              <a:rPr lang="en-CA"/>
              <a:t>Copyright @ 2024 ProTech Professional Technical Services, Inc.</a:t>
            </a:r>
          </a:p>
        </p:txBody>
      </p:sp>
      <p:sp>
        <p:nvSpPr>
          <p:cNvPr id="5" name="Slide Number Placeholder 4"/>
          <p:cNvSpPr>
            <a:spLocks noGrp="1"/>
          </p:cNvSpPr>
          <p:nvPr>
            <p:ph type="sldNum" sz="quarter" idx="5"/>
          </p:nvPr>
        </p:nvSpPr>
        <p:spPr/>
        <p:txBody>
          <a:bodyPr/>
          <a:lstStyle/>
          <a:p>
            <a:fld id="{164377C5-5F89-43AD-BF72-9B51ECAEB898}" type="slidenum">
              <a:rPr lang="en-CA" smtClean="0"/>
              <a:t>26</a:t>
            </a:fld>
            <a:endParaRPr lang="en-CA"/>
          </a:p>
        </p:txBody>
      </p:sp>
      <p:sp>
        <p:nvSpPr>
          <p:cNvPr id="6" name="Header Placeholder 5">
            <a:extLst>
              <a:ext uri="{FF2B5EF4-FFF2-40B4-BE49-F238E27FC236}">
                <a16:creationId xmlns:a16="http://schemas.microsoft.com/office/drawing/2014/main" id="{F6A5EBCA-D948-4B7B-B4A7-C7E2188581AE}"/>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416680680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731520" y="1301496"/>
            <a:ext cx="5852160" cy="7099554"/>
          </a:xfrm>
        </p:spPr>
        <p:txBody>
          <a:bodyPr/>
          <a:lstStyle/>
          <a:p>
            <a:pPr marL="241653" indent="-241653">
              <a:buFont typeface="+mj-lt"/>
              <a:buAutoNum type="arabicPeriod" startAt="2"/>
            </a:pPr>
            <a:r>
              <a:rPr lang="en-CA" dirty="0"/>
              <a:t>The second argument is the number of elements to be added or deleted. </a:t>
            </a:r>
            <a:r>
              <a:rPr lang="en-US" dirty="0"/>
              <a:t>If the value is a number, it will delete that number of elements. In this case, the value is 3, it will delete 3 element from the starting index.</a:t>
            </a:r>
          </a:p>
          <a:p>
            <a:r>
              <a:rPr lang="en-CA" dirty="0"/>
              <a:t>	index	value</a:t>
            </a:r>
          </a:p>
          <a:p>
            <a:r>
              <a:rPr lang="en-CA" dirty="0"/>
              <a:t>	</a:t>
            </a:r>
            <a:r>
              <a:rPr lang="en-CA" dirty="0" err="1"/>
              <a:t>myArray</a:t>
            </a:r>
            <a:r>
              <a:rPr lang="en-CA" dirty="0"/>
              <a:t>[0]	0</a:t>
            </a:r>
          </a:p>
          <a:p>
            <a:r>
              <a:rPr lang="en-CA" dirty="0"/>
              <a:t>	</a:t>
            </a:r>
            <a:r>
              <a:rPr lang="en-CA" dirty="0" err="1"/>
              <a:t>myArray</a:t>
            </a:r>
            <a:r>
              <a:rPr lang="en-CA" dirty="0"/>
              <a:t>[1]	0 </a:t>
            </a:r>
          </a:p>
          <a:p>
            <a:r>
              <a:rPr lang="en-CA" dirty="0"/>
              <a:t>	</a:t>
            </a:r>
            <a:r>
              <a:rPr lang="en-CA" dirty="0" err="1"/>
              <a:t>myArray</a:t>
            </a:r>
            <a:r>
              <a:rPr lang="en-CA" dirty="0"/>
              <a:t>[2]	0 	</a:t>
            </a:r>
          </a:p>
          <a:p>
            <a:pPr marL="966612" lvl="2"/>
            <a:r>
              <a:rPr lang="en-CA" sz="1300" strike="sngStrike" dirty="0" err="1">
                <a:solidFill>
                  <a:srgbClr val="FF0000"/>
                </a:solidFill>
              </a:rPr>
              <a:t>myArray</a:t>
            </a:r>
            <a:r>
              <a:rPr lang="en-CA" sz="1300" strike="sngStrike" dirty="0">
                <a:solidFill>
                  <a:srgbClr val="FF0000"/>
                </a:solidFill>
              </a:rPr>
              <a:t>[3]	5 ------</a:t>
            </a:r>
            <a:r>
              <a:rPr lang="en-CA" sz="1300" dirty="0">
                <a:sym typeface="Wingdings" panose="05000000000000000000" pitchFamily="2" charset="2"/>
              </a:rPr>
              <a:t> index 3 == starting index</a:t>
            </a:r>
            <a:endParaRPr lang="en-CA" sz="1300" dirty="0"/>
          </a:p>
          <a:p>
            <a:pPr marL="966612" lvl="2"/>
            <a:r>
              <a:rPr lang="en-CA" sz="1300" strike="sngStrike" dirty="0" err="1">
                <a:solidFill>
                  <a:srgbClr val="FF0000"/>
                </a:solidFill>
              </a:rPr>
              <a:t>myArray</a:t>
            </a:r>
            <a:r>
              <a:rPr lang="en-CA" sz="1300" strike="sngStrike" dirty="0">
                <a:solidFill>
                  <a:srgbClr val="FF0000"/>
                </a:solidFill>
              </a:rPr>
              <a:t>[4]	5</a:t>
            </a:r>
          </a:p>
          <a:p>
            <a:pPr marL="966612" lvl="2"/>
            <a:r>
              <a:rPr lang="en-CA" sz="1300" strike="sngStrike" dirty="0" err="1">
                <a:solidFill>
                  <a:srgbClr val="FF0000"/>
                </a:solidFill>
              </a:rPr>
              <a:t>myArray</a:t>
            </a:r>
            <a:r>
              <a:rPr lang="en-CA" sz="1300" strike="sngStrike" dirty="0">
                <a:solidFill>
                  <a:srgbClr val="FF0000"/>
                </a:solidFill>
              </a:rPr>
              <a:t>[5]	5</a:t>
            </a:r>
          </a:p>
          <a:p>
            <a:pPr marL="966612" lvl="2"/>
            <a:r>
              <a:rPr lang="en-CA" dirty="0" err="1"/>
              <a:t>myArray</a:t>
            </a:r>
            <a:r>
              <a:rPr lang="en-CA" dirty="0"/>
              <a:t>[6]	0</a:t>
            </a:r>
          </a:p>
          <a:p>
            <a:pPr marL="966612" lvl="2"/>
            <a:r>
              <a:rPr lang="en-CA" dirty="0" err="1"/>
              <a:t>myArray</a:t>
            </a:r>
            <a:r>
              <a:rPr lang="en-CA" dirty="0"/>
              <a:t>[7] 	0</a:t>
            </a:r>
          </a:p>
          <a:p>
            <a:endParaRPr lang="en-US" dirty="0"/>
          </a:p>
          <a:p>
            <a:pPr marL="241653" indent="-241653">
              <a:buFont typeface="+mj-lt"/>
              <a:buAutoNum type="arabicPeriod" startAt="3"/>
            </a:pPr>
            <a:r>
              <a:rPr lang="en-US" dirty="0"/>
              <a:t>The remaining number are the elements to be added from the starting index</a:t>
            </a:r>
          </a:p>
          <a:p>
            <a:pPr marL="483306" lvl="1"/>
            <a:r>
              <a:rPr lang="en-CA" dirty="0"/>
              <a:t>		index	value</a:t>
            </a:r>
          </a:p>
          <a:p>
            <a:pPr marL="483306" lvl="1"/>
            <a:r>
              <a:rPr lang="en-CA" dirty="0"/>
              <a:t>		</a:t>
            </a:r>
            <a:r>
              <a:rPr lang="en-CA" dirty="0" err="1"/>
              <a:t>myArray</a:t>
            </a:r>
            <a:r>
              <a:rPr lang="en-CA" dirty="0"/>
              <a:t>[0]	0</a:t>
            </a:r>
          </a:p>
          <a:p>
            <a:pPr marL="483306" lvl="1"/>
            <a:r>
              <a:rPr lang="en-CA" dirty="0"/>
              <a:t>		</a:t>
            </a:r>
            <a:r>
              <a:rPr lang="en-CA" dirty="0" err="1"/>
              <a:t>myArray</a:t>
            </a:r>
            <a:r>
              <a:rPr lang="en-CA" dirty="0"/>
              <a:t>[1]	0 </a:t>
            </a:r>
          </a:p>
          <a:p>
            <a:pPr marL="483306" lvl="1"/>
            <a:r>
              <a:rPr lang="en-CA" dirty="0"/>
              <a:t>		</a:t>
            </a:r>
            <a:r>
              <a:rPr lang="en-CA" dirty="0" err="1"/>
              <a:t>myArray</a:t>
            </a:r>
            <a:r>
              <a:rPr lang="en-CA" dirty="0"/>
              <a:t>[2]	0 	</a:t>
            </a:r>
          </a:p>
          <a:p>
            <a:pPr marL="1449918" lvl="3"/>
            <a:r>
              <a:rPr lang="en-CA" sz="1300" strike="sngStrike" dirty="0" err="1">
                <a:solidFill>
                  <a:srgbClr val="FF0000"/>
                </a:solidFill>
              </a:rPr>
              <a:t>myArray</a:t>
            </a:r>
            <a:r>
              <a:rPr lang="en-CA" sz="1300" strike="sngStrike" dirty="0">
                <a:solidFill>
                  <a:srgbClr val="FF0000"/>
                </a:solidFill>
              </a:rPr>
              <a:t>[3]	5 ------</a:t>
            </a:r>
            <a:r>
              <a:rPr lang="en-CA" sz="1300" strike="sngStrike" dirty="0">
                <a:solidFill>
                  <a:srgbClr val="FF0000"/>
                </a:solidFill>
                <a:sym typeface="Wingdings" panose="05000000000000000000" pitchFamily="2" charset="2"/>
              </a:rPr>
              <a:t> </a:t>
            </a:r>
            <a:r>
              <a:rPr lang="en-CA" sz="1300" dirty="0">
                <a:sym typeface="Wingdings" panose="05000000000000000000" pitchFamily="2" charset="2"/>
              </a:rPr>
              <a:t>index 3 == starting index</a:t>
            </a:r>
            <a:endParaRPr lang="en-CA" sz="1300" dirty="0"/>
          </a:p>
          <a:p>
            <a:pPr marL="1449918" lvl="3"/>
            <a:r>
              <a:rPr lang="en-CA" sz="1300" strike="sngStrike" dirty="0" err="1">
                <a:solidFill>
                  <a:srgbClr val="FF0000"/>
                </a:solidFill>
              </a:rPr>
              <a:t>myArray</a:t>
            </a:r>
            <a:r>
              <a:rPr lang="en-CA" sz="1300" strike="sngStrike" dirty="0">
                <a:solidFill>
                  <a:srgbClr val="FF0000"/>
                </a:solidFill>
              </a:rPr>
              <a:t>[4]	5</a:t>
            </a:r>
          </a:p>
          <a:p>
            <a:pPr marL="1449918" lvl="3"/>
            <a:r>
              <a:rPr lang="en-CA" sz="1300" strike="sngStrike" dirty="0" err="1">
                <a:solidFill>
                  <a:srgbClr val="FF0000"/>
                </a:solidFill>
              </a:rPr>
              <a:t>myArray</a:t>
            </a:r>
            <a:r>
              <a:rPr lang="en-CA" sz="1300" strike="sngStrike" dirty="0">
                <a:solidFill>
                  <a:srgbClr val="FF0000"/>
                </a:solidFill>
              </a:rPr>
              <a:t>[5]	5</a:t>
            </a:r>
          </a:p>
          <a:p>
            <a:pPr marL="1449918" lvl="3"/>
            <a:r>
              <a:rPr lang="en-CA" sz="1300" b="1" dirty="0" err="1"/>
              <a:t>myArray</a:t>
            </a:r>
            <a:r>
              <a:rPr lang="en-CA" sz="1300" b="1" dirty="0"/>
              <a:t>[3]	1 ----</a:t>
            </a:r>
            <a:r>
              <a:rPr lang="en-CA" sz="1300" b="1" dirty="0">
                <a:sym typeface="Wingdings" panose="05000000000000000000" pitchFamily="2" charset="2"/>
              </a:rPr>
              <a:t> added elements</a:t>
            </a:r>
            <a:r>
              <a:rPr lang="en-CA" sz="1300" b="1" dirty="0"/>
              <a:t>	</a:t>
            </a:r>
          </a:p>
          <a:p>
            <a:pPr marL="1449918" lvl="3"/>
            <a:r>
              <a:rPr lang="en-CA" sz="1300" b="1" dirty="0" err="1"/>
              <a:t>myArray</a:t>
            </a:r>
            <a:r>
              <a:rPr lang="en-CA" sz="1300" b="1" dirty="0"/>
              <a:t>[4]	2</a:t>
            </a:r>
          </a:p>
          <a:p>
            <a:pPr marL="483306" lvl="1"/>
            <a:r>
              <a:rPr lang="en-CA" sz="1300" b="1" dirty="0" err="1"/>
              <a:t>myArray</a:t>
            </a:r>
            <a:r>
              <a:rPr lang="en-CA" sz="1300" b="1" dirty="0"/>
              <a:t>[5]</a:t>
            </a:r>
            <a:r>
              <a:rPr lang="en-CA" sz="1300" dirty="0"/>
              <a:t>      </a:t>
            </a:r>
            <a:r>
              <a:rPr lang="en-CA" sz="1300" strike="sngStrike" dirty="0" err="1">
                <a:solidFill>
                  <a:srgbClr val="FF0000"/>
                </a:solidFill>
              </a:rPr>
              <a:t>myArray</a:t>
            </a:r>
            <a:r>
              <a:rPr lang="en-CA" sz="1300" strike="sngStrike" dirty="0">
                <a:solidFill>
                  <a:srgbClr val="FF0000"/>
                </a:solidFill>
              </a:rPr>
              <a:t>[6]</a:t>
            </a:r>
            <a:r>
              <a:rPr lang="en-CA" dirty="0"/>
              <a:t>	0</a:t>
            </a:r>
          </a:p>
          <a:p>
            <a:pPr marL="483306" lvl="1"/>
            <a:r>
              <a:rPr lang="en-CA" sz="1300" b="1" dirty="0" err="1"/>
              <a:t>myArray</a:t>
            </a:r>
            <a:r>
              <a:rPr lang="en-CA" sz="1300" b="1" dirty="0"/>
              <a:t>[6]      </a:t>
            </a:r>
            <a:r>
              <a:rPr lang="en-CA" sz="1300" strike="sngStrike" dirty="0" err="1">
                <a:solidFill>
                  <a:srgbClr val="FF0000"/>
                </a:solidFill>
              </a:rPr>
              <a:t>myArray</a:t>
            </a:r>
            <a:r>
              <a:rPr lang="en-CA" sz="1300" strike="sngStrike" dirty="0">
                <a:solidFill>
                  <a:srgbClr val="FF0000"/>
                </a:solidFill>
              </a:rPr>
              <a:t>[7] </a:t>
            </a:r>
            <a:r>
              <a:rPr lang="en-CA" dirty="0"/>
              <a:t>	0</a:t>
            </a:r>
          </a:p>
          <a:p>
            <a:endParaRPr lang="en-CA" dirty="0"/>
          </a:p>
        </p:txBody>
      </p:sp>
      <p:sp>
        <p:nvSpPr>
          <p:cNvPr id="4" name="Header Placeholder 3"/>
          <p:cNvSpPr>
            <a:spLocks noGrp="1"/>
          </p:cNvSpPr>
          <p:nvPr>
            <p:ph type="hdr" sz="quarter"/>
          </p:nvPr>
        </p:nvSpPr>
        <p:spPr/>
        <p:txBody>
          <a:bodyPr/>
          <a:lstStyle/>
          <a:p>
            <a:r>
              <a:rPr lang="en-CA"/>
              <a:t>Modern JavaScript v1.0.3</a:t>
            </a:r>
          </a:p>
        </p:txBody>
      </p:sp>
      <p:sp>
        <p:nvSpPr>
          <p:cNvPr id="5" name="Footer Placeholder 4"/>
          <p:cNvSpPr>
            <a:spLocks noGrp="1"/>
          </p:cNvSpPr>
          <p:nvPr>
            <p:ph type="ftr" sz="quarter" idx="4"/>
          </p:nvPr>
        </p:nvSpPr>
        <p:spPr/>
        <p:txBody>
          <a:bodyPr/>
          <a:lstStyle/>
          <a:p>
            <a:r>
              <a:rPr lang="en-CA"/>
              <a:t>Copyright @ 2024 ProTech Professional Technical Services, Inc.</a:t>
            </a:r>
          </a:p>
        </p:txBody>
      </p:sp>
      <p:sp>
        <p:nvSpPr>
          <p:cNvPr id="6" name="Slide Number Placeholder 5"/>
          <p:cNvSpPr>
            <a:spLocks noGrp="1"/>
          </p:cNvSpPr>
          <p:nvPr>
            <p:ph type="sldNum" sz="quarter" idx="5"/>
          </p:nvPr>
        </p:nvSpPr>
        <p:spPr/>
        <p:txBody>
          <a:bodyPr/>
          <a:lstStyle/>
          <a:p>
            <a:fld id="{C528DD48-E94E-4075-98E3-1BE9A1631110}" type="slidenum">
              <a:rPr lang="en-CA" smtClean="0"/>
              <a:t>27</a:t>
            </a:fld>
            <a:endParaRPr lang="en-CA"/>
          </a:p>
        </p:txBody>
      </p:sp>
    </p:spTree>
    <p:extLst>
      <p:ext uri="{BB962C8B-B14F-4D97-AF65-F5344CB8AC3E}">
        <p14:creationId xmlns:p14="http://schemas.microsoft.com/office/powerpoint/2010/main" val="35921204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Notes:</a:t>
            </a:r>
          </a:p>
        </p:txBody>
      </p:sp>
      <p:sp>
        <p:nvSpPr>
          <p:cNvPr id="4" name="Slide Number Placeholder 3"/>
          <p:cNvSpPr>
            <a:spLocks noGrp="1"/>
          </p:cNvSpPr>
          <p:nvPr>
            <p:ph type="sldNum" sz="quarter" idx="5"/>
          </p:nvPr>
        </p:nvSpPr>
        <p:spPr/>
        <p:txBody>
          <a:bodyPr/>
          <a:lstStyle/>
          <a:p>
            <a:fld id="{164377C5-5F89-43AD-BF72-9B51ECAEB898}" type="slidenum">
              <a:rPr lang="en-CA" smtClean="0"/>
              <a:t>28</a:t>
            </a:fld>
            <a:endParaRPr lang="en-CA"/>
          </a:p>
        </p:txBody>
      </p:sp>
      <p:sp>
        <p:nvSpPr>
          <p:cNvPr id="5" name="Footer Placeholder 4">
            <a:extLst>
              <a:ext uri="{FF2B5EF4-FFF2-40B4-BE49-F238E27FC236}">
                <a16:creationId xmlns:a16="http://schemas.microsoft.com/office/drawing/2014/main" id="{9E36B1CD-36F4-484E-93F7-51B11F79602E}"/>
              </a:ext>
            </a:extLst>
          </p:cNvPr>
          <p:cNvSpPr>
            <a:spLocks noGrp="1"/>
          </p:cNvSpPr>
          <p:nvPr>
            <p:ph type="ftr" sz="quarter" idx="4"/>
          </p:nvPr>
        </p:nvSpPr>
        <p:spPr/>
        <p:txBody>
          <a:bodyPr/>
          <a:lstStyle/>
          <a:p>
            <a:r>
              <a:rPr lang="en-CA"/>
              <a:t>Copyright @ 2024 ProTech Professional Technical Services, Inc.</a:t>
            </a:r>
          </a:p>
        </p:txBody>
      </p:sp>
      <p:sp>
        <p:nvSpPr>
          <p:cNvPr id="6" name="Header Placeholder 5">
            <a:extLst>
              <a:ext uri="{FF2B5EF4-FFF2-40B4-BE49-F238E27FC236}">
                <a16:creationId xmlns:a16="http://schemas.microsoft.com/office/drawing/2014/main" id="{0DCCFAAF-01D8-4BBF-BB31-3BDBF07B07FA}"/>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1862458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1240" indent="-181240" fontAlgn="base">
              <a:buFont typeface="Arial" panose="020B0604020202020204" pitchFamily="34" charset="0"/>
              <a:buChar char="•"/>
            </a:pPr>
            <a:r>
              <a:rPr lang="en-US" sz="1300"/>
              <a:t>If the separator (first argument) is an empty string (</a:t>
            </a:r>
            <a:r>
              <a:rPr kumimoji="1" lang="en-US" altLang="en-US" sz="1300" b="1" kern="0">
                <a:solidFill>
                  <a:srgbClr val="000000"/>
                </a:solidFill>
                <a:latin typeface="Courier New" panose="02070309020205020404" pitchFamily="49" charset="0"/>
              </a:rPr>
              <a:t>""</a:t>
            </a:r>
            <a:r>
              <a:rPr lang="en-US" sz="1300"/>
              <a:t>) then every character of the string is separated</a:t>
            </a:r>
          </a:p>
          <a:p>
            <a:pPr marL="181240" indent="-181240" fontAlgn="base">
              <a:buFont typeface="Arial" panose="020B0604020202020204" pitchFamily="34" charset="0"/>
              <a:buChar char="•"/>
            </a:pPr>
            <a:r>
              <a:rPr lang="en-US" sz="1300"/>
              <a:t>If the limit is provided, splits the string at each occurrence of the specified </a:t>
            </a:r>
            <a:r>
              <a:rPr lang="en-US" sz="1300" i="1"/>
              <a:t>separator</a:t>
            </a:r>
            <a:r>
              <a:rPr lang="en-US" sz="1300"/>
              <a:t>, but stops when </a:t>
            </a:r>
            <a:r>
              <a:rPr lang="en-US" sz="1300" i="1"/>
              <a:t>limit</a:t>
            </a:r>
            <a:r>
              <a:rPr lang="en-US" sz="1300"/>
              <a:t> entries have been placed in the array. Any leftover text is not included in the array at all.</a:t>
            </a:r>
          </a:p>
          <a:p>
            <a:pPr marL="664546" lvl="1" indent="-181240">
              <a:buFont typeface="Arial" panose="020B0604020202020204" pitchFamily="34" charset="0"/>
              <a:buChar char="•"/>
            </a:pPr>
            <a:r>
              <a:rPr lang="en-US" sz="1300"/>
              <a:t>If </a:t>
            </a:r>
            <a:r>
              <a:rPr lang="en-US" sz="1300" i="1"/>
              <a:t>limit</a:t>
            </a:r>
            <a:r>
              <a:rPr lang="en-US" sz="1300"/>
              <a:t> is 1, </a:t>
            </a:r>
            <a:r>
              <a:rPr lang="en-US" sz="1300" i="1" err="1"/>
              <a:t>str</a:t>
            </a:r>
            <a:r>
              <a:rPr lang="en-US" sz="1300" err="1"/>
              <a:t>.split</a:t>
            </a:r>
            <a:r>
              <a:rPr lang="en-US" sz="1300"/>
              <a:t>(</a:t>
            </a:r>
            <a:r>
              <a:rPr lang="en-US" sz="1300" i="1"/>
              <a:t>separator</a:t>
            </a:r>
            <a:r>
              <a:rPr lang="en-US" sz="1300"/>
              <a:t>)[0] is returned</a:t>
            </a:r>
          </a:p>
          <a:p>
            <a:pPr marL="664546" lvl="1" indent="-181240">
              <a:buFont typeface="Arial" panose="020B0604020202020204" pitchFamily="34" charset="0"/>
              <a:buChar char="•"/>
            </a:pPr>
            <a:r>
              <a:rPr lang="en-US" sz="1300"/>
              <a:t>If </a:t>
            </a:r>
            <a:r>
              <a:rPr lang="en-US" sz="1300" i="1"/>
              <a:t>limit</a:t>
            </a:r>
            <a:r>
              <a:rPr lang="en-US" sz="1300"/>
              <a:t> is 0, [] is returned</a:t>
            </a:r>
          </a:p>
          <a:p>
            <a:pPr fontAlgn="base"/>
            <a:r>
              <a:rPr lang="en-US" sz="1300"/>
              <a:t>.</a:t>
            </a:r>
          </a:p>
        </p:txBody>
      </p:sp>
      <p:sp>
        <p:nvSpPr>
          <p:cNvPr id="4" name="Slide Number Placeholder 3"/>
          <p:cNvSpPr>
            <a:spLocks noGrp="1"/>
          </p:cNvSpPr>
          <p:nvPr>
            <p:ph type="sldNum" sz="quarter" idx="5"/>
          </p:nvPr>
        </p:nvSpPr>
        <p:spPr/>
        <p:txBody>
          <a:bodyPr/>
          <a:lstStyle/>
          <a:p>
            <a:fld id="{164377C5-5F89-43AD-BF72-9B51ECAEB898}" type="slidenum">
              <a:rPr lang="en-CA" smtClean="0"/>
              <a:t>29</a:t>
            </a:fld>
            <a:endParaRPr lang="en-CA"/>
          </a:p>
        </p:txBody>
      </p:sp>
      <p:sp>
        <p:nvSpPr>
          <p:cNvPr id="5" name="Footer Placeholder 4">
            <a:extLst>
              <a:ext uri="{FF2B5EF4-FFF2-40B4-BE49-F238E27FC236}">
                <a16:creationId xmlns:a16="http://schemas.microsoft.com/office/drawing/2014/main" id="{D9EB2D1A-A020-473A-984D-22BD5ABF2694}"/>
              </a:ext>
            </a:extLst>
          </p:cNvPr>
          <p:cNvSpPr>
            <a:spLocks noGrp="1"/>
          </p:cNvSpPr>
          <p:nvPr>
            <p:ph type="ftr" sz="quarter" idx="4"/>
          </p:nvPr>
        </p:nvSpPr>
        <p:spPr/>
        <p:txBody>
          <a:bodyPr/>
          <a:lstStyle/>
          <a:p>
            <a:r>
              <a:rPr lang="en-CA"/>
              <a:t>Copyright @ 2024 ProTech Professional Technical Services, Inc.</a:t>
            </a:r>
          </a:p>
        </p:txBody>
      </p:sp>
      <p:sp>
        <p:nvSpPr>
          <p:cNvPr id="6" name="Header Placeholder 5">
            <a:extLst>
              <a:ext uri="{FF2B5EF4-FFF2-40B4-BE49-F238E27FC236}">
                <a16:creationId xmlns:a16="http://schemas.microsoft.com/office/drawing/2014/main" id="{26659A3E-2E79-4C72-A427-491C536D48B3}"/>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137571439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31520" y="4620578"/>
            <a:ext cx="5852160" cy="3638917"/>
          </a:xfrm>
        </p:spPr>
        <p:txBody>
          <a:bodyPr/>
          <a:lstStyle/>
          <a:p>
            <a:r>
              <a:rPr lang="en-CA" dirty="0"/>
              <a:t>Code snippet in 07_objects/snippets/</a:t>
            </a:r>
            <a:r>
              <a:rPr lang="en-CA" dirty="0" err="1"/>
              <a:t>js</a:t>
            </a:r>
            <a:r>
              <a:rPr lang="en-CA" dirty="0"/>
              <a:t>/stringSplit.js</a:t>
            </a:r>
          </a:p>
          <a:p>
            <a:r>
              <a:rPr lang="en-CA" dirty="0"/>
              <a:t>Output:</a:t>
            </a:r>
          </a:p>
          <a:p>
            <a:r>
              <a:rPr lang="en-CA" dirty="0" err="1"/>
              <a:t>allDays</a:t>
            </a:r>
            <a:r>
              <a:rPr lang="en-CA" dirty="0"/>
              <a:t>[0] = |Sun|</a:t>
            </a:r>
          </a:p>
          <a:p>
            <a:r>
              <a:rPr lang="en-CA" dirty="0" err="1"/>
              <a:t>allDays</a:t>
            </a:r>
            <a:r>
              <a:rPr lang="en-CA" dirty="0"/>
              <a:t>[1] = | Mon|</a:t>
            </a:r>
          </a:p>
          <a:p>
            <a:r>
              <a:rPr lang="en-CA" dirty="0" err="1"/>
              <a:t>allDays</a:t>
            </a:r>
            <a:r>
              <a:rPr lang="en-CA" dirty="0"/>
              <a:t>[2] = | Tue|</a:t>
            </a:r>
          </a:p>
          <a:p>
            <a:r>
              <a:rPr lang="en-CA" dirty="0" err="1"/>
              <a:t>allDays</a:t>
            </a:r>
            <a:r>
              <a:rPr lang="en-CA" dirty="0"/>
              <a:t>[3] = | Wed|</a:t>
            </a:r>
          </a:p>
          <a:p>
            <a:r>
              <a:rPr lang="en-CA" dirty="0" err="1"/>
              <a:t>allDays</a:t>
            </a:r>
            <a:r>
              <a:rPr lang="en-CA" dirty="0"/>
              <a:t>[4] = | Thu|</a:t>
            </a:r>
          </a:p>
          <a:p>
            <a:r>
              <a:rPr lang="en-CA" dirty="0" err="1"/>
              <a:t>allDays</a:t>
            </a:r>
            <a:r>
              <a:rPr lang="en-CA" dirty="0"/>
              <a:t>[5] = | Fri |</a:t>
            </a:r>
          </a:p>
          <a:p>
            <a:r>
              <a:rPr lang="en-CA" dirty="0" err="1"/>
              <a:t>allDays</a:t>
            </a:r>
            <a:r>
              <a:rPr lang="en-CA" dirty="0"/>
              <a:t>[6] = |Sat|</a:t>
            </a:r>
          </a:p>
          <a:p>
            <a:r>
              <a:rPr lang="en-CA" dirty="0" err="1"/>
              <a:t>twoDays</a:t>
            </a:r>
            <a:r>
              <a:rPr lang="en-CA" dirty="0"/>
              <a:t>[0] = |Sun|</a:t>
            </a:r>
          </a:p>
          <a:p>
            <a:r>
              <a:rPr lang="en-CA" dirty="0" err="1"/>
              <a:t>twoDays</a:t>
            </a:r>
            <a:r>
              <a:rPr lang="en-CA" dirty="0"/>
              <a:t>[1] = | Mon|</a:t>
            </a:r>
          </a:p>
          <a:p>
            <a:r>
              <a:rPr lang="en-CA" dirty="0" err="1"/>
              <a:t>twoDays</a:t>
            </a:r>
            <a:r>
              <a:rPr lang="en-CA" dirty="0"/>
              <a:t>[2] = |undefined|</a:t>
            </a:r>
          </a:p>
          <a:p>
            <a:r>
              <a:rPr lang="en-CA" dirty="0"/>
              <a:t>days[0] = |Sun, Mon, Tue, Wed, Thu, Fri ,Sat|</a:t>
            </a:r>
          </a:p>
          <a:p>
            <a:r>
              <a:rPr lang="en-CA" dirty="0"/>
              <a:t>Note: The delimiter | | is added in the output.  This shows that the space between after the separator comma is added to the resulting string.</a:t>
            </a:r>
          </a:p>
          <a:p>
            <a:pPr marL="241653" indent="-241653" defTabSz="966612">
              <a:buFont typeface="+mj-lt"/>
              <a:buAutoNum type="arabicPeriod"/>
              <a:defRPr/>
            </a:pPr>
            <a:r>
              <a:rPr lang="en-CA" dirty="0"/>
              <a:t>When the argument limit is </a:t>
            </a:r>
            <a:r>
              <a:rPr lang="en-US" dirty="0"/>
              <a:t>provided, splits the string at each occurrence of the specified </a:t>
            </a:r>
            <a:r>
              <a:rPr lang="en-US" i="1" dirty="0"/>
              <a:t>separator</a:t>
            </a:r>
            <a:r>
              <a:rPr lang="en-US" dirty="0"/>
              <a:t>, but stops when </a:t>
            </a:r>
            <a:r>
              <a:rPr lang="en-US" i="1" dirty="0"/>
              <a:t>limit</a:t>
            </a:r>
            <a:r>
              <a:rPr lang="en-US" dirty="0"/>
              <a:t> entries have been placed in the array. Any leftover text is not included in the array at all.</a:t>
            </a:r>
          </a:p>
          <a:p>
            <a:pPr marL="241653" indent="-241653" defTabSz="966612">
              <a:buFont typeface="+mj-lt"/>
              <a:buAutoNum type="arabicPeriod"/>
              <a:defRPr/>
            </a:pPr>
            <a:r>
              <a:rPr lang="en-US" dirty="0"/>
              <a:t>When the separator cannot be found in the string, it will return the original string</a:t>
            </a:r>
          </a:p>
          <a:p>
            <a:pPr marL="241653" indent="-241653">
              <a:buFont typeface="+mj-lt"/>
              <a:buAutoNum type="arabicPeriod"/>
            </a:pPr>
            <a:endParaRPr lang="en-CA" dirty="0"/>
          </a:p>
        </p:txBody>
      </p:sp>
      <p:sp>
        <p:nvSpPr>
          <p:cNvPr id="4" name="Footer Placeholder 3"/>
          <p:cNvSpPr>
            <a:spLocks noGrp="1"/>
          </p:cNvSpPr>
          <p:nvPr>
            <p:ph type="ftr" sz="quarter" idx="4"/>
          </p:nvPr>
        </p:nvSpPr>
        <p:spPr/>
        <p:txBody>
          <a:bodyPr/>
          <a:lstStyle/>
          <a:p>
            <a:r>
              <a:rPr lang="en-CA" dirty="0"/>
              <a:t>Copyright @ 2024 </a:t>
            </a:r>
            <a:r>
              <a:rPr lang="en-CA" dirty="0" err="1"/>
              <a:t>ProTech</a:t>
            </a:r>
            <a:r>
              <a:rPr lang="en-CA" dirty="0"/>
              <a:t> Professional Technical Services, Inc.</a:t>
            </a:r>
          </a:p>
        </p:txBody>
      </p:sp>
      <p:sp>
        <p:nvSpPr>
          <p:cNvPr id="5" name="Slide Number Placeholder 4"/>
          <p:cNvSpPr>
            <a:spLocks noGrp="1"/>
          </p:cNvSpPr>
          <p:nvPr>
            <p:ph type="sldNum" sz="quarter" idx="5"/>
          </p:nvPr>
        </p:nvSpPr>
        <p:spPr/>
        <p:txBody>
          <a:bodyPr/>
          <a:lstStyle/>
          <a:p>
            <a:fld id="{164377C5-5F89-43AD-BF72-9B51ECAEB898}" type="slidenum">
              <a:rPr lang="en-CA" smtClean="0"/>
              <a:t>30</a:t>
            </a:fld>
            <a:endParaRPr lang="en-CA"/>
          </a:p>
        </p:txBody>
      </p:sp>
      <p:sp>
        <p:nvSpPr>
          <p:cNvPr id="6" name="Header Placeholder 5">
            <a:extLst>
              <a:ext uri="{FF2B5EF4-FFF2-40B4-BE49-F238E27FC236}">
                <a16:creationId xmlns:a16="http://schemas.microsoft.com/office/drawing/2014/main" id="{DF300A4E-D8A4-49AB-A796-4CC1461724DC}"/>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423942008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1240" indent="-181240" fontAlgn="base">
              <a:buFont typeface="Arial" panose="020B0604020202020204" pitchFamily="34" charset="0"/>
              <a:buChar char="•"/>
            </a:pPr>
            <a:r>
              <a:rPr lang="en-US" sz="1300"/>
              <a:t>If the separator (first argument) is an empty string (</a:t>
            </a:r>
            <a:r>
              <a:rPr kumimoji="1" lang="en-US" altLang="en-US" sz="1300" b="1" kern="0">
                <a:solidFill>
                  <a:srgbClr val="000000"/>
                </a:solidFill>
                <a:latin typeface="Courier New" panose="02070309020205020404" pitchFamily="49" charset="0"/>
              </a:rPr>
              <a:t>""</a:t>
            </a:r>
            <a:r>
              <a:rPr lang="en-US" sz="1300"/>
              <a:t>) then every character of the string is separated</a:t>
            </a:r>
          </a:p>
          <a:p>
            <a:pPr marL="181240" indent="-181240" fontAlgn="base">
              <a:buFont typeface="Arial" panose="020B0604020202020204" pitchFamily="34" charset="0"/>
              <a:buChar char="•"/>
            </a:pPr>
            <a:r>
              <a:rPr lang="en-US" sz="1300"/>
              <a:t>If the limit is provided, splits the string at each occurrence of the specified </a:t>
            </a:r>
            <a:r>
              <a:rPr lang="en-US" sz="1300" i="1"/>
              <a:t>separator</a:t>
            </a:r>
            <a:r>
              <a:rPr lang="en-US" sz="1300"/>
              <a:t>, but stops when </a:t>
            </a:r>
            <a:r>
              <a:rPr lang="en-US" sz="1300" i="1"/>
              <a:t>limit</a:t>
            </a:r>
            <a:r>
              <a:rPr lang="en-US" sz="1300"/>
              <a:t> entries have been placed in the array. Any leftover text is not included in the array at all.</a:t>
            </a:r>
          </a:p>
          <a:p>
            <a:pPr marL="664546" lvl="1" indent="-181240">
              <a:buFont typeface="Arial" panose="020B0604020202020204" pitchFamily="34" charset="0"/>
              <a:buChar char="•"/>
            </a:pPr>
            <a:r>
              <a:rPr lang="en-US" sz="1300"/>
              <a:t>If </a:t>
            </a:r>
            <a:r>
              <a:rPr lang="en-US" sz="1300" i="1"/>
              <a:t>limit</a:t>
            </a:r>
            <a:r>
              <a:rPr lang="en-US" sz="1300"/>
              <a:t> is 1, </a:t>
            </a:r>
            <a:r>
              <a:rPr lang="en-US" sz="1300" i="1" err="1"/>
              <a:t>str</a:t>
            </a:r>
            <a:r>
              <a:rPr lang="en-US" sz="1300" err="1"/>
              <a:t>.split</a:t>
            </a:r>
            <a:r>
              <a:rPr lang="en-US" sz="1300"/>
              <a:t>(</a:t>
            </a:r>
            <a:r>
              <a:rPr lang="en-US" sz="1300" i="1"/>
              <a:t>separator</a:t>
            </a:r>
            <a:r>
              <a:rPr lang="en-US" sz="1300"/>
              <a:t>)[0] is returned</a:t>
            </a:r>
          </a:p>
          <a:p>
            <a:pPr marL="664546" lvl="1" indent="-181240">
              <a:buFont typeface="Arial" panose="020B0604020202020204" pitchFamily="34" charset="0"/>
              <a:buChar char="•"/>
            </a:pPr>
            <a:r>
              <a:rPr lang="en-US" sz="1300"/>
              <a:t>If </a:t>
            </a:r>
            <a:r>
              <a:rPr lang="en-US" sz="1300" i="1"/>
              <a:t>limit</a:t>
            </a:r>
            <a:r>
              <a:rPr lang="en-US" sz="1300"/>
              <a:t> is 0, [] is returned</a:t>
            </a:r>
          </a:p>
          <a:p>
            <a:pPr fontAlgn="base"/>
            <a:r>
              <a:rPr lang="en-US" sz="1300"/>
              <a:t>.</a:t>
            </a:r>
          </a:p>
        </p:txBody>
      </p:sp>
      <p:sp>
        <p:nvSpPr>
          <p:cNvPr id="4" name="Slide Number Placeholder 3"/>
          <p:cNvSpPr>
            <a:spLocks noGrp="1"/>
          </p:cNvSpPr>
          <p:nvPr>
            <p:ph type="sldNum" sz="quarter" idx="5"/>
          </p:nvPr>
        </p:nvSpPr>
        <p:spPr/>
        <p:txBody>
          <a:bodyPr/>
          <a:lstStyle/>
          <a:p>
            <a:fld id="{164377C5-5F89-43AD-BF72-9B51ECAEB898}" type="slidenum">
              <a:rPr lang="en-CA" smtClean="0"/>
              <a:t>31</a:t>
            </a:fld>
            <a:endParaRPr lang="en-CA"/>
          </a:p>
        </p:txBody>
      </p:sp>
      <p:sp>
        <p:nvSpPr>
          <p:cNvPr id="5" name="Footer Placeholder 4">
            <a:extLst>
              <a:ext uri="{FF2B5EF4-FFF2-40B4-BE49-F238E27FC236}">
                <a16:creationId xmlns:a16="http://schemas.microsoft.com/office/drawing/2014/main" id="{D9EB2D1A-A020-473A-984D-22BD5ABF2694}"/>
              </a:ext>
            </a:extLst>
          </p:cNvPr>
          <p:cNvSpPr>
            <a:spLocks noGrp="1"/>
          </p:cNvSpPr>
          <p:nvPr>
            <p:ph type="ftr" sz="quarter" idx="4"/>
          </p:nvPr>
        </p:nvSpPr>
        <p:spPr/>
        <p:txBody>
          <a:bodyPr/>
          <a:lstStyle/>
          <a:p>
            <a:r>
              <a:rPr lang="en-CA"/>
              <a:t>Copyright @ 2024 ProTech Professional Technical Services, Inc.</a:t>
            </a:r>
          </a:p>
        </p:txBody>
      </p:sp>
      <p:sp>
        <p:nvSpPr>
          <p:cNvPr id="6" name="Header Placeholder 5">
            <a:extLst>
              <a:ext uri="{FF2B5EF4-FFF2-40B4-BE49-F238E27FC236}">
                <a16:creationId xmlns:a16="http://schemas.microsoft.com/office/drawing/2014/main" id="{26659A3E-2E79-4C72-A427-491C536D48B3}"/>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70750106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31520" y="4620578"/>
            <a:ext cx="5852160" cy="3638917"/>
          </a:xfrm>
        </p:spPr>
        <p:txBody>
          <a:bodyPr/>
          <a:lstStyle/>
          <a:p>
            <a:r>
              <a:rPr lang="en-CA" dirty="0"/>
              <a:t>Code snippet in 07_objects/snippets/</a:t>
            </a:r>
            <a:r>
              <a:rPr lang="en-CA" dirty="0" err="1"/>
              <a:t>js</a:t>
            </a:r>
            <a:r>
              <a:rPr lang="en-CA" dirty="0"/>
              <a:t>/stringSplit.js</a:t>
            </a:r>
          </a:p>
          <a:p>
            <a:r>
              <a:rPr lang="en-CA" dirty="0"/>
              <a:t>Output:</a:t>
            </a:r>
          </a:p>
          <a:p>
            <a:r>
              <a:rPr lang="en-CA" dirty="0" err="1"/>
              <a:t>allDays</a:t>
            </a:r>
            <a:r>
              <a:rPr lang="en-CA" dirty="0"/>
              <a:t>[0] = |Sun|</a:t>
            </a:r>
          </a:p>
          <a:p>
            <a:r>
              <a:rPr lang="en-CA" dirty="0" err="1"/>
              <a:t>allDays</a:t>
            </a:r>
            <a:r>
              <a:rPr lang="en-CA" dirty="0"/>
              <a:t>[1] = | Mon|</a:t>
            </a:r>
          </a:p>
          <a:p>
            <a:r>
              <a:rPr lang="en-CA" dirty="0" err="1"/>
              <a:t>allDays</a:t>
            </a:r>
            <a:r>
              <a:rPr lang="en-CA" dirty="0"/>
              <a:t>[2] = | Tue|</a:t>
            </a:r>
          </a:p>
          <a:p>
            <a:r>
              <a:rPr lang="en-CA" dirty="0" err="1"/>
              <a:t>allDays</a:t>
            </a:r>
            <a:r>
              <a:rPr lang="en-CA" dirty="0"/>
              <a:t>[3] = | Wed|</a:t>
            </a:r>
          </a:p>
          <a:p>
            <a:r>
              <a:rPr lang="en-CA" dirty="0" err="1"/>
              <a:t>allDays</a:t>
            </a:r>
            <a:r>
              <a:rPr lang="en-CA" dirty="0"/>
              <a:t>[4] = | Thu|</a:t>
            </a:r>
          </a:p>
          <a:p>
            <a:r>
              <a:rPr lang="en-CA" dirty="0" err="1"/>
              <a:t>allDays</a:t>
            </a:r>
            <a:r>
              <a:rPr lang="en-CA" dirty="0"/>
              <a:t>[5] = | Fri |</a:t>
            </a:r>
          </a:p>
          <a:p>
            <a:r>
              <a:rPr lang="en-CA" dirty="0" err="1"/>
              <a:t>allDays</a:t>
            </a:r>
            <a:r>
              <a:rPr lang="en-CA" dirty="0"/>
              <a:t>[6] = |Sat|</a:t>
            </a:r>
          </a:p>
          <a:p>
            <a:r>
              <a:rPr lang="en-CA" dirty="0" err="1"/>
              <a:t>twoDays</a:t>
            </a:r>
            <a:r>
              <a:rPr lang="en-CA" dirty="0"/>
              <a:t>[0] = |Sun|</a:t>
            </a:r>
          </a:p>
          <a:p>
            <a:r>
              <a:rPr lang="en-CA" dirty="0" err="1"/>
              <a:t>twoDays</a:t>
            </a:r>
            <a:r>
              <a:rPr lang="en-CA" dirty="0"/>
              <a:t>[1] = | Mon|</a:t>
            </a:r>
          </a:p>
          <a:p>
            <a:r>
              <a:rPr lang="en-CA" dirty="0" err="1"/>
              <a:t>twoDays</a:t>
            </a:r>
            <a:r>
              <a:rPr lang="en-CA" dirty="0"/>
              <a:t>[2] = |undefined|</a:t>
            </a:r>
          </a:p>
          <a:p>
            <a:r>
              <a:rPr lang="en-CA" dirty="0"/>
              <a:t>days[0] = |Sun, Mon, Tue, Wed, Thu, Fri ,Sat|</a:t>
            </a:r>
          </a:p>
          <a:p>
            <a:r>
              <a:rPr lang="en-CA" dirty="0"/>
              <a:t>Note: The delimiter | | is added in the output.  This shows that the space between after the separator comma is added to the resulting string.</a:t>
            </a:r>
          </a:p>
          <a:p>
            <a:pPr marL="241653" indent="-241653" defTabSz="966612">
              <a:buFont typeface="+mj-lt"/>
              <a:buAutoNum type="arabicPeriod"/>
              <a:defRPr/>
            </a:pPr>
            <a:r>
              <a:rPr lang="en-CA" dirty="0"/>
              <a:t>When the argument limit is </a:t>
            </a:r>
            <a:r>
              <a:rPr lang="en-US" dirty="0"/>
              <a:t>provided, splits the string at each occurrence of the specified </a:t>
            </a:r>
            <a:r>
              <a:rPr lang="en-US" i="1" dirty="0"/>
              <a:t>separator</a:t>
            </a:r>
            <a:r>
              <a:rPr lang="en-US" dirty="0"/>
              <a:t>, but stops when </a:t>
            </a:r>
            <a:r>
              <a:rPr lang="en-US" i="1" dirty="0"/>
              <a:t>limit</a:t>
            </a:r>
            <a:r>
              <a:rPr lang="en-US" dirty="0"/>
              <a:t> entries have been placed in the array. Any leftover text is not included in the array at all.</a:t>
            </a:r>
          </a:p>
          <a:p>
            <a:pPr marL="241653" indent="-241653" defTabSz="966612">
              <a:buFont typeface="+mj-lt"/>
              <a:buAutoNum type="arabicPeriod"/>
              <a:defRPr/>
            </a:pPr>
            <a:r>
              <a:rPr lang="en-US" dirty="0"/>
              <a:t>When the separator cannot be found in the string, it will return the original string</a:t>
            </a:r>
          </a:p>
          <a:p>
            <a:pPr marL="241653" indent="-241653">
              <a:buFont typeface="+mj-lt"/>
              <a:buAutoNum type="arabicPeriod"/>
            </a:pPr>
            <a:endParaRPr lang="en-CA" dirty="0"/>
          </a:p>
        </p:txBody>
      </p:sp>
      <p:sp>
        <p:nvSpPr>
          <p:cNvPr id="4" name="Footer Placeholder 3"/>
          <p:cNvSpPr>
            <a:spLocks noGrp="1"/>
          </p:cNvSpPr>
          <p:nvPr>
            <p:ph type="ftr" sz="quarter" idx="4"/>
          </p:nvPr>
        </p:nvSpPr>
        <p:spPr/>
        <p:txBody>
          <a:bodyPr/>
          <a:lstStyle/>
          <a:p>
            <a:r>
              <a:rPr lang="en-CA" dirty="0"/>
              <a:t>Copyright @ 2024 </a:t>
            </a:r>
            <a:r>
              <a:rPr lang="en-CA" dirty="0" err="1"/>
              <a:t>ProTech</a:t>
            </a:r>
            <a:r>
              <a:rPr lang="en-CA" dirty="0"/>
              <a:t> Professional Technical Services, Inc.</a:t>
            </a:r>
          </a:p>
        </p:txBody>
      </p:sp>
      <p:sp>
        <p:nvSpPr>
          <p:cNvPr id="5" name="Slide Number Placeholder 4"/>
          <p:cNvSpPr>
            <a:spLocks noGrp="1"/>
          </p:cNvSpPr>
          <p:nvPr>
            <p:ph type="sldNum" sz="quarter" idx="5"/>
          </p:nvPr>
        </p:nvSpPr>
        <p:spPr/>
        <p:txBody>
          <a:bodyPr/>
          <a:lstStyle/>
          <a:p>
            <a:fld id="{164377C5-5F89-43AD-BF72-9B51ECAEB898}" type="slidenum">
              <a:rPr lang="en-CA" smtClean="0"/>
              <a:t>32</a:t>
            </a:fld>
            <a:endParaRPr lang="en-CA"/>
          </a:p>
        </p:txBody>
      </p:sp>
      <p:sp>
        <p:nvSpPr>
          <p:cNvPr id="6" name="Header Placeholder 5">
            <a:extLst>
              <a:ext uri="{FF2B5EF4-FFF2-40B4-BE49-F238E27FC236}">
                <a16:creationId xmlns:a16="http://schemas.microsoft.com/office/drawing/2014/main" id="{DF300A4E-D8A4-49AB-A796-4CC1461724DC}"/>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283153072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F4A88-D9FB-C450-E163-F326F47865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34AF86-B4E2-147A-5D39-72097910A6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122A9C-C9AE-B7B1-282C-ACBB5B112718}"/>
              </a:ext>
            </a:extLst>
          </p:cNvPr>
          <p:cNvSpPr>
            <a:spLocks noGrp="1"/>
          </p:cNvSpPr>
          <p:nvPr>
            <p:ph type="body" idx="1"/>
          </p:nvPr>
        </p:nvSpPr>
        <p:spPr/>
        <p:txBody>
          <a:bodyPr/>
          <a:lstStyle/>
          <a:p>
            <a:pPr marL="181240" indent="-181240" fontAlgn="base">
              <a:buFont typeface="Arial" panose="020B0604020202020204" pitchFamily="34" charset="0"/>
              <a:buChar char="•"/>
            </a:pPr>
            <a:endParaRPr lang="en-US" sz="1300" dirty="0"/>
          </a:p>
        </p:txBody>
      </p:sp>
      <p:sp>
        <p:nvSpPr>
          <p:cNvPr id="4" name="Slide Number Placeholder 3">
            <a:extLst>
              <a:ext uri="{FF2B5EF4-FFF2-40B4-BE49-F238E27FC236}">
                <a16:creationId xmlns:a16="http://schemas.microsoft.com/office/drawing/2014/main" id="{41C005E1-A292-6D64-8D5C-7EC2DF1DE9B6}"/>
              </a:ext>
            </a:extLst>
          </p:cNvPr>
          <p:cNvSpPr>
            <a:spLocks noGrp="1"/>
          </p:cNvSpPr>
          <p:nvPr>
            <p:ph type="sldNum" sz="quarter" idx="5"/>
          </p:nvPr>
        </p:nvSpPr>
        <p:spPr/>
        <p:txBody>
          <a:bodyPr/>
          <a:lstStyle/>
          <a:p>
            <a:fld id="{164377C5-5F89-43AD-BF72-9B51ECAEB898}" type="slidenum">
              <a:rPr lang="en-CA" smtClean="0"/>
              <a:t>33</a:t>
            </a:fld>
            <a:endParaRPr lang="en-CA"/>
          </a:p>
        </p:txBody>
      </p:sp>
      <p:sp>
        <p:nvSpPr>
          <p:cNvPr id="5" name="Footer Placeholder 4">
            <a:extLst>
              <a:ext uri="{FF2B5EF4-FFF2-40B4-BE49-F238E27FC236}">
                <a16:creationId xmlns:a16="http://schemas.microsoft.com/office/drawing/2014/main" id="{D026ED21-3D4F-E69A-FCFE-ED4886B886E8}"/>
              </a:ext>
            </a:extLst>
          </p:cNvPr>
          <p:cNvSpPr>
            <a:spLocks noGrp="1"/>
          </p:cNvSpPr>
          <p:nvPr>
            <p:ph type="ftr" sz="quarter" idx="4"/>
          </p:nvPr>
        </p:nvSpPr>
        <p:spPr/>
        <p:txBody>
          <a:bodyPr/>
          <a:lstStyle/>
          <a:p>
            <a:r>
              <a:rPr lang="en-CA"/>
              <a:t>Copyright @ 2024 ProTech Professional Technical Services, Inc.</a:t>
            </a:r>
          </a:p>
        </p:txBody>
      </p:sp>
      <p:sp>
        <p:nvSpPr>
          <p:cNvPr id="6" name="Header Placeholder 5">
            <a:extLst>
              <a:ext uri="{FF2B5EF4-FFF2-40B4-BE49-F238E27FC236}">
                <a16:creationId xmlns:a16="http://schemas.microsoft.com/office/drawing/2014/main" id="{58BCE5A3-2911-EE29-2F77-30000E1C93F7}"/>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250198268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E6DAF-7618-5466-7FDB-31C8283028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794B4B-1E39-3C19-4758-8768138D73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8664E8-8DCD-125D-61CD-D853904B2290}"/>
              </a:ext>
            </a:extLst>
          </p:cNvPr>
          <p:cNvSpPr>
            <a:spLocks noGrp="1"/>
          </p:cNvSpPr>
          <p:nvPr>
            <p:ph type="body" idx="1"/>
          </p:nvPr>
        </p:nvSpPr>
        <p:spPr/>
        <p:txBody>
          <a:bodyPr/>
          <a:lstStyle/>
          <a:p>
            <a:r>
              <a:rPr lang="en-CA" dirty="0"/>
              <a:t>Notes:</a:t>
            </a:r>
          </a:p>
        </p:txBody>
      </p:sp>
      <p:sp>
        <p:nvSpPr>
          <p:cNvPr id="4" name="Slide Number Placeholder 3">
            <a:extLst>
              <a:ext uri="{FF2B5EF4-FFF2-40B4-BE49-F238E27FC236}">
                <a16:creationId xmlns:a16="http://schemas.microsoft.com/office/drawing/2014/main" id="{91E34CF7-494A-87D6-9F69-D85234ED2380}"/>
              </a:ext>
            </a:extLst>
          </p:cNvPr>
          <p:cNvSpPr>
            <a:spLocks noGrp="1"/>
          </p:cNvSpPr>
          <p:nvPr>
            <p:ph type="sldNum" sz="quarter" idx="5"/>
          </p:nvPr>
        </p:nvSpPr>
        <p:spPr/>
        <p:txBody>
          <a:bodyPr/>
          <a:lstStyle/>
          <a:p>
            <a:fld id="{164377C5-5F89-43AD-BF72-9B51ECAEB898}" type="slidenum">
              <a:rPr lang="en-CA" smtClean="0"/>
              <a:t>34</a:t>
            </a:fld>
            <a:endParaRPr lang="en-CA"/>
          </a:p>
        </p:txBody>
      </p:sp>
      <p:sp>
        <p:nvSpPr>
          <p:cNvPr id="5" name="Footer Placeholder 4">
            <a:extLst>
              <a:ext uri="{FF2B5EF4-FFF2-40B4-BE49-F238E27FC236}">
                <a16:creationId xmlns:a16="http://schemas.microsoft.com/office/drawing/2014/main" id="{D0CD92CD-D214-F0BF-A46C-EF3D71094EEF}"/>
              </a:ext>
            </a:extLst>
          </p:cNvPr>
          <p:cNvSpPr>
            <a:spLocks noGrp="1"/>
          </p:cNvSpPr>
          <p:nvPr>
            <p:ph type="ftr" sz="quarter" idx="4"/>
          </p:nvPr>
        </p:nvSpPr>
        <p:spPr/>
        <p:txBody>
          <a:bodyPr/>
          <a:lstStyle/>
          <a:p>
            <a:r>
              <a:rPr lang="en-CA"/>
              <a:t>Copyright @ 2024 ProTech Professional Technical Services, Inc.</a:t>
            </a:r>
          </a:p>
        </p:txBody>
      </p:sp>
      <p:sp>
        <p:nvSpPr>
          <p:cNvPr id="6" name="Header Placeholder 5">
            <a:extLst>
              <a:ext uri="{FF2B5EF4-FFF2-40B4-BE49-F238E27FC236}">
                <a16:creationId xmlns:a16="http://schemas.microsoft.com/office/drawing/2014/main" id="{3F63266C-BE5B-2D12-B9D1-17898AEADA1F}"/>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331924539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Notes:</a:t>
            </a:r>
          </a:p>
        </p:txBody>
      </p:sp>
      <p:sp>
        <p:nvSpPr>
          <p:cNvPr id="4" name="Slide Number Placeholder 3"/>
          <p:cNvSpPr>
            <a:spLocks noGrp="1"/>
          </p:cNvSpPr>
          <p:nvPr>
            <p:ph type="sldNum" sz="quarter" idx="5"/>
          </p:nvPr>
        </p:nvSpPr>
        <p:spPr/>
        <p:txBody>
          <a:bodyPr/>
          <a:lstStyle/>
          <a:p>
            <a:fld id="{164377C5-5F89-43AD-BF72-9B51ECAEB898}" type="slidenum">
              <a:rPr lang="en-CA" smtClean="0"/>
              <a:t>35</a:t>
            </a:fld>
            <a:endParaRPr lang="en-CA"/>
          </a:p>
        </p:txBody>
      </p:sp>
      <p:sp>
        <p:nvSpPr>
          <p:cNvPr id="5" name="Footer Placeholder 4">
            <a:extLst>
              <a:ext uri="{FF2B5EF4-FFF2-40B4-BE49-F238E27FC236}">
                <a16:creationId xmlns:a16="http://schemas.microsoft.com/office/drawing/2014/main" id="{A4D5205C-FB56-4225-9CFD-F29E4B844D4B}"/>
              </a:ext>
            </a:extLst>
          </p:cNvPr>
          <p:cNvSpPr>
            <a:spLocks noGrp="1"/>
          </p:cNvSpPr>
          <p:nvPr>
            <p:ph type="ftr" sz="quarter" idx="4"/>
          </p:nvPr>
        </p:nvSpPr>
        <p:spPr/>
        <p:txBody>
          <a:bodyPr/>
          <a:lstStyle/>
          <a:p>
            <a:r>
              <a:rPr lang="en-CA"/>
              <a:t>Copyright @ 2024 ProTech Professional Technical Services, Inc.</a:t>
            </a:r>
          </a:p>
        </p:txBody>
      </p:sp>
      <p:sp>
        <p:nvSpPr>
          <p:cNvPr id="6" name="Header Placeholder 5">
            <a:extLst>
              <a:ext uri="{FF2B5EF4-FFF2-40B4-BE49-F238E27FC236}">
                <a16:creationId xmlns:a16="http://schemas.microsoft.com/office/drawing/2014/main" id="{357B9D41-494D-4656-8DBF-FB4B39AE969E}"/>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268090611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Notes:</a:t>
            </a:r>
          </a:p>
        </p:txBody>
      </p:sp>
      <p:sp>
        <p:nvSpPr>
          <p:cNvPr id="4" name="Footer Placeholder 3"/>
          <p:cNvSpPr>
            <a:spLocks noGrp="1"/>
          </p:cNvSpPr>
          <p:nvPr>
            <p:ph type="ftr" sz="quarter" idx="4"/>
          </p:nvPr>
        </p:nvSpPr>
        <p:spPr/>
        <p:txBody>
          <a:bodyPr/>
          <a:lstStyle/>
          <a:p>
            <a:r>
              <a:rPr lang="en-CA"/>
              <a:t>Copyright @ 2024 ProTech Professional Technical Services, Inc.</a:t>
            </a:r>
          </a:p>
        </p:txBody>
      </p:sp>
      <p:sp>
        <p:nvSpPr>
          <p:cNvPr id="5" name="Slide Number Placeholder 4"/>
          <p:cNvSpPr>
            <a:spLocks noGrp="1"/>
          </p:cNvSpPr>
          <p:nvPr>
            <p:ph type="sldNum" sz="quarter" idx="5"/>
          </p:nvPr>
        </p:nvSpPr>
        <p:spPr/>
        <p:txBody>
          <a:bodyPr/>
          <a:lstStyle/>
          <a:p>
            <a:fld id="{164377C5-5F89-43AD-BF72-9B51ECAEB898}" type="slidenum">
              <a:rPr lang="en-CA" smtClean="0"/>
              <a:t>36</a:t>
            </a:fld>
            <a:endParaRPr lang="en-CA"/>
          </a:p>
        </p:txBody>
      </p:sp>
      <p:sp>
        <p:nvSpPr>
          <p:cNvPr id="6" name="Header Placeholder 5">
            <a:extLst>
              <a:ext uri="{FF2B5EF4-FFF2-40B4-BE49-F238E27FC236}">
                <a16:creationId xmlns:a16="http://schemas.microsoft.com/office/drawing/2014/main" id="{5DC2A4FA-2446-42D0-AD53-584C961142B5}"/>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99972189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Code snippet in 06_arrays/snippets/</a:t>
            </a:r>
            <a:r>
              <a:rPr lang="en-CA" dirty="0" err="1"/>
              <a:t>js</a:t>
            </a:r>
            <a:r>
              <a:rPr lang="en-CA" dirty="0"/>
              <a:t>/forEach01.js</a:t>
            </a:r>
          </a:p>
          <a:p>
            <a:endParaRPr lang="en-CA" dirty="0"/>
          </a:p>
          <a:p>
            <a:r>
              <a:rPr lang="en-CA" dirty="0"/>
              <a:t>Output:</a:t>
            </a:r>
          </a:p>
          <a:p>
            <a:endParaRPr lang="en-CA" dirty="0"/>
          </a:p>
          <a:p>
            <a:r>
              <a:rPr lang="en-US" dirty="0"/>
              <a:t>Using </a:t>
            </a:r>
            <a:r>
              <a:rPr lang="en-US" dirty="0" err="1"/>
              <a:t>forEach</a:t>
            </a:r>
            <a:r>
              <a:rPr lang="en-US" dirty="0"/>
              <a:t>() method</a:t>
            </a:r>
          </a:p>
          <a:p>
            <a:r>
              <a:rPr lang="en-US" dirty="0"/>
              <a:t>[ 'French', 'English', 'Spanish' ]</a:t>
            </a:r>
          </a:p>
          <a:p>
            <a:r>
              <a:rPr lang="en-US" dirty="0"/>
              <a:t>languages[0]= French</a:t>
            </a:r>
          </a:p>
          <a:p>
            <a:r>
              <a:rPr lang="en-US" dirty="0"/>
              <a:t>languages[1]= English</a:t>
            </a:r>
          </a:p>
          <a:p>
            <a:r>
              <a:rPr lang="en-US" dirty="0"/>
              <a:t>languages[2]= Spanish</a:t>
            </a:r>
          </a:p>
          <a:p>
            <a:pPr defTabSz="966612">
              <a:defRPr/>
            </a:pPr>
            <a:r>
              <a:rPr lang="en-US" dirty="0"/>
              <a:t>[ 'French', 'English', 'Spanish' ]</a:t>
            </a:r>
          </a:p>
          <a:p>
            <a:endParaRPr lang="en-US" dirty="0"/>
          </a:p>
          <a:p>
            <a:r>
              <a:rPr lang="en-US" dirty="0"/>
              <a:t>In the code above, the </a:t>
            </a:r>
            <a:r>
              <a:rPr lang="en-US" dirty="0" err="1"/>
              <a:t>forEach</a:t>
            </a:r>
            <a:r>
              <a:rPr lang="en-US" dirty="0"/>
              <a:t>() method will loop thru each element of the array called languages</a:t>
            </a:r>
          </a:p>
          <a:p>
            <a:pPr marL="241653" indent="-241653">
              <a:buFont typeface="+mj-lt"/>
              <a:buAutoNum type="arabicPeriod"/>
            </a:pPr>
            <a:r>
              <a:rPr lang="en-US" dirty="0"/>
              <a:t>The given array called languages</a:t>
            </a:r>
          </a:p>
          <a:p>
            <a:pPr marL="241653" indent="-241653">
              <a:buFont typeface="+mj-lt"/>
              <a:buAutoNum type="arabicPeriod"/>
            </a:pPr>
            <a:r>
              <a:rPr lang="en-US" dirty="0"/>
              <a:t>In the callback function, the element represents the current element in the array</a:t>
            </a:r>
          </a:p>
          <a:p>
            <a:pPr marL="241653" indent="-241653">
              <a:buFont typeface="+mj-lt"/>
              <a:buAutoNum type="arabicPeriod"/>
            </a:pPr>
            <a:r>
              <a:rPr lang="en-US" dirty="0"/>
              <a:t>The index represents the current index of the element in the array</a:t>
            </a:r>
          </a:p>
          <a:p>
            <a:pPr marL="241653" indent="-241653">
              <a:buFont typeface="+mj-lt"/>
              <a:buAutoNum type="arabicPeriod"/>
            </a:pPr>
            <a:r>
              <a:rPr lang="en-US" dirty="0"/>
              <a:t>The callback function will be called once for each element in an array, in order </a:t>
            </a:r>
          </a:p>
          <a:p>
            <a:pPr marL="241653" indent="-241653">
              <a:buFont typeface="+mj-lt"/>
              <a:buAutoNum type="arabicPeriod"/>
            </a:pPr>
            <a:r>
              <a:rPr lang="en-US" dirty="0"/>
              <a:t>The original array still have the same values</a:t>
            </a:r>
            <a:endParaRPr lang="en-CA" dirty="0"/>
          </a:p>
        </p:txBody>
      </p:sp>
      <p:sp>
        <p:nvSpPr>
          <p:cNvPr id="4" name="Slide Number Placeholder 3"/>
          <p:cNvSpPr>
            <a:spLocks noGrp="1"/>
          </p:cNvSpPr>
          <p:nvPr>
            <p:ph type="sldNum" sz="quarter" idx="5"/>
          </p:nvPr>
        </p:nvSpPr>
        <p:spPr/>
        <p:txBody>
          <a:bodyPr/>
          <a:lstStyle/>
          <a:p>
            <a:fld id="{8EDC75FD-C286-41FA-AFDE-5B5A8636BC1A}" type="slidenum">
              <a:rPr lang="en-CA" smtClean="0"/>
              <a:t>37</a:t>
            </a:fld>
            <a:endParaRPr lang="en-CA"/>
          </a:p>
        </p:txBody>
      </p:sp>
      <p:sp>
        <p:nvSpPr>
          <p:cNvPr id="5" name="Footer Placeholder 4">
            <a:extLst>
              <a:ext uri="{FF2B5EF4-FFF2-40B4-BE49-F238E27FC236}">
                <a16:creationId xmlns:a16="http://schemas.microsoft.com/office/drawing/2014/main" id="{3EDE1AA7-66DE-42D0-85D6-F0F2E46D9555}"/>
              </a:ext>
            </a:extLst>
          </p:cNvPr>
          <p:cNvSpPr>
            <a:spLocks noGrp="1"/>
          </p:cNvSpPr>
          <p:nvPr>
            <p:ph type="ftr" sz="quarter" idx="4"/>
          </p:nvPr>
        </p:nvSpPr>
        <p:spPr/>
        <p:txBody>
          <a:bodyPr/>
          <a:lstStyle/>
          <a:p>
            <a:r>
              <a:rPr lang="en-CA"/>
              <a:t>Copyright @ 2024 ProTech Professional Technical Services, Inc.</a:t>
            </a:r>
          </a:p>
        </p:txBody>
      </p:sp>
      <p:sp>
        <p:nvSpPr>
          <p:cNvPr id="6" name="Header Placeholder 5">
            <a:extLst>
              <a:ext uri="{FF2B5EF4-FFF2-40B4-BE49-F238E27FC236}">
                <a16:creationId xmlns:a16="http://schemas.microsoft.com/office/drawing/2014/main" id="{E77F30CC-AE15-4BA5-AFDD-4B1947653987}"/>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119110413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CA"/>
              <a:t>Code snippet in 06_arrays/snippets/</a:t>
            </a:r>
            <a:r>
              <a:rPr lang="en-CA" err="1"/>
              <a:t>js</a:t>
            </a:r>
            <a:r>
              <a:rPr lang="en-CA"/>
              <a:t>/forEach02.js</a:t>
            </a:r>
          </a:p>
          <a:p>
            <a:endParaRPr lang="en-CA"/>
          </a:p>
          <a:p>
            <a:r>
              <a:rPr lang="en-CA"/>
              <a:t>Output:</a:t>
            </a:r>
          </a:p>
          <a:p>
            <a:r>
              <a:rPr lang="en-US"/>
              <a:t>Using </a:t>
            </a:r>
            <a:r>
              <a:rPr lang="en-US" err="1"/>
              <a:t>forEach</a:t>
            </a:r>
            <a:r>
              <a:rPr lang="en-US"/>
              <a:t>() method</a:t>
            </a:r>
          </a:p>
          <a:p>
            <a:r>
              <a:rPr lang="en-US"/>
              <a:t>[ 'French', 'English', 'Spanish' ]</a:t>
            </a:r>
          </a:p>
          <a:p>
            <a:r>
              <a:rPr lang="en-US"/>
              <a:t>languages[0]= French</a:t>
            </a:r>
          </a:p>
          <a:p>
            <a:r>
              <a:rPr lang="en-US"/>
              <a:t>languages[1]= English</a:t>
            </a:r>
          </a:p>
          <a:p>
            <a:r>
              <a:rPr lang="en-US"/>
              <a:t>languages[2]= Spanish</a:t>
            </a:r>
          </a:p>
          <a:p>
            <a:pPr defTabSz="966612">
              <a:defRPr/>
            </a:pPr>
            <a:r>
              <a:rPr lang="en-US"/>
              <a:t>[ 'French', 'English', 'Spanish' ]</a:t>
            </a:r>
          </a:p>
          <a:p>
            <a:endParaRPr lang="en-US"/>
          </a:p>
          <a:p>
            <a:r>
              <a:rPr lang="en-US"/>
              <a:t>In the code above, </a:t>
            </a:r>
          </a:p>
          <a:p>
            <a:pPr marL="241653" indent="-241653">
              <a:buFont typeface="+mj-lt"/>
              <a:buAutoNum type="arabicPeriod"/>
            </a:pPr>
            <a:r>
              <a:rPr lang="en-US"/>
              <a:t>The given array called languages</a:t>
            </a:r>
          </a:p>
          <a:p>
            <a:pPr marL="241653" indent="-241653">
              <a:buFont typeface="+mj-lt"/>
              <a:buAutoNum type="arabicPeriod"/>
            </a:pPr>
            <a:r>
              <a:rPr lang="en-US"/>
              <a:t>The </a:t>
            </a:r>
            <a:r>
              <a:rPr lang="en-US" err="1"/>
              <a:t>forEach</a:t>
            </a:r>
            <a:r>
              <a:rPr lang="en-US"/>
              <a:t>() function argument is a function object called </a:t>
            </a:r>
            <a:r>
              <a:rPr lang="en-US" err="1"/>
              <a:t>forEachDisplay</a:t>
            </a:r>
            <a:endParaRPr lang="en-US"/>
          </a:p>
          <a:p>
            <a:pPr marL="241653" indent="-241653">
              <a:buFont typeface="+mj-lt"/>
              <a:buAutoNum type="arabicPeriod"/>
            </a:pPr>
            <a:r>
              <a:rPr lang="en-US"/>
              <a:t>The </a:t>
            </a:r>
            <a:r>
              <a:rPr lang="en-US" err="1"/>
              <a:t>forEachDisplay</a:t>
            </a:r>
            <a:r>
              <a:rPr lang="en-US"/>
              <a:t>() function is displayed with arguments element and index</a:t>
            </a:r>
          </a:p>
          <a:p>
            <a:pPr marL="724959" lvl="1" indent="-241653">
              <a:buFont typeface="Arial" panose="020B0604020202020204" pitchFamily="34" charset="0"/>
              <a:buChar char="•"/>
            </a:pPr>
            <a:r>
              <a:rPr lang="en-US"/>
              <a:t>element - represents each element in the array</a:t>
            </a:r>
          </a:p>
          <a:p>
            <a:pPr marL="724959" lvl="1" indent="-241653">
              <a:buFont typeface="Arial" panose="020B0604020202020204" pitchFamily="34" charset="0"/>
              <a:buChar char="•"/>
            </a:pPr>
            <a:r>
              <a:rPr lang="en-US"/>
              <a:t>index - represent the corresponding index of an element</a:t>
            </a:r>
          </a:p>
          <a:p>
            <a:pPr marL="241653" indent="-241653">
              <a:buFont typeface="+mj-lt"/>
              <a:buAutoNum type="arabicPeriod"/>
            </a:pPr>
            <a:r>
              <a:rPr lang="en-US"/>
              <a:t>The array languages is unchanged</a:t>
            </a:r>
          </a:p>
        </p:txBody>
      </p:sp>
      <p:sp>
        <p:nvSpPr>
          <p:cNvPr id="4" name="Slide Number Placeholder 3"/>
          <p:cNvSpPr>
            <a:spLocks noGrp="1"/>
          </p:cNvSpPr>
          <p:nvPr>
            <p:ph type="sldNum" sz="quarter" idx="5"/>
          </p:nvPr>
        </p:nvSpPr>
        <p:spPr/>
        <p:txBody>
          <a:bodyPr/>
          <a:lstStyle/>
          <a:p>
            <a:fld id="{8EDC75FD-C286-41FA-AFDE-5B5A8636BC1A}" type="slidenum">
              <a:rPr lang="en-CA" smtClean="0"/>
              <a:t>38</a:t>
            </a:fld>
            <a:endParaRPr lang="en-CA"/>
          </a:p>
        </p:txBody>
      </p:sp>
      <p:sp>
        <p:nvSpPr>
          <p:cNvPr id="5" name="Footer Placeholder 4">
            <a:extLst>
              <a:ext uri="{FF2B5EF4-FFF2-40B4-BE49-F238E27FC236}">
                <a16:creationId xmlns:a16="http://schemas.microsoft.com/office/drawing/2014/main" id="{3BD944C0-1B08-4A34-8C90-7EB77D92D0B0}"/>
              </a:ext>
            </a:extLst>
          </p:cNvPr>
          <p:cNvSpPr>
            <a:spLocks noGrp="1"/>
          </p:cNvSpPr>
          <p:nvPr>
            <p:ph type="ftr" sz="quarter" idx="4"/>
          </p:nvPr>
        </p:nvSpPr>
        <p:spPr/>
        <p:txBody>
          <a:bodyPr/>
          <a:lstStyle/>
          <a:p>
            <a:r>
              <a:rPr lang="en-CA"/>
              <a:t>Copyright @ 2024 ProTech Professional Technical Services, Inc.</a:t>
            </a:r>
          </a:p>
        </p:txBody>
      </p:sp>
      <p:sp>
        <p:nvSpPr>
          <p:cNvPr id="6" name="Header Placeholder 5">
            <a:extLst>
              <a:ext uri="{FF2B5EF4-FFF2-40B4-BE49-F238E27FC236}">
                <a16:creationId xmlns:a16="http://schemas.microsoft.com/office/drawing/2014/main" id="{FA7E641B-6ED0-45C5-B143-9831B4150558}"/>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48101730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CA" dirty="0"/>
              <a:t>Code snippet in 06_arrays/snippets/</a:t>
            </a:r>
            <a:r>
              <a:rPr lang="en-CA" dirty="0" err="1"/>
              <a:t>js</a:t>
            </a:r>
            <a:r>
              <a:rPr lang="en-CA" dirty="0"/>
              <a:t>/forEach03.js</a:t>
            </a:r>
          </a:p>
          <a:p>
            <a:endParaRPr lang="en-CA" dirty="0"/>
          </a:p>
          <a:p>
            <a:r>
              <a:rPr lang="en-CA" dirty="0"/>
              <a:t>Output:</a:t>
            </a:r>
          </a:p>
          <a:p>
            <a:endParaRPr lang="en-CA" dirty="0"/>
          </a:p>
          <a:p>
            <a:r>
              <a:rPr lang="en-US" dirty="0"/>
              <a:t>Using </a:t>
            </a:r>
            <a:r>
              <a:rPr lang="en-US" dirty="0" err="1"/>
              <a:t>forEach</a:t>
            </a:r>
            <a:r>
              <a:rPr lang="en-US" dirty="0"/>
              <a:t>() method</a:t>
            </a:r>
          </a:p>
          <a:p>
            <a:r>
              <a:rPr lang="en-US" dirty="0"/>
              <a:t>[ 'French', 'English', 'Spanish' ]</a:t>
            </a:r>
          </a:p>
          <a:p>
            <a:r>
              <a:rPr lang="en-US" dirty="0"/>
              <a:t>languages[0]= French</a:t>
            </a:r>
          </a:p>
          <a:p>
            <a:r>
              <a:rPr lang="en-US" dirty="0"/>
              <a:t>languages[1]= English</a:t>
            </a:r>
          </a:p>
          <a:p>
            <a:r>
              <a:rPr lang="en-US" dirty="0"/>
              <a:t>languages[2]= Spanish</a:t>
            </a:r>
          </a:p>
          <a:p>
            <a:pPr defTabSz="966612">
              <a:defRPr/>
            </a:pPr>
            <a:r>
              <a:rPr lang="en-US" dirty="0"/>
              <a:t>[ 'French', 'English', 'Spanish’ ]</a:t>
            </a:r>
          </a:p>
          <a:p>
            <a:endParaRPr lang="en-US" dirty="0"/>
          </a:p>
          <a:p>
            <a:r>
              <a:rPr lang="en-US" dirty="0"/>
              <a:t>In the code above, the </a:t>
            </a:r>
            <a:r>
              <a:rPr lang="en-US" dirty="0" err="1"/>
              <a:t>forEach</a:t>
            </a:r>
            <a:r>
              <a:rPr lang="en-US" dirty="0"/>
              <a:t>() method will loop thru each element of the array called languages</a:t>
            </a:r>
          </a:p>
          <a:p>
            <a:pPr marL="241653" indent="-241653">
              <a:buFont typeface="+mj-lt"/>
              <a:buAutoNum type="arabicPeriod"/>
            </a:pPr>
            <a:r>
              <a:rPr lang="en-US" dirty="0"/>
              <a:t>The given array (languages)</a:t>
            </a:r>
          </a:p>
          <a:p>
            <a:pPr marL="241653" indent="-241653">
              <a:buFont typeface="+mj-lt"/>
              <a:buAutoNum type="arabicPeriod"/>
            </a:pPr>
            <a:r>
              <a:rPr lang="en-US" dirty="0"/>
              <a:t>Using the fat arrow function, the element represents the current element in the array</a:t>
            </a:r>
          </a:p>
          <a:p>
            <a:pPr marL="241653" indent="-241653">
              <a:buFont typeface="+mj-lt"/>
              <a:buAutoNum type="arabicPeriod"/>
            </a:pPr>
            <a:r>
              <a:rPr lang="en-US" dirty="0"/>
              <a:t>The index represents the current index of the element in the array</a:t>
            </a:r>
          </a:p>
          <a:p>
            <a:pPr marL="241653" indent="-241653">
              <a:buFont typeface="+mj-lt"/>
              <a:buAutoNum type="arabicPeriod"/>
            </a:pPr>
            <a:r>
              <a:rPr lang="en-US" dirty="0"/>
              <a:t>Statement(s) that will be applied to each element in the array. </a:t>
            </a:r>
          </a:p>
          <a:p>
            <a:pPr marL="241653" indent="-241653">
              <a:buFont typeface="+mj-lt"/>
              <a:buAutoNum type="arabicPeriod"/>
            </a:pPr>
            <a:r>
              <a:rPr lang="en-US" dirty="0"/>
              <a:t>The original array still have the same values (languages)</a:t>
            </a:r>
          </a:p>
          <a:p>
            <a:pPr marL="241653" indent="-241653">
              <a:buFont typeface="+mj-lt"/>
              <a:buAutoNum type="arabicPeriod"/>
            </a:pPr>
            <a:endParaRPr lang="en-US" dirty="0"/>
          </a:p>
          <a:p>
            <a:endParaRPr lang="en-CA" dirty="0"/>
          </a:p>
          <a:p>
            <a:endParaRPr lang="en-CA" dirty="0"/>
          </a:p>
        </p:txBody>
      </p:sp>
      <p:sp>
        <p:nvSpPr>
          <p:cNvPr id="4" name="Slide Number Placeholder 3"/>
          <p:cNvSpPr>
            <a:spLocks noGrp="1"/>
          </p:cNvSpPr>
          <p:nvPr>
            <p:ph type="sldNum" sz="quarter" idx="5"/>
          </p:nvPr>
        </p:nvSpPr>
        <p:spPr/>
        <p:txBody>
          <a:bodyPr/>
          <a:lstStyle/>
          <a:p>
            <a:fld id="{B4BB8663-75E7-40FA-984C-E99A99743FD2}" type="slidenum">
              <a:rPr lang="en-CA" smtClean="0"/>
              <a:t>39</a:t>
            </a:fld>
            <a:endParaRPr lang="en-CA"/>
          </a:p>
        </p:txBody>
      </p:sp>
      <p:sp>
        <p:nvSpPr>
          <p:cNvPr id="5" name="Footer Placeholder 4">
            <a:extLst>
              <a:ext uri="{FF2B5EF4-FFF2-40B4-BE49-F238E27FC236}">
                <a16:creationId xmlns:a16="http://schemas.microsoft.com/office/drawing/2014/main" id="{7F095584-CD0B-47CB-BA0A-C92805927CDA}"/>
              </a:ext>
            </a:extLst>
          </p:cNvPr>
          <p:cNvSpPr>
            <a:spLocks noGrp="1"/>
          </p:cNvSpPr>
          <p:nvPr>
            <p:ph type="ftr" sz="quarter" idx="4"/>
          </p:nvPr>
        </p:nvSpPr>
        <p:spPr/>
        <p:txBody>
          <a:bodyPr/>
          <a:lstStyle/>
          <a:p>
            <a:r>
              <a:rPr lang="en-CA"/>
              <a:t>Copyright @ 2024 ProTech Professional Technical Services, Inc.</a:t>
            </a:r>
          </a:p>
        </p:txBody>
      </p:sp>
      <p:sp>
        <p:nvSpPr>
          <p:cNvPr id="6" name="Header Placeholder 5">
            <a:extLst>
              <a:ext uri="{FF2B5EF4-FFF2-40B4-BE49-F238E27FC236}">
                <a16:creationId xmlns:a16="http://schemas.microsoft.com/office/drawing/2014/main" id="{830783E6-A6B2-41D5-81C3-366570E25C80}"/>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264883137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dirty="0"/>
              <a:t>The Array Map Method operates on an array to run a transformation on every element of the array. The callback function is called for each item of the array. After running the callback function on each item, the Map method returns the transformed array, leaving the original array unchanged.</a:t>
            </a:r>
            <a:endParaRPr lang="en-CA" dirty="0"/>
          </a:p>
        </p:txBody>
      </p:sp>
      <p:sp>
        <p:nvSpPr>
          <p:cNvPr id="4" name="Footer Placeholder 3"/>
          <p:cNvSpPr>
            <a:spLocks noGrp="1"/>
          </p:cNvSpPr>
          <p:nvPr>
            <p:ph type="ftr" sz="quarter" idx="4"/>
          </p:nvPr>
        </p:nvSpPr>
        <p:spPr/>
        <p:txBody>
          <a:bodyPr/>
          <a:lstStyle/>
          <a:p>
            <a:r>
              <a:rPr lang="en-CA"/>
              <a:t>Copyright @ 2024 ProTech Professional Technical Services, Inc.</a:t>
            </a:r>
          </a:p>
        </p:txBody>
      </p:sp>
      <p:sp>
        <p:nvSpPr>
          <p:cNvPr id="5" name="Slide Number Placeholder 4"/>
          <p:cNvSpPr>
            <a:spLocks noGrp="1"/>
          </p:cNvSpPr>
          <p:nvPr>
            <p:ph type="sldNum" sz="quarter" idx="5"/>
          </p:nvPr>
        </p:nvSpPr>
        <p:spPr/>
        <p:txBody>
          <a:bodyPr/>
          <a:lstStyle/>
          <a:p>
            <a:fld id="{164377C5-5F89-43AD-BF72-9B51ECAEB898}" type="slidenum">
              <a:rPr lang="en-CA" smtClean="0"/>
              <a:t>40</a:t>
            </a:fld>
            <a:endParaRPr lang="en-CA"/>
          </a:p>
        </p:txBody>
      </p:sp>
      <p:sp>
        <p:nvSpPr>
          <p:cNvPr id="6" name="Header Placeholder 5">
            <a:extLst>
              <a:ext uri="{FF2B5EF4-FFF2-40B4-BE49-F238E27FC236}">
                <a16:creationId xmlns:a16="http://schemas.microsoft.com/office/drawing/2014/main" id="{D8C6EFFB-274F-4D6C-B81F-A0A1F987487D}"/>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241702782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latin typeface="Calibri Body"/>
              </a:rPr>
              <a:t>Code snippet in 06_arrays/snippets/</a:t>
            </a:r>
            <a:r>
              <a:rPr lang="en-CA" dirty="0" err="1">
                <a:latin typeface="Calibri Body"/>
              </a:rPr>
              <a:t>js</a:t>
            </a:r>
            <a:r>
              <a:rPr lang="en-CA" dirty="0">
                <a:latin typeface="Calibri Body"/>
              </a:rPr>
              <a:t>/arrayMap.js</a:t>
            </a:r>
          </a:p>
          <a:p>
            <a:endParaRPr lang="en-CA" dirty="0">
              <a:latin typeface="Calibri Body"/>
            </a:endParaRPr>
          </a:p>
          <a:p>
            <a:r>
              <a:rPr lang="en-CA" dirty="0">
                <a:latin typeface="Calibri Body"/>
              </a:rPr>
              <a:t>Output:</a:t>
            </a:r>
          </a:p>
          <a:p>
            <a:r>
              <a:rPr lang="en-US" dirty="0">
                <a:latin typeface="Calibri Body"/>
              </a:rPr>
              <a:t>Using the map() method</a:t>
            </a:r>
          </a:p>
          <a:p>
            <a:r>
              <a:rPr lang="en-US" dirty="0">
                <a:latin typeface="Calibri Body"/>
              </a:rPr>
              <a:t>Original array 9,10,12,23</a:t>
            </a:r>
          </a:p>
          <a:p>
            <a:r>
              <a:rPr lang="en-US" dirty="0">
                <a:latin typeface="Calibri Body"/>
              </a:rPr>
              <a:t>Original array scores : 9,10,12,23</a:t>
            </a:r>
          </a:p>
          <a:p>
            <a:r>
              <a:rPr lang="en-US" dirty="0">
                <a:latin typeface="Calibri Body"/>
              </a:rPr>
              <a:t>The newly created array </a:t>
            </a:r>
            <a:r>
              <a:rPr lang="en-US" dirty="0" err="1">
                <a:latin typeface="Calibri Body"/>
              </a:rPr>
              <a:t>doubleScores</a:t>
            </a:r>
            <a:r>
              <a:rPr lang="en-US" dirty="0">
                <a:latin typeface="Calibri Body"/>
              </a:rPr>
              <a:t> : 18,20,24,46</a:t>
            </a:r>
          </a:p>
          <a:p>
            <a:endParaRPr lang="en-US" dirty="0">
              <a:latin typeface="Calibri Body"/>
            </a:endParaRPr>
          </a:p>
          <a:p>
            <a:r>
              <a:rPr lang="en-US" dirty="0">
                <a:latin typeface="Calibri Body"/>
              </a:rPr>
              <a:t>In the code above, the map() method will loop thru each element of the array called scores</a:t>
            </a:r>
          </a:p>
          <a:p>
            <a:pPr marL="241653" indent="-241653">
              <a:buFont typeface="+mj-lt"/>
              <a:buAutoNum type="arabicPeriod"/>
            </a:pPr>
            <a:r>
              <a:rPr lang="en-US" dirty="0">
                <a:latin typeface="Calibri Body"/>
              </a:rPr>
              <a:t>The given array called scores</a:t>
            </a:r>
          </a:p>
          <a:p>
            <a:pPr marL="241653" indent="-241653">
              <a:buFont typeface="+mj-lt"/>
              <a:buAutoNum type="arabicPeriod"/>
            </a:pPr>
            <a:r>
              <a:rPr lang="en-US" dirty="0">
                <a:latin typeface="Calibri Body"/>
              </a:rPr>
              <a:t>The </a:t>
            </a:r>
            <a:r>
              <a:rPr lang="en-US" dirty="0" err="1">
                <a:latin typeface="Calibri Body"/>
              </a:rPr>
              <a:t>doubleScores</a:t>
            </a:r>
            <a:r>
              <a:rPr lang="en-US" dirty="0">
                <a:latin typeface="Calibri Body"/>
              </a:rPr>
              <a:t> will be the array created after the loop.  The contents of the array will be determined by the “return” keyword. (4)</a:t>
            </a:r>
          </a:p>
          <a:p>
            <a:pPr marL="241653" indent="-241653">
              <a:buFont typeface="+mj-lt"/>
              <a:buAutoNum type="arabicPeriod"/>
            </a:pPr>
            <a:r>
              <a:rPr lang="en-US" dirty="0">
                <a:latin typeface="Calibri Body"/>
              </a:rPr>
              <a:t>Using the fat arrow function, the score represents the current element in the array</a:t>
            </a:r>
          </a:p>
          <a:p>
            <a:pPr marL="241653" indent="-241653" defTabSz="966612">
              <a:buFont typeface="+mj-lt"/>
              <a:buAutoNum type="arabicPeriod"/>
              <a:defRPr/>
            </a:pPr>
            <a:r>
              <a:rPr lang="en-US" dirty="0">
                <a:latin typeface="Calibri Body"/>
              </a:rPr>
              <a:t>Statement(s) that will be applied to each element in the array. An implicit return </a:t>
            </a:r>
            <a:r>
              <a:rPr lang="en-US" altLang="en-US" sz="1300" kern="0" dirty="0">
                <a:solidFill>
                  <a:srgbClr val="000000"/>
                </a:solidFill>
                <a:latin typeface="Calibri Body"/>
              </a:rPr>
              <a:t>keyword -  the result of the callback function will be added to a new array.</a:t>
            </a:r>
            <a:endParaRPr lang="en-US" dirty="0">
              <a:latin typeface="Calibri Body"/>
            </a:endParaRPr>
          </a:p>
          <a:p>
            <a:pPr marL="241653" indent="-241653">
              <a:buFont typeface="+mj-lt"/>
              <a:buAutoNum type="arabicPeriod"/>
            </a:pPr>
            <a:r>
              <a:rPr lang="en-US" dirty="0">
                <a:latin typeface="Calibri Body"/>
              </a:rPr>
              <a:t>The original array still have the same values (scores)</a:t>
            </a:r>
          </a:p>
          <a:p>
            <a:pPr marL="241653" indent="-241653">
              <a:buFont typeface="+mj-lt"/>
              <a:buAutoNum type="arabicPeriod"/>
            </a:pPr>
            <a:r>
              <a:rPr lang="en-US" dirty="0">
                <a:latin typeface="Calibri Body"/>
              </a:rPr>
              <a:t>The newly created array (</a:t>
            </a:r>
            <a:r>
              <a:rPr lang="en-US" dirty="0" err="1">
                <a:latin typeface="Calibri Body"/>
              </a:rPr>
              <a:t>doubleScores</a:t>
            </a:r>
            <a:r>
              <a:rPr lang="en-US" dirty="0">
                <a:latin typeface="Calibri Body"/>
              </a:rPr>
              <a:t>)</a:t>
            </a:r>
            <a:endParaRPr lang="en-CA" dirty="0">
              <a:latin typeface="Calibri Body"/>
            </a:endParaRPr>
          </a:p>
        </p:txBody>
      </p:sp>
      <p:sp>
        <p:nvSpPr>
          <p:cNvPr id="4" name="Slide Number Placeholder 3"/>
          <p:cNvSpPr>
            <a:spLocks noGrp="1"/>
          </p:cNvSpPr>
          <p:nvPr>
            <p:ph type="sldNum" sz="quarter" idx="5"/>
          </p:nvPr>
        </p:nvSpPr>
        <p:spPr/>
        <p:txBody>
          <a:bodyPr/>
          <a:lstStyle/>
          <a:p>
            <a:fld id="{8EDC75FD-C286-41FA-AFDE-5B5A8636BC1A}" type="slidenum">
              <a:rPr lang="en-CA" smtClean="0"/>
              <a:t>41</a:t>
            </a:fld>
            <a:endParaRPr lang="en-CA"/>
          </a:p>
        </p:txBody>
      </p:sp>
      <p:sp>
        <p:nvSpPr>
          <p:cNvPr id="5" name="Footer Placeholder 4">
            <a:extLst>
              <a:ext uri="{FF2B5EF4-FFF2-40B4-BE49-F238E27FC236}">
                <a16:creationId xmlns:a16="http://schemas.microsoft.com/office/drawing/2014/main" id="{142591A4-A739-436B-B9D9-D7A54B7C9910}"/>
              </a:ext>
            </a:extLst>
          </p:cNvPr>
          <p:cNvSpPr>
            <a:spLocks noGrp="1"/>
          </p:cNvSpPr>
          <p:nvPr>
            <p:ph type="ftr" sz="quarter" idx="4"/>
          </p:nvPr>
        </p:nvSpPr>
        <p:spPr/>
        <p:txBody>
          <a:bodyPr/>
          <a:lstStyle/>
          <a:p>
            <a:r>
              <a:rPr lang="en-CA"/>
              <a:t>Copyright @ 2024 ProTech Professional Technical Services, Inc.</a:t>
            </a:r>
          </a:p>
        </p:txBody>
      </p:sp>
      <p:sp>
        <p:nvSpPr>
          <p:cNvPr id="6" name="Header Placeholder 5">
            <a:extLst>
              <a:ext uri="{FF2B5EF4-FFF2-40B4-BE49-F238E27FC236}">
                <a16:creationId xmlns:a16="http://schemas.microsoft.com/office/drawing/2014/main" id="{D62761E6-4C8D-42E8-9FDA-1B510DBDCB65}"/>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173715333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1240" indent="-181240" defTabSz="966612" fontAlgn="base">
              <a:spcBef>
                <a:spcPct val="30000"/>
              </a:spcBef>
              <a:spcAft>
                <a:spcPct val="0"/>
              </a:spcAft>
              <a:buFont typeface="Arial" panose="020B0604020202020204" pitchFamily="34" charset="0"/>
              <a:buChar char="•"/>
              <a:defRPr/>
            </a:pPr>
            <a:r>
              <a:rPr lang="en-US" altLang="en-US" sz="1300" kern="0">
                <a:solidFill>
                  <a:srgbClr val="000000"/>
                </a:solidFill>
              </a:rPr>
              <a:t>The callback function run for each element of the array, if the callback function returns true, the current value of the element will be added to the new array  </a:t>
            </a:r>
            <a:endParaRPr lang="en-US" altLang="en-US" sz="1300" kern="0">
              <a:solidFill>
                <a:srgbClr val="000000"/>
              </a:solidFill>
              <a:latin typeface="Arial" panose="020B0604020202020204" pitchFamily="34" charset="0"/>
            </a:endParaRPr>
          </a:p>
        </p:txBody>
      </p:sp>
      <p:sp>
        <p:nvSpPr>
          <p:cNvPr id="4" name="Footer Placeholder 3"/>
          <p:cNvSpPr>
            <a:spLocks noGrp="1"/>
          </p:cNvSpPr>
          <p:nvPr>
            <p:ph type="ftr" sz="quarter" idx="4"/>
          </p:nvPr>
        </p:nvSpPr>
        <p:spPr/>
        <p:txBody>
          <a:bodyPr/>
          <a:lstStyle/>
          <a:p>
            <a:r>
              <a:rPr lang="en-CA"/>
              <a:t>Copyright @ 2024 ProTech Professional Technical Services, Inc.</a:t>
            </a:r>
          </a:p>
        </p:txBody>
      </p:sp>
      <p:sp>
        <p:nvSpPr>
          <p:cNvPr id="5" name="Slide Number Placeholder 4"/>
          <p:cNvSpPr>
            <a:spLocks noGrp="1"/>
          </p:cNvSpPr>
          <p:nvPr>
            <p:ph type="sldNum" sz="quarter" idx="5"/>
          </p:nvPr>
        </p:nvSpPr>
        <p:spPr/>
        <p:txBody>
          <a:bodyPr/>
          <a:lstStyle/>
          <a:p>
            <a:fld id="{164377C5-5F89-43AD-BF72-9B51ECAEB898}" type="slidenum">
              <a:rPr lang="en-CA" smtClean="0"/>
              <a:t>42</a:t>
            </a:fld>
            <a:endParaRPr lang="en-CA"/>
          </a:p>
        </p:txBody>
      </p:sp>
      <p:sp>
        <p:nvSpPr>
          <p:cNvPr id="6" name="Header Placeholder 5">
            <a:extLst>
              <a:ext uri="{FF2B5EF4-FFF2-40B4-BE49-F238E27FC236}">
                <a16:creationId xmlns:a16="http://schemas.microsoft.com/office/drawing/2014/main" id="{FABF7C83-6DF9-4546-844E-0834633CE40A}"/>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290594841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CA"/>
              <a:t>Code snippet in 06_arrays/snippets/</a:t>
            </a:r>
            <a:r>
              <a:rPr lang="en-CA" err="1"/>
              <a:t>js</a:t>
            </a:r>
            <a:r>
              <a:rPr lang="en-CA"/>
              <a:t>/arrayFilter.js</a:t>
            </a:r>
          </a:p>
          <a:p>
            <a:endParaRPr lang="en-CA"/>
          </a:p>
          <a:p>
            <a:r>
              <a:rPr lang="en-CA"/>
              <a:t>Output:</a:t>
            </a:r>
          </a:p>
          <a:p>
            <a:r>
              <a:rPr lang="en-US"/>
              <a:t>Using the filter() method</a:t>
            </a:r>
          </a:p>
          <a:p>
            <a:r>
              <a:rPr lang="en-US"/>
              <a:t>The original grades : 90,80,70,85,92</a:t>
            </a:r>
          </a:p>
          <a:p>
            <a:r>
              <a:rPr lang="en-US"/>
              <a:t>The </a:t>
            </a:r>
            <a:r>
              <a:rPr lang="en-US" err="1"/>
              <a:t>honourGrades</a:t>
            </a:r>
            <a:r>
              <a:rPr lang="en-US"/>
              <a:t> array : 90,85,92</a:t>
            </a:r>
          </a:p>
          <a:p>
            <a:r>
              <a:rPr lang="en-US"/>
              <a:t>The original grades : 90,80,70,85,92</a:t>
            </a:r>
          </a:p>
          <a:p>
            <a:endParaRPr lang="en-US"/>
          </a:p>
          <a:p>
            <a:r>
              <a:rPr lang="en-US"/>
              <a:t>In the code above, the filter() method will loop thru each element of the array called grades, The function returns a new array called </a:t>
            </a:r>
            <a:r>
              <a:rPr lang="en-US" err="1"/>
              <a:t>honourGrades</a:t>
            </a:r>
            <a:endParaRPr lang="en-US"/>
          </a:p>
          <a:p>
            <a:pPr marL="241653" indent="-241653">
              <a:buFont typeface="+mj-lt"/>
              <a:buAutoNum type="arabicPeriod"/>
            </a:pPr>
            <a:r>
              <a:rPr lang="en-US"/>
              <a:t>The given array called grades</a:t>
            </a:r>
          </a:p>
          <a:p>
            <a:pPr marL="241653" indent="-241653">
              <a:buFont typeface="+mj-lt"/>
              <a:buAutoNum type="arabicPeriod"/>
            </a:pPr>
            <a:r>
              <a:rPr lang="en-US"/>
              <a:t>The array </a:t>
            </a:r>
            <a:r>
              <a:rPr lang="en-US" err="1"/>
              <a:t>honourGrades</a:t>
            </a:r>
            <a:r>
              <a:rPr lang="en-US"/>
              <a:t> is the return value of filter() method.  The contents of the array is based on the condition in step 4</a:t>
            </a:r>
          </a:p>
          <a:p>
            <a:pPr marL="241653" indent="-241653">
              <a:buFont typeface="+mj-lt"/>
              <a:buAutoNum type="arabicPeriod"/>
            </a:pPr>
            <a:r>
              <a:rPr lang="en-US"/>
              <a:t>Using the arrow function, the "grade" represents the current element in the grades array</a:t>
            </a:r>
          </a:p>
          <a:p>
            <a:pPr marL="241653" indent="-241653">
              <a:buFont typeface="+mj-lt"/>
              <a:buAutoNum type="arabicPeriod"/>
            </a:pPr>
            <a:r>
              <a:rPr lang="en-US"/>
              <a:t>If the condition "grade &gt;= 85" is true, the grade will be added to the </a:t>
            </a:r>
            <a:r>
              <a:rPr lang="en-US" err="1"/>
              <a:t>honourGrades</a:t>
            </a:r>
            <a:r>
              <a:rPr lang="en-US"/>
              <a:t> array  (return value of filter() method)</a:t>
            </a:r>
          </a:p>
          <a:p>
            <a:pPr marL="241653" indent="-241653">
              <a:buFont typeface="+mj-lt"/>
              <a:buAutoNum type="arabicPeriod"/>
            </a:pPr>
            <a:r>
              <a:rPr lang="en-US"/>
              <a:t>The original array still have the same values</a:t>
            </a:r>
          </a:p>
          <a:p>
            <a:pPr marL="241653" indent="-241653">
              <a:buFont typeface="+mj-lt"/>
              <a:buAutoNum type="arabicPeriod"/>
            </a:pPr>
            <a:r>
              <a:rPr lang="en-US"/>
              <a:t>The newly created array will have grades &gt;= 85</a:t>
            </a:r>
            <a:endParaRPr lang="en-CA"/>
          </a:p>
        </p:txBody>
      </p:sp>
      <p:sp>
        <p:nvSpPr>
          <p:cNvPr id="4" name="Slide Number Placeholder 3"/>
          <p:cNvSpPr>
            <a:spLocks noGrp="1"/>
          </p:cNvSpPr>
          <p:nvPr>
            <p:ph type="sldNum" sz="quarter" idx="5"/>
          </p:nvPr>
        </p:nvSpPr>
        <p:spPr/>
        <p:txBody>
          <a:bodyPr/>
          <a:lstStyle/>
          <a:p>
            <a:fld id="{8EDC75FD-C286-41FA-AFDE-5B5A8636BC1A}" type="slidenum">
              <a:rPr lang="en-CA" smtClean="0"/>
              <a:t>43</a:t>
            </a:fld>
            <a:endParaRPr lang="en-CA"/>
          </a:p>
        </p:txBody>
      </p:sp>
      <p:sp>
        <p:nvSpPr>
          <p:cNvPr id="5" name="Footer Placeholder 4">
            <a:extLst>
              <a:ext uri="{FF2B5EF4-FFF2-40B4-BE49-F238E27FC236}">
                <a16:creationId xmlns:a16="http://schemas.microsoft.com/office/drawing/2014/main" id="{D3600867-063C-4680-B578-9F782C05D91C}"/>
              </a:ext>
            </a:extLst>
          </p:cNvPr>
          <p:cNvSpPr>
            <a:spLocks noGrp="1"/>
          </p:cNvSpPr>
          <p:nvPr>
            <p:ph type="ftr" sz="quarter" idx="4"/>
          </p:nvPr>
        </p:nvSpPr>
        <p:spPr/>
        <p:txBody>
          <a:bodyPr/>
          <a:lstStyle/>
          <a:p>
            <a:r>
              <a:rPr lang="en-CA"/>
              <a:t>Copyright @ 2024 ProTech Professional Technical Services, Inc.</a:t>
            </a:r>
          </a:p>
        </p:txBody>
      </p:sp>
      <p:sp>
        <p:nvSpPr>
          <p:cNvPr id="6" name="Header Placeholder 5">
            <a:extLst>
              <a:ext uri="{FF2B5EF4-FFF2-40B4-BE49-F238E27FC236}">
                <a16:creationId xmlns:a16="http://schemas.microsoft.com/office/drawing/2014/main" id="{E0617F6F-911B-4FBE-8B1B-63F7E900CD48}"/>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91888716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a:t>Notes:</a:t>
            </a:r>
            <a:endParaRPr lang="en-CA"/>
          </a:p>
        </p:txBody>
      </p:sp>
      <p:sp>
        <p:nvSpPr>
          <p:cNvPr id="4" name="Footer Placeholder 3"/>
          <p:cNvSpPr>
            <a:spLocks noGrp="1"/>
          </p:cNvSpPr>
          <p:nvPr>
            <p:ph type="ftr" sz="quarter" idx="4"/>
          </p:nvPr>
        </p:nvSpPr>
        <p:spPr/>
        <p:txBody>
          <a:bodyPr/>
          <a:lstStyle/>
          <a:p>
            <a:r>
              <a:rPr lang="en-CA"/>
              <a:t>Copyright @ 2024 ProTech Professional Technical Services, Inc.</a:t>
            </a:r>
          </a:p>
        </p:txBody>
      </p:sp>
      <p:sp>
        <p:nvSpPr>
          <p:cNvPr id="5" name="Slide Number Placeholder 4"/>
          <p:cNvSpPr>
            <a:spLocks noGrp="1"/>
          </p:cNvSpPr>
          <p:nvPr>
            <p:ph type="sldNum" sz="quarter" idx="5"/>
          </p:nvPr>
        </p:nvSpPr>
        <p:spPr/>
        <p:txBody>
          <a:bodyPr/>
          <a:lstStyle/>
          <a:p>
            <a:fld id="{164377C5-5F89-43AD-BF72-9B51ECAEB898}" type="slidenum">
              <a:rPr lang="en-CA" smtClean="0"/>
              <a:t>44</a:t>
            </a:fld>
            <a:endParaRPr lang="en-CA"/>
          </a:p>
        </p:txBody>
      </p:sp>
      <p:sp>
        <p:nvSpPr>
          <p:cNvPr id="6" name="Header Placeholder 5">
            <a:extLst>
              <a:ext uri="{FF2B5EF4-FFF2-40B4-BE49-F238E27FC236}">
                <a16:creationId xmlns:a16="http://schemas.microsoft.com/office/drawing/2014/main" id="{71109B3B-F667-4D93-85DC-68B4D2A4E59A}"/>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231868252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CA"/>
              <a:t>Code snippet in 06_arrays/snippets/</a:t>
            </a:r>
            <a:r>
              <a:rPr lang="en-CA" err="1"/>
              <a:t>js</a:t>
            </a:r>
            <a:r>
              <a:rPr lang="en-CA"/>
              <a:t>/arrayFind.js</a:t>
            </a:r>
          </a:p>
          <a:p>
            <a:endParaRPr lang="en-CA"/>
          </a:p>
          <a:p>
            <a:r>
              <a:rPr lang="en-CA"/>
              <a:t>Output:</a:t>
            </a:r>
          </a:p>
          <a:p>
            <a:r>
              <a:rPr lang="en-US"/>
              <a:t>Using the find() method</a:t>
            </a:r>
          </a:p>
          <a:p>
            <a:r>
              <a:rPr lang="en-US"/>
              <a:t>Original array 9,10,12,23</a:t>
            </a:r>
          </a:p>
          <a:p>
            <a:r>
              <a:rPr lang="en-US"/>
              <a:t>Original array scores : 9,10,12,23</a:t>
            </a:r>
          </a:p>
          <a:p>
            <a:r>
              <a:rPr lang="en-US"/>
              <a:t>The element of the </a:t>
            </a:r>
            <a:r>
              <a:rPr lang="en-US" err="1"/>
              <a:t>foundScore</a:t>
            </a:r>
            <a:r>
              <a:rPr lang="en-US"/>
              <a:t> : 12</a:t>
            </a:r>
          </a:p>
          <a:p>
            <a:endParaRPr lang="en-US"/>
          </a:p>
          <a:p>
            <a:r>
              <a:rPr lang="en-US"/>
              <a:t>In the code above, </a:t>
            </a:r>
          </a:p>
          <a:p>
            <a:pPr marL="241653" indent="-241653">
              <a:buFont typeface="+mj-lt"/>
              <a:buAutoNum type="arabicPeriod"/>
            </a:pPr>
            <a:r>
              <a:rPr lang="en-US"/>
              <a:t>The given array called scores</a:t>
            </a:r>
          </a:p>
          <a:p>
            <a:pPr marL="241653" indent="-241653">
              <a:buFont typeface="+mj-lt"/>
              <a:buAutoNum type="arabicPeriod"/>
            </a:pPr>
            <a:r>
              <a:rPr lang="en-US"/>
              <a:t>The </a:t>
            </a:r>
            <a:r>
              <a:rPr lang="en-US" err="1"/>
              <a:t>foundScore</a:t>
            </a:r>
            <a:r>
              <a:rPr lang="en-US"/>
              <a:t> is an element of the array that passed the test  (step 4)</a:t>
            </a:r>
          </a:p>
          <a:p>
            <a:pPr marL="241653" indent="-241653">
              <a:buFont typeface="+mj-lt"/>
              <a:buAutoNum type="arabicPeriod"/>
            </a:pPr>
            <a:r>
              <a:rPr lang="en-US"/>
              <a:t>Using the fat arrow function, the score represents the current element in the array</a:t>
            </a:r>
          </a:p>
          <a:p>
            <a:pPr marL="241653" indent="-241653" defTabSz="966612">
              <a:buFont typeface="+mj-lt"/>
              <a:buAutoNum type="arabicPeriod"/>
              <a:defRPr/>
            </a:pPr>
            <a:r>
              <a:rPr lang="en-US"/>
              <a:t>This condition will </a:t>
            </a:r>
            <a:r>
              <a:rPr lang="en-US" sz="1300" kern="0">
                <a:solidFill>
                  <a:srgbClr val="000000"/>
                </a:solidFill>
                <a:latin typeface="Arial" panose="020B0604020202020204" pitchFamily="34" charset="0"/>
              </a:rPr>
              <a:t>test for each element of the array from left to right.  The first element that satisfies this condition will be the return value</a:t>
            </a:r>
            <a:endParaRPr lang="en-US"/>
          </a:p>
          <a:p>
            <a:pPr marL="241653" indent="-241653">
              <a:buFont typeface="+mj-lt"/>
              <a:buAutoNum type="arabicPeriod"/>
            </a:pPr>
            <a:r>
              <a:rPr lang="en-US"/>
              <a:t>The original array still have the same values</a:t>
            </a:r>
          </a:p>
          <a:p>
            <a:pPr marL="241653" indent="-241653">
              <a:buFont typeface="+mj-lt"/>
              <a:buAutoNum type="arabicPeriod"/>
            </a:pPr>
            <a:r>
              <a:rPr lang="en-US"/>
              <a:t>The first element of the array that satisfy the test (step 4)</a:t>
            </a:r>
            <a:endParaRPr lang="en-CA"/>
          </a:p>
        </p:txBody>
      </p:sp>
      <p:sp>
        <p:nvSpPr>
          <p:cNvPr id="4" name="Slide Number Placeholder 3"/>
          <p:cNvSpPr>
            <a:spLocks noGrp="1"/>
          </p:cNvSpPr>
          <p:nvPr>
            <p:ph type="sldNum" sz="quarter" idx="5"/>
          </p:nvPr>
        </p:nvSpPr>
        <p:spPr/>
        <p:txBody>
          <a:bodyPr/>
          <a:lstStyle/>
          <a:p>
            <a:fld id="{8EDC75FD-C286-41FA-AFDE-5B5A8636BC1A}" type="slidenum">
              <a:rPr lang="en-CA" smtClean="0"/>
              <a:t>45</a:t>
            </a:fld>
            <a:endParaRPr lang="en-CA"/>
          </a:p>
        </p:txBody>
      </p:sp>
      <p:sp>
        <p:nvSpPr>
          <p:cNvPr id="5" name="Footer Placeholder 4">
            <a:extLst>
              <a:ext uri="{FF2B5EF4-FFF2-40B4-BE49-F238E27FC236}">
                <a16:creationId xmlns:a16="http://schemas.microsoft.com/office/drawing/2014/main" id="{143C675A-A81A-4D27-8B14-53C7E830B317}"/>
              </a:ext>
            </a:extLst>
          </p:cNvPr>
          <p:cNvSpPr>
            <a:spLocks noGrp="1"/>
          </p:cNvSpPr>
          <p:nvPr>
            <p:ph type="ftr" sz="quarter" idx="4"/>
          </p:nvPr>
        </p:nvSpPr>
        <p:spPr/>
        <p:txBody>
          <a:bodyPr/>
          <a:lstStyle/>
          <a:p>
            <a:r>
              <a:rPr lang="en-CA"/>
              <a:t>Copyright @ 2024 ProTech Professional Technical Services, Inc.</a:t>
            </a:r>
          </a:p>
        </p:txBody>
      </p:sp>
      <p:sp>
        <p:nvSpPr>
          <p:cNvPr id="6" name="Header Placeholder 5">
            <a:extLst>
              <a:ext uri="{FF2B5EF4-FFF2-40B4-BE49-F238E27FC236}">
                <a16:creationId xmlns:a16="http://schemas.microsoft.com/office/drawing/2014/main" id="{043C8529-BFBC-444C-9FE9-131813FF0C76}"/>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385675532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a:t>Notes:</a:t>
            </a:r>
            <a:endParaRPr lang="en-CA"/>
          </a:p>
        </p:txBody>
      </p:sp>
      <p:sp>
        <p:nvSpPr>
          <p:cNvPr id="4" name="Footer Placeholder 3"/>
          <p:cNvSpPr>
            <a:spLocks noGrp="1"/>
          </p:cNvSpPr>
          <p:nvPr>
            <p:ph type="ftr" sz="quarter" idx="4"/>
          </p:nvPr>
        </p:nvSpPr>
        <p:spPr/>
        <p:txBody>
          <a:bodyPr/>
          <a:lstStyle/>
          <a:p>
            <a:r>
              <a:rPr lang="en-CA"/>
              <a:t>Copyright @ 2024 ProTech Professional Technical Services, Inc.</a:t>
            </a:r>
          </a:p>
        </p:txBody>
      </p:sp>
      <p:sp>
        <p:nvSpPr>
          <p:cNvPr id="5" name="Slide Number Placeholder 4"/>
          <p:cNvSpPr>
            <a:spLocks noGrp="1"/>
          </p:cNvSpPr>
          <p:nvPr>
            <p:ph type="sldNum" sz="quarter" idx="5"/>
          </p:nvPr>
        </p:nvSpPr>
        <p:spPr/>
        <p:txBody>
          <a:bodyPr/>
          <a:lstStyle/>
          <a:p>
            <a:fld id="{164377C5-5F89-43AD-BF72-9B51ECAEB898}" type="slidenum">
              <a:rPr lang="en-CA" smtClean="0"/>
              <a:t>46</a:t>
            </a:fld>
            <a:endParaRPr lang="en-CA"/>
          </a:p>
        </p:txBody>
      </p:sp>
      <p:sp>
        <p:nvSpPr>
          <p:cNvPr id="6" name="Header Placeholder 5">
            <a:extLst>
              <a:ext uri="{FF2B5EF4-FFF2-40B4-BE49-F238E27FC236}">
                <a16:creationId xmlns:a16="http://schemas.microsoft.com/office/drawing/2014/main" id="{1699B0ED-C14D-4447-99BD-3242ED0F6F65}"/>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217448019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CA" dirty="0"/>
              <a:t>Code snippet in 06_arrays/snippets/</a:t>
            </a:r>
            <a:r>
              <a:rPr lang="en-CA" dirty="0" err="1"/>
              <a:t>js</a:t>
            </a:r>
            <a:r>
              <a:rPr lang="en-CA" dirty="0"/>
              <a:t>/arrayEvery.js</a:t>
            </a:r>
          </a:p>
          <a:p>
            <a:r>
              <a:rPr lang="en-CA" dirty="0"/>
              <a:t>Output:</a:t>
            </a:r>
          </a:p>
          <a:p>
            <a:r>
              <a:rPr lang="en-US" dirty="0"/>
              <a:t>Using the every() method</a:t>
            </a:r>
          </a:p>
          <a:p>
            <a:r>
              <a:rPr lang="en-US" dirty="0"/>
              <a:t>Original array 19,22,29,3,18</a:t>
            </a:r>
          </a:p>
          <a:p>
            <a:r>
              <a:rPr lang="en-US" dirty="0"/>
              <a:t>19</a:t>
            </a:r>
          </a:p>
          <a:p>
            <a:r>
              <a:rPr lang="en-US" dirty="0"/>
              <a:t>22</a:t>
            </a:r>
          </a:p>
          <a:p>
            <a:r>
              <a:rPr lang="en-US" dirty="0"/>
              <a:t>29</a:t>
            </a:r>
          </a:p>
          <a:p>
            <a:r>
              <a:rPr lang="en-US" dirty="0"/>
              <a:t>3</a:t>
            </a:r>
          </a:p>
          <a:p>
            <a:r>
              <a:rPr lang="en-US" dirty="0"/>
              <a:t>Original array scores : 19,22,29,3,18</a:t>
            </a:r>
          </a:p>
          <a:p>
            <a:r>
              <a:rPr lang="en-US" dirty="0"/>
              <a:t>All elements greater than 10 ? : false</a:t>
            </a:r>
          </a:p>
          <a:p>
            <a:endParaRPr lang="en-US" dirty="0"/>
          </a:p>
          <a:p>
            <a:r>
              <a:rPr lang="en-US" dirty="0"/>
              <a:t>In the code above, </a:t>
            </a:r>
          </a:p>
          <a:p>
            <a:pPr marL="241653" indent="-241653">
              <a:buFont typeface="+mj-lt"/>
              <a:buAutoNum type="arabicPeriod"/>
            </a:pPr>
            <a:r>
              <a:rPr lang="en-US" dirty="0"/>
              <a:t>The given array called scores</a:t>
            </a:r>
          </a:p>
          <a:p>
            <a:pPr marL="241653" indent="-241653">
              <a:buFont typeface="+mj-lt"/>
              <a:buAutoNum type="arabicPeriod"/>
            </a:pPr>
            <a:r>
              <a:rPr lang="en-US" dirty="0"/>
              <a:t>The </a:t>
            </a:r>
            <a:r>
              <a:rPr lang="en-US" dirty="0" err="1"/>
              <a:t>isGreaterThanTen</a:t>
            </a:r>
            <a:r>
              <a:rPr lang="en-US" dirty="0"/>
              <a:t> is the </a:t>
            </a:r>
            <a:r>
              <a:rPr lang="en-US" dirty="0" err="1"/>
              <a:t>boolean</a:t>
            </a:r>
            <a:r>
              <a:rPr lang="en-US" dirty="0"/>
              <a:t> return value</a:t>
            </a:r>
          </a:p>
          <a:p>
            <a:pPr marL="241653" indent="-241653">
              <a:buFont typeface="+mj-lt"/>
              <a:buAutoNum type="arabicPeriod"/>
            </a:pPr>
            <a:r>
              <a:rPr lang="en-US" dirty="0"/>
              <a:t>Using the fat arrow function, the score represents the current element in the array</a:t>
            </a:r>
          </a:p>
          <a:p>
            <a:pPr marL="241653" indent="-241653" defTabSz="966612">
              <a:buFont typeface="+mj-lt"/>
              <a:buAutoNum type="arabicPeriod"/>
              <a:defRPr/>
            </a:pPr>
            <a:r>
              <a:rPr lang="en-US" dirty="0"/>
              <a:t>Each element of the array will be tested with this test.  If all elements in the array passed the test (score &lt; 10) , then the function will it will return true. When the test fail, in one of the elements of the array, the testing stops and returns false.</a:t>
            </a:r>
          </a:p>
          <a:p>
            <a:pPr marL="241653" indent="-241653" defTabSz="966612">
              <a:buFont typeface="+mj-lt"/>
              <a:buAutoNum type="arabicPeriod"/>
              <a:defRPr/>
            </a:pPr>
            <a:r>
              <a:rPr lang="en-US" dirty="0"/>
              <a:t>The original array still have the same values</a:t>
            </a:r>
          </a:p>
          <a:p>
            <a:pPr marL="241653" indent="-241653">
              <a:buFont typeface="+mj-lt"/>
              <a:buAutoNum type="arabicPeriod"/>
            </a:pPr>
            <a:r>
              <a:rPr lang="en-US" dirty="0"/>
              <a:t>In this case, the return value is the Boolean value of false.</a:t>
            </a:r>
            <a:endParaRPr lang="en-CA" dirty="0"/>
          </a:p>
        </p:txBody>
      </p:sp>
      <p:sp>
        <p:nvSpPr>
          <p:cNvPr id="4" name="Slide Number Placeholder 3"/>
          <p:cNvSpPr>
            <a:spLocks noGrp="1"/>
          </p:cNvSpPr>
          <p:nvPr>
            <p:ph type="sldNum" sz="quarter" idx="5"/>
          </p:nvPr>
        </p:nvSpPr>
        <p:spPr/>
        <p:txBody>
          <a:bodyPr/>
          <a:lstStyle/>
          <a:p>
            <a:fld id="{8EDC75FD-C286-41FA-AFDE-5B5A8636BC1A}" type="slidenum">
              <a:rPr lang="en-CA" smtClean="0"/>
              <a:t>47</a:t>
            </a:fld>
            <a:endParaRPr lang="en-CA"/>
          </a:p>
        </p:txBody>
      </p:sp>
      <p:sp>
        <p:nvSpPr>
          <p:cNvPr id="5" name="Footer Placeholder 4">
            <a:extLst>
              <a:ext uri="{FF2B5EF4-FFF2-40B4-BE49-F238E27FC236}">
                <a16:creationId xmlns:a16="http://schemas.microsoft.com/office/drawing/2014/main" id="{888BF0E6-EA36-49F3-82CD-4D84A0E2A571}"/>
              </a:ext>
            </a:extLst>
          </p:cNvPr>
          <p:cNvSpPr>
            <a:spLocks noGrp="1"/>
          </p:cNvSpPr>
          <p:nvPr>
            <p:ph type="ftr" sz="quarter" idx="4"/>
          </p:nvPr>
        </p:nvSpPr>
        <p:spPr/>
        <p:txBody>
          <a:bodyPr/>
          <a:lstStyle/>
          <a:p>
            <a:r>
              <a:rPr lang="en-CA"/>
              <a:t>Copyright @ 2024 ProTech Professional Technical Services, Inc.</a:t>
            </a:r>
          </a:p>
        </p:txBody>
      </p:sp>
      <p:sp>
        <p:nvSpPr>
          <p:cNvPr id="6" name="Header Placeholder 5">
            <a:extLst>
              <a:ext uri="{FF2B5EF4-FFF2-40B4-BE49-F238E27FC236}">
                <a16:creationId xmlns:a16="http://schemas.microsoft.com/office/drawing/2014/main" id="{788A71BF-C5CC-4BD6-9F3D-469A8CE78E2C}"/>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281208766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a:t>As soon as a single </a:t>
            </a:r>
            <a:r>
              <a:rPr lang="en-US"/>
              <a:t>true</a:t>
            </a:r>
            <a:r>
              <a:rPr lang="en-US" sz="1300"/>
              <a:t> is returned, </a:t>
            </a:r>
            <a:r>
              <a:rPr lang="en-US"/>
              <a:t>.some()</a:t>
            </a:r>
            <a:r>
              <a:rPr lang="en-US" sz="1300"/>
              <a:t> will stop checking the other array values.</a:t>
            </a:r>
            <a:endParaRPr lang="en-CA"/>
          </a:p>
        </p:txBody>
      </p:sp>
      <p:sp>
        <p:nvSpPr>
          <p:cNvPr id="4" name="Footer Placeholder 3"/>
          <p:cNvSpPr>
            <a:spLocks noGrp="1"/>
          </p:cNvSpPr>
          <p:nvPr>
            <p:ph type="ftr" sz="quarter" idx="4"/>
          </p:nvPr>
        </p:nvSpPr>
        <p:spPr/>
        <p:txBody>
          <a:bodyPr/>
          <a:lstStyle/>
          <a:p>
            <a:r>
              <a:rPr lang="en-CA"/>
              <a:t>Copyright @ 2024 ProTech Professional Technical Services, Inc.</a:t>
            </a:r>
          </a:p>
        </p:txBody>
      </p:sp>
      <p:sp>
        <p:nvSpPr>
          <p:cNvPr id="5" name="Slide Number Placeholder 4"/>
          <p:cNvSpPr>
            <a:spLocks noGrp="1"/>
          </p:cNvSpPr>
          <p:nvPr>
            <p:ph type="sldNum" sz="quarter" idx="5"/>
          </p:nvPr>
        </p:nvSpPr>
        <p:spPr/>
        <p:txBody>
          <a:bodyPr/>
          <a:lstStyle/>
          <a:p>
            <a:fld id="{164377C5-5F89-43AD-BF72-9B51ECAEB898}" type="slidenum">
              <a:rPr lang="en-CA" smtClean="0"/>
              <a:t>48</a:t>
            </a:fld>
            <a:endParaRPr lang="en-CA"/>
          </a:p>
        </p:txBody>
      </p:sp>
      <p:sp>
        <p:nvSpPr>
          <p:cNvPr id="6" name="Header Placeholder 5">
            <a:extLst>
              <a:ext uri="{FF2B5EF4-FFF2-40B4-BE49-F238E27FC236}">
                <a16:creationId xmlns:a16="http://schemas.microsoft.com/office/drawing/2014/main" id="{E384BBF3-AAE0-46A2-AE3E-9F348DA2F81C}"/>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388278304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CA" dirty="0"/>
              <a:t>Code snippet in 06_arrays/snippets/</a:t>
            </a:r>
            <a:r>
              <a:rPr lang="en-CA" dirty="0" err="1"/>
              <a:t>js</a:t>
            </a:r>
            <a:r>
              <a:rPr lang="en-CA" dirty="0"/>
              <a:t>/arraySome.js</a:t>
            </a:r>
          </a:p>
          <a:p>
            <a:endParaRPr lang="en-CA" dirty="0"/>
          </a:p>
          <a:p>
            <a:r>
              <a:rPr lang="en-CA" dirty="0"/>
              <a:t>Output:</a:t>
            </a:r>
          </a:p>
          <a:p>
            <a:r>
              <a:rPr lang="en-US" dirty="0"/>
              <a:t>Using the some() method</a:t>
            </a:r>
          </a:p>
          <a:p>
            <a:r>
              <a:rPr lang="en-US" dirty="0"/>
              <a:t>Original array 9,21,12,23</a:t>
            </a:r>
          </a:p>
          <a:p>
            <a:r>
              <a:rPr lang="en-US" dirty="0"/>
              <a:t>Original array scores : 9,21,12,23</a:t>
            </a:r>
          </a:p>
          <a:p>
            <a:r>
              <a:rPr lang="en-US" dirty="0"/>
              <a:t>All elements more than 20 ? true</a:t>
            </a:r>
          </a:p>
          <a:p>
            <a:endParaRPr lang="en-US" dirty="0"/>
          </a:p>
          <a:p>
            <a:r>
              <a:rPr lang="en-US" dirty="0"/>
              <a:t>In the code above, </a:t>
            </a:r>
          </a:p>
          <a:p>
            <a:pPr marL="241653" indent="-241653">
              <a:buFont typeface="+mj-lt"/>
              <a:buAutoNum type="arabicPeriod"/>
            </a:pPr>
            <a:r>
              <a:rPr lang="en-US" dirty="0"/>
              <a:t>The given array called scores</a:t>
            </a:r>
          </a:p>
          <a:p>
            <a:pPr marL="241653" indent="-241653">
              <a:buFont typeface="+mj-lt"/>
              <a:buAutoNum type="arabicPeriod"/>
            </a:pPr>
            <a:r>
              <a:rPr lang="en-US" dirty="0"/>
              <a:t>The </a:t>
            </a:r>
            <a:r>
              <a:rPr lang="en-US" dirty="0" err="1"/>
              <a:t>isMoreThanTwenty</a:t>
            </a:r>
            <a:r>
              <a:rPr lang="en-US" dirty="0"/>
              <a:t> is the return value of type </a:t>
            </a:r>
            <a:r>
              <a:rPr lang="en-US" dirty="0" err="1"/>
              <a:t>boolean</a:t>
            </a:r>
            <a:endParaRPr lang="en-US" dirty="0"/>
          </a:p>
          <a:p>
            <a:pPr marL="241653" indent="-241653">
              <a:buFont typeface="+mj-lt"/>
              <a:buAutoNum type="arabicPeriod"/>
            </a:pPr>
            <a:r>
              <a:rPr lang="en-US" dirty="0"/>
              <a:t>Using the fat arrow function, the score represents the current element in the array</a:t>
            </a:r>
          </a:p>
          <a:p>
            <a:pPr marL="241653" indent="-241653" defTabSz="966612">
              <a:buFont typeface="+mj-lt"/>
              <a:buAutoNum type="arabicPeriod"/>
              <a:defRPr/>
            </a:pPr>
            <a:r>
              <a:rPr lang="en-US" dirty="0"/>
              <a:t>Each element of the array will be tested with this test.  If one element passed the condition (score &gt; 20) , then the function will it will immediately return true. Otherwise, it will return false.  </a:t>
            </a:r>
            <a:r>
              <a:rPr lang="en-US" altLang="en-US" sz="1300" kern="0" dirty="0">
                <a:solidFill>
                  <a:srgbClr val="000000"/>
                </a:solidFill>
                <a:latin typeface="Arial" panose="020B0604020202020204" pitchFamily="34" charset="0"/>
              </a:rPr>
              <a:t>.</a:t>
            </a:r>
            <a:endParaRPr lang="en-US" dirty="0"/>
          </a:p>
          <a:p>
            <a:pPr marL="241653" indent="-241653">
              <a:buFont typeface="+mj-lt"/>
              <a:buAutoNum type="arabicPeriod"/>
            </a:pPr>
            <a:r>
              <a:rPr lang="en-US" dirty="0"/>
              <a:t>The original array still have the same values</a:t>
            </a:r>
          </a:p>
          <a:p>
            <a:pPr marL="241653" indent="-241653">
              <a:buFont typeface="+mj-lt"/>
              <a:buAutoNum type="arabicPeriod"/>
            </a:pPr>
            <a:r>
              <a:rPr lang="en-US" dirty="0"/>
              <a:t>In this case, the some() method returns true</a:t>
            </a:r>
            <a:endParaRPr lang="en-CA" dirty="0"/>
          </a:p>
        </p:txBody>
      </p:sp>
      <p:sp>
        <p:nvSpPr>
          <p:cNvPr id="4" name="Slide Number Placeholder 3"/>
          <p:cNvSpPr>
            <a:spLocks noGrp="1"/>
          </p:cNvSpPr>
          <p:nvPr>
            <p:ph type="sldNum" sz="quarter" idx="5"/>
          </p:nvPr>
        </p:nvSpPr>
        <p:spPr/>
        <p:txBody>
          <a:bodyPr/>
          <a:lstStyle/>
          <a:p>
            <a:fld id="{8EDC75FD-C286-41FA-AFDE-5B5A8636BC1A}" type="slidenum">
              <a:rPr lang="en-CA" smtClean="0"/>
              <a:t>49</a:t>
            </a:fld>
            <a:endParaRPr lang="en-CA"/>
          </a:p>
        </p:txBody>
      </p:sp>
      <p:sp>
        <p:nvSpPr>
          <p:cNvPr id="5" name="Footer Placeholder 4">
            <a:extLst>
              <a:ext uri="{FF2B5EF4-FFF2-40B4-BE49-F238E27FC236}">
                <a16:creationId xmlns:a16="http://schemas.microsoft.com/office/drawing/2014/main" id="{BF7E9550-008F-4C9B-9D93-C5A7EA1AF08E}"/>
              </a:ext>
            </a:extLst>
          </p:cNvPr>
          <p:cNvSpPr>
            <a:spLocks noGrp="1"/>
          </p:cNvSpPr>
          <p:nvPr>
            <p:ph type="ftr" sz="quarter" idx="4"/>
          </p:nvPr>
        </p:nvSpPr>
        <p:spPr/>
        <p:txBody>
          <a:bodyPr/>
          <a:lstStyle/>
          <a:p>
            <a:r>
              <a:rPr lang="en-CA"/>
              <a:t>Copyright @ 2024 ProTech Professional Technical Services, Inc.</a:t>
            </a:r>
          </a:p>
        </p:txBody>
      </p:sp>
      <p:sp>
        <p:nvSpPr>
          <p:cNvPr id="6" name="Header Placeholder 5">
            <a:extLst>
              <a:ext uri="{FF2B5EF4-FFF2-40B4-BE49-F238E27FC236}">
                <a16:creationId xmlns:a16="http://schemas.microsoft.com/office/drawing/2014/main" id="{CB826924-E424-4BBB-92A8-F8008D4A2881}"/>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390577288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1240" indent="-181240">
              <a:buFont typeface="Arial" panose="020B0604020202020204" pitchFamily="34" charset="0"/>
              <a:buChar char="•"/>
            </a:pPr>
            <a:r>
              <a:rPr lang="en-US" sz="1300"/>
              <a:t>The reduce() method reduces the array to a single value</a:t>
            </a:r>
          </a:p>
          <a:p>
            <a:pPr marL="181240" indent="-181240">
              <a:buFont typeface="Arial" panose="020B0604020202020204" pitchFamily="34" charset="0"/>
              <a:buChar char="•"/>
            </a:pPr>
            <a:r>
              <a:rPr lang="en-US" sz="1300"/>
              <a:t>The reduce() method executes a provided function for each value of the array (from left-to-right)</a:t>
            </a:r>
          </a:p>
          <a:p>
            <a:pPr marL="181240" indent="-181240">
              <a:buFont typeface="Arial" panose="020B0604020202020204" pitchFamily="34" charset="0"/>
              <a:buChar char="•"/>
            </a:pPr>
            <a:r>
              <a:rPr lang="en-US" sz="1300"/>
              <a:t>The return value of the function is stored in an accumulator (result/total).</a:t>
            </a:r>
          </a:p>
          <a:p>
            <a:pPr marL="181240" indent="-181240">
              <a:buFont typeface="Arial" panose="020B0604020202020204" pitchFamily="34" charset="0"/>
              <a:buChar char="•"/>
            </a:pPr>
            <a:r>
              <a:rPr lang="en-US" sz="1300"/>
              <a:t>Note: reduce() does not execute the function for array elements without values.</a:t>
            </a:r>
            <a:endParaRPr lang="en-CA" b="0"/>
          </a:p>
        </p:txBody>
      </p:sp>
      <p:sp>
        <p:nvSpPr>
          <p:cNvPr id="4" name="Footer Placeholder 3"/>
          <p:cNvSpPr>
            <a:spLocks noGrp="1"/>
          </p:cNvSpPr>
          <p:nvPr>
            <p:ph type="ftr" sz="quarter" idx="4"/>
          </p:nvPr>
        </p:nvSpPr>
        <p:spPr/>
        <p:txBody>
          <a:bodyPr/>
          <a:lstStyle/>
          <a:p>
            <a:r>
              <a:rPr lang="en-CA"/>
              <a:t>Copyright @ 2024 ProTech Professional Technical Services, Inc.</a:t>
            </a:r>
          </a:p>
        </p:txBody>
      </p:sp>
      <p:sp>
        <p:nvSpPr>
          <p:cNvPr id="5" name="Slide Number Placeholder 4"/>
          <p:cNvSpPr>
            <a:spLocks noGrp="1"/>
          </p:cNvSpPr>
          <p:nvPr>
            <p:ph type="sldNum" sz="quarter" idx="5"/>
          </p:nvPr>
        </p:nvSpPr>
        <p:spPr/>
        <p:txBody>
          <a:bodyPr/>
          <a:lstStyle/>
          <a:p>
            <a:fld id="{164377C5-5F89-43AD-BF72-9B51ECAEB898}" type="slidenum">
              <a:rPr lang="en-CA" smtClean="0"/>
              <a:t>50</a:t>
            </a:fld>
            <a:endParaRPr lang="en-CA"/>
          </a:p>
        </p:txBody>
      </p:sp>
      <p:sp>
        <p:nvSpPr>
          <p:cNvPr id="6" name="Header Placeholder 5">
            <a:extLst>
              <a:ext uri="{FF2B5EF4-FFF2-40B4-BE49-F238E27FC236}">
                <a16:creationId xmlns:a16="http://schemas.microsoft.com/office/drawing/2014/main" id="{9E02E682-5AF6-4F15-9F59-0E5D26F5A06D}"/>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290791105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CA"/>
              <a:t>Code snippet in 06_arrays/snippets/</a:t>
            </a:r>
            <a:r>
              <a:rPr lang="en-CA" err="1"/>
              <a:t>js</a:t>
            </a:r>
            <a:r>
              <a:rPr lang="en-CA"/>
              <a:t>/arrayReduce.js</a:t>
            </a:r>
          </a:p>
          <a:p>
            <a:endParaRPr lang="en-CA"/>
          </a:p>
          <a:p>
            <a:r>
              <a:rPr lang="en-CA"/>
              <a:t>Output:</a:t>
            </a:r>
          </a:p>
          <a:p>
            <a:r>
              <a:rPr lang="en-US"/>
              <a:t>using reduce method</a:t>
            </a:r>
          </a:p>
          <a:p>
            <a:r>
              <a:rPr lang="en-US"/>
              <a:t>[ 100, 300, 400, 900, 800 ]</a:t>
            </a:r>
          </a:p>
          <a:p>
            <a:r>
              <a:rPr lang="en-US"/>
              <a:t>total sales 2500</a:t>
            </a:r>
          </a:p>
          <a:p>
            <a:endParaRPr lang="en-US"/>
          </a:p>
          <a:p>
            <a:r>
              <a:rPr lang="en-US"/>
              <a:t>In the code above, the reduce() method runs for each value in the array</a:t>
            </a:r>
          </a:p>
          <a:p>
            <a:pPr marL="241653" indent="-241653">
              <a:buFont typeface="+mj-lt"/>
              <a:buAutoNum type="arabicPeriod"/>
            </a:pPr>
            <a:r>
              <a:rPr lang="en-US"/>
              <a:t>The given array called sales</a:t>
            </a:r>
          </a:p>
          <a:p>
            <a:pPr marL="241653" indent="-241653">
              <a:buFont typeface="+mj-lt"/>
              <a:buAutoNum type="arabicPeriod"/>
            </a:pPr>
            <a:r>
              <a:rPr lang="en-US"/>
              <a:t>The </a:t>
            </a:r>
            <a:r>
              <a:rPr lang="en-US" err="1"/>
              <a:t>totalSales</a:t>
            </a:r>
            <a:r>
              <a:rPr lang="en-US"/>
              <a:t> is the return value of the reduce() method.  This is the sum of all the values of the sales array</a:t>
            </a:r>
          </a:p>
          <a:p>
            <a:pPr marL="241653" indent="-241653">
              <a:buFont typeface="+mj-lt"/>
              <a:buAutoNum type="arabicPeriod"/>
            </a:pPr>
            <a:r>
              <a:rPr lang="en-US"/>
              <a:t>Using the fat arrow, </a:t>
            </a:r>
          </a:p>
          <a:p>
            <a:pPr marL="724959" lvl="1" indent="-241653">
              <a:buFont typeface="+mj-lt"/>
              <a:buAutoNum type="arabicPeriod"/>
            </a:pPr>
            <a:r>
              <a:rPr lang="en-US"/>
              <a:t>The first argument total represents the return value</a:t>
            </a:r>
          </a:p>
          <a:p>
            <a:pPr marL="724959" lvl="1" indent="-241653">
              <a:buFont typeface="+mj-lt"/>
              <a:buAutoNum type="arabicPeriod"/>
            </a:pPr>
            <a:r>
              <a:rPr lang="en-US"/>
              <a:t>The sale represents each element of the array</a:t>
            </a:r>
          </a:p>
          <a:p>
            <a:pPr marL="241653" indent="-241653" defTabSz="966612">
              <a:buFont typeface="+mj-lt"/>
              <a:buAutoNum type="arabicPeriod"/>
              <a:defRPr/>
            </a:pPr>
            <a:r>
              <a:rPr lang="en-US"/>
              <a:t>The initial value of total is 0</a:t>
            </a:r>
          </a:p>
          <a:p>
            <a:pPr marL="241653" indent="-241653" defTabSz="966612">
              <a:buFont typeface="+mj-lt"/>
              <a:buAutoNum type="arabicPeriod"/>
              <a:defRPr/>
            </a:pPr>
            <a:r>
              <a:rPr lang="en-US"/>
              <a:t>Displays the summation of all the values in the sales array</a:t>
            </a:r>
          </a:p>
        </p:txBody>
      </p:sp>
      <p:sp>
        <p:nvSpPr>
          <p:cNvPr id="4" name="Slide Number Placeholder 3"/>
          <p:cNvSpPr>
            <a:spLocks noGrp="1"/>
          </p:cNvSpPr>
          <p:nvPr>
            <p:ph type="sldNum" sz="quarter" idx="5"/>
          </p:nvPr>
        </p:nvSpPr>
        <p:spPr/>
        <p:txBody>
          <a:bodyPr/>
          <a:lstStyle/>
          <a:p>
            <a:fld id="{8EDC75FD-C286-41FA-AFDE-5B5A8636BC1A}" type="slidenum">
              <a:rPr lang="en-CA" smtClean="0"/>
              <a:t>51</a:t>
            </a:fld>
            <a:endParaRPr lang="en-CA"/>
          </a:p>
        </p:txBody>
      </p:sp>
      <p:sp>
        <p:nvSpPr>
          <p:cNvPr id="5" name="Footer Placeholder 4">
            <a:extLst>
              <a:ext uri="{FF2B5EF4-FFF2-40B4-BE49-F238E27FC236}">
                <a16:creationId xmlns:a16="http://schemas.microsoft.com/office/drawing/2014/main" id="{AC854CC7-9F60-44DD-8AC3-A88DB11110E9}"/>
              </a:ext>
            </a:extLst>
          </p:cNvPr>
          <p:cNvSpPr>
            <a:spLocks noGrp="1"/>
          </p:cNvSpPr>
          <p:nvPr>
            <p:ph type="ftr" sz="quarter" idx="4"/>
          </p:nvPr>
        </p:nvSpPr>
        <p:spPr/>
        <p:txBody>
          <a:bodyPr/>
          <a:lstStyle/>
          <a:p>
            <a:r>
              <a:rPr lang="en-CA"/>
              <a:t>Copyright @ 2024 ProTech Professional Technical Services, Inc.</a:t>
            </a:r>
          </a:p>
        </p:txBody>
      </p:sp>
      <p:sp>
        <p:nvSpPr>
          <p:cNvPr id="6" name="Header Placeholder 5">
            <a:extLst>
              <a:ext uri="{FF2B5EF4-FFF2-40B4-BE49-F238E27FC236}">
                <a16:creationId xmlns:a16="http://schemas.microsoft.com/office/drawing/2014/main" id="{4B6D5FDC-FB0B-43B9-A135-38E525A06C03}"/>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123153061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CA" dirty="0"/>
              <a:t>Notes:</a:t>
            </a:r>
          </a:p>
          <a:p>
            <a:endParaRPr lang="en-CA" dirty="0"/>
          </a:p>
        </p:txBody>
      </p:sp>
      <p:sp>
        <p:nvSpPr>
          <p:cNvPr id="4" name="Header Placeholder 3"/>
          <p:cNvSpPr>
            <a:spLocks noGrp="1"/>
          </p:cNvSpPr>
          <p:nvPr>
            <p:ph type="hdr" sz="quarter"/>
          </p:nvPr>
        </p:nvSpPr>
        <p:spPr/>
        <p:txBody>
          <a:bodyPr/>
          <a:lstStyle/>
          <a:p>
            <a:r>
              <a:rPr lang="en-CA"/>
              <a:t>Modern JavaScript v1.0.3</a:t>
            </a:r>
          </a:p>
        </p:txBody>
      </p:sp>
      <p:sp>
        <p:nvSpPr>
          <p:cNvPr id="5" name="Footer Placeholder 4"/>
          <p:cNvSpPr>
            <a:spLocks noGrp="1"/>
          </p:cNvSpPr>
          <p:nvPr>
            <p:ph type="ftr" sz="quarter" idx="4"/>
          </p:nvPr>
        </p:nvSpPr>
        <p:spPr/>
        <p:txBody>
          <a:bodyPr/>
          <a:lstStyle/>
          <a:p>
            <a:r>
              <a:rPr lang="en-CA"/>
              <a:t>Copyright @ 2024 ProTech Professional Technical Services, Inc.</a:t>
            </a:r>
          </a:p>
        </p:txBody>
      </p:sp>
      <p:sp>
        <p:nvSpPr>
          <p:cNvPr id="6" name="Slide Number Placeholder 5"/>
          <p:cNvSpPr>
            <a:spLocks noGrp="1"/>
          </p:cNvSpPr>
          <p:nvPr>
            <p:ph type="sldNum" sz="quarter" idx="5"/>
          </p:nvPr>
        </p:nvSpPr>
        <p:spPr/>
        <p:txBody>
          <a:bodyPr/>
          <a:lstStyle/>
          <a:p>
            <a:fld id="{C528DD48-E94E-4075-98E3-1BE9A1631110}" type="slidenum">
              <a:rPr lang="en-CA" smtClean="0"/>
              <a:t>52</a:t>
            </a:fld>
            <a:endParaRPr lang="en-CA"/>
          </a:p>
        </p:txBody>
      </p:sp>
    </p:spTree>
    <p:extLst>
      <p:ext uri="{BB962C8B-B14F-4D97-AF65-F5344CB8AC3E}">
        <p14:creationId xmlns:p14="http://schemas.microsoft.com/office/powerpoint/2010/main" val="364628833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snippet in 06_arrays/snippets/</a:t>
            </a:r>
            <a:r>
              <a:rPr lang="en-US" dirty="0" err="1"/>
              <a:t>js</a:t>
            </a:r>
            <a:r>
              <a:rPr lang="en-US" dirty="0"/>
              <a:t>/newArrayMethods.js</a:t>
            </a:r>
          </a:p>
          <a:p>
            <a:endParaRPr lang="en-CA" dirty="0"/>
          </a:p>
        </p:txBody>
      </p:sp>
      <p:sp>
        <p:nvSpPr>
          <p:cNvPr id="4" name="Header Placeholder 3"/>
          <p:cNvSpPr>
            <a:spLocks noGrp="1"/>
          </p:cNvSpPr>
          <p:nvPr>
            <p:ph type="hdr" sz="quarter"/>
          </p:nvPr>
        </p:nvSpPr>
        <p:spPr/>
        <p:txBody>
          <a:bodyPr/>
          <a:lstStyle/>
          <a:p>
            <a:r>
              <a:rPr lang="en-CA"/>
              <a:t>Modern JavaScript v1.0.3</a:t>
            </a:r>
          </a:p>
        </p:txBody>
      </p:sp>
      <p:sp>
        <p:nvSpPr>
          <p:cNvPr id="5" name="Footer Placeholder 4"/>
          <p:cNvSpPr>
            <a:spLocks noGrp="1"/>
          </p:cNvSpPr>
          <p:nvPr>
            <p:ph type="ftr" sz="quarter" idx="4"/>
          </p:nvPr>
        </p:nvSpPr>
        <p:spPr/>
        <p:txBody>
          <a:bodyPr/>
          <a:lstStyle/>
          <a:p>
            <a:r>
              <a:rPr lang="en-CA"/>
              <a:t>Copyright @ 2024 ProTech Professional Technical Services, Inc.</a:t>
            </a:r>
          </a:p>
        </p:txBody>
      </p:sp>
      <p:sp>
        <p:nvSpPr>
          <p:cNvPr id="6" name="Slide Number Placeholder 5"/>
          <p:cNvSpPr>
            <a:spLocks noGrp="1"/>
          </p:cNvSpPr>
          <p:nvPr>
            <p:ph type="sldNum" sz="quarter" idx="5"/>
          </p:nvPr>
        </p:nvSpPr>
        <p:spPr/>
        <p:txBody>
          <a:bodyPr/>
          <a:lstStyle/>
          <a:p>
            <a:fld id="{C528DD48-E94E-4075-98E3-1BE9A1631110}" type="slidenum">
              <a:rPr lang="en-CA" smtClean="0"/>
              <a:t>53</a:t>
            </a:fld>
            <a:endParaRPr lang="en-CA"/>
          </a:p>
        </p:txBody>
      </p:sp>
    </p:spTree>
    <p:extLst>
      <p:ext uri="{BB962C8B-B14F-4D97-AF65-F5344CB8AC3E}">
        <p14:creationId xmlns:p14="http://schemas.microsoft.com/office/powerpoint/2010/main" val="221542528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CA" dirty="0"/>
              <a:t>Code snippet in 06_arrays/snippets/</a:t>
            </a:r>
            <a:r>
              <a:rPr lang="en-CA" dirty="0" err="1"/>
              <a:t>js</a:t>
            </a:r>
            <a:r>
              <a:rPr lang="en-CA" dirty="0"/>
              <a:t>/newArrayMethods.js</a:t>
            </a:r>
          </a:p>
          <a:p>
            <a:endParaRPr lang="en-CA" dirty="0"/>
          </a:p>
        </p:txBody>
      </p:sp>
      <p:sp>
        <p:nvSpPr>
          <p:cNvPr id="4" name="Header Placeholder 3"/>
          <p:cNvSpPr>
            <a:spLocks noGrp="1"/>
          </p:cNvSpPr>
          <p:nvPr>
            <p:ph type="hdr" sz="quarter"/>
          </p:nvPr>
        </p:nvSpPr>
        <p:spPr/>
        <p:txBody>
          <a:bodyPr/>
          <a:lstStyle/>
          <a:p>
            <a:r>
              <a:rPr lang="en-CA"/>
              <a:t>Modern JavaScript v1.0.3</a:t>
            </a:r>
          </a:p>
        </p:txBody>
      </p:sp>
      <p:sp>
        <p:nvSpPr>
          <p:cNvPr id="5" name="Footer Placeholder 4"/>
          <p:cNvSpPr>
            <a:spLocks noGrp="1"/>
          </p:cNvSpPr>
          <p:nvPr>
            <p:ph type="ftr" sz="quarter" idx="4"/>
          </p:nvPr>
        </p:nvSpPr>
        <p:spPr/>
        <p:txBody>
          <a:bodyPr/>
          <a:lstStyle/>
          <a:p>
            <a:r>
              <a:rPr lang="en-CA"/>
              <a:t>Copyright @ 2024 ProTech Professional Technical Services, Inc.</a:t>
            </a:r>
          </a:p>
        </p:txBody>
      </p:sp>
      <p:sp>
        <p:nvSpPr>
          <p:cNvPr id="6" name="Slide Number Placeholder 5"/>
          <p:cNvSpPr>
            <a:spLocks noGrp="1"/>
          </p:cNvSpPr>
          <p:nvPr>
            <p:ph type="sldNum" sz="quarter" idx="5"/>
          </p:nvPr>
        </p:nvSpPr>
        <p:spPr/>
        <p:txBody>
          <a:bodyPr/>
          <a:lstStyle/>
          <a:p>
            <a:fld id="{C528DD48-E94E-4075-98E3-1BE9A1631110}" type="slidenum">
              <a:rPr lang="en-CA" smtClean="0"/>
              <a:t>54</a:t>
            </a:fld>
            <a:endParaRPr lang="en-CA"/>
          </a:p>
        </p:txBody>
      </p:sp>
    </p:spTree>
    <p:extLst>
      <p:ext uri="{BB962C8B-B14F-4D97-AF65-F5344CB8AC3E}">
        <p14:creationId xmlns:p14="http://schemas.microsoft.com/office/powerpoint/2010/main" val="157029398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9C7FF-35EE-F0DC-6756-E7E24BFEED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7F79-9359-156F-92F7-3CFCCB488D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130B19-17B2-3041-557C-AB5B11D43371}"/>
              </a:ext>
            </a:extLst>
          </p:cNvPr>
          <p:cNvSpPr>
            <a:spLocks noGrp="1"/>
          </p:cNvSpPr>
          <p:nvPr>
            <p:ph type="body" idx="1"/>
          </p:nvPr>
        </p:nvSpPr>
        <p:spPr/>
        <p:txBody>
          <a:bodyPr/>
          <a:lstStyle/>
          <a:p>
            <a:r>
              <a:rPr lang="en-CA" dirty="0"/>
              <a:t>Notes:</a:t>
            </a:r>
          </a:p>
        </p:txBody>
      </p:sp>
      <p:sp>
        <p:nvSpPr>
          <p:cNvPr id="4" name="Slide Number Placeholder 3">
            <a:extLst>
              <a:ext uri="{FF2B5EF4-FFF2-40B4-BE49-F238E27FC236}">
                <a16:creationId xmlns:a16="http://schemas.microsoft.com/office/drawing/2014/main" id="{4E0ACA6D-E4B7-C1AA-BEED-C232DFCE7918}"/>
              </a:ext>
            </a:extLst>
          </p:cNvPr>
          <p:cNvSpPr>
            <a:spLocks noGrp="1"/>
          </p:cNvSpPr>
          <p:nvPr>
            <p:ph type="sldNum" sz="quarter" idx="5"/>
          </p:nvPr>
        </p:nvSpPr>
        <p:spPr/>
        <p:txBody>
          <a:bodyPr/>
          <a:lstStyle/>
          <a:p>
            <a:fld id="{164377C5-5F89-43AD-BF72-9B51ECAEB898}" type="slidenum">
              <a:rPr lang="en-CA" smtClean="0"/>
              <a:t>55</a:t>
            </a:fld>
            <a:endParaRPr lang="en-CA"/>
          </a:p>
        </p:txBody>
      </p:sp>
      <p:sp>
        <p:nvSpPr>
          <p:cNvPr id="5" name="Footer Placeholder 4">
            <a:extLst>
              <a:ext uri="{FF2B5EF4-FFF2-40B4-BE49-F238E27FC236}">
                <a16:creationId xmlns:a16="http://schemas.microsoft.com/office/drawing/2014/main" id="{B5BE9DCC-AEB1-16AD-27F2-1B7F2D5A571A}"/>
              </a:ext>
            </a:extLst>
          </p:cNvPr>
          <p:cNvSpPr>
            <a:spLocks noGrp="1"/>
          </p:cNvSpPr>
          <p:nvPr>
            <p:ph type="ftr" sz="quarter" idx="4"/>
          </p:nvPr>
        </p:nvSpPr>
        <p:spPr/>
        <p:txBody>
          <a:bodyPr/>
          <a:lstStyle/>
          <a:p>
            <a:r>
              <a:rPr lang="en-CA"/>
              <a:t>Copyright @ 2024 ProTech Professional Technical Services, Inc.</a:t>
            </a:r>
          </a:p>
        </p:txBody>
      </p:sp>
      <p:sp>
        <p:nvSpPr>
          <p:cNvPr id="6" name="Header Placeholder 5">
            <a:extLst>
              <a:ext uri="{FF2B5EF4-FFF2-40B4-BE49-F238E27FC236}">
                <a16:creationId xmlns:a16="http://schemas.microsoft.com/office/drawing/2014/main" id="{F2A7648C-7500-6CAC-18BC-9F2B1412A783}"/>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395091474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1240" indent="-181240">
              <a:buFont typeface="Arial" panose="020B0604020202020204" pitchFamily="34" charset="0"/>
              <a:buChar char="•"/>
            </a:pPr>
            <a:r>
              <a:rPr lang="en-US" sz="1300" dirty="0"/>
              <a:t>When ... is at the end of function parameters, it's “rest parameters” and gathers the rest of the list of arguments into an array.</a:t>
            </a:r>
          </a:p>
          <a:p>
            <a:pPr marL="181240" indent="-181240">
              <a:buFont typeface="Arial" panose="020B0604020202020204" pitchFamily="34" charset="0"/>
              <a:buChar char="•"/>
            </a:pPr>
            <a:r>
              <a:rPr lang="en-US" sz="1300" dirty="0"/>
              <a:t>Rest parameters are used to create functions that accept any number of arguments.</a:t>
            </a:r>
          </a:p>
          <a:p>
            <a:endParaRPr lang="en-US" sz="1300" dirty="0"/>
          </a:p>
          <a:p>
            <a:endParaRPr lang="en-US" sz="1300" dirty="0"/>
          </a:p>
        </p:txBody>
      </p:sp>
      <p:sp>
        <p:nvSpPr>
          <p:cNvPr id="4" name="Slide Number Placeholder 3"/>
          <p:cNvSpPr>
            <a:spLocks noGrp="1"/>
          </p:cNvSpPr>
          <p:nvPr>
            <p:ph type="sldNum" sz="quarter" idx="5"/>
          </p:nvPr>
        </p:nvSpPr>
        <p:spPr/>
        <p:txBody>
          <a:bodyPr/>
          <a:lstStyle/>
          <a:p>
            <a:fld id="{8EDC75FD-C286-41FA-AFDE-5B5A8636BC1A}" type="slidenum">
              <a:rPr lang="en-CA" smtClean="0"/>
              <a:t>56</a:t>
            </a:fld>
            <a:endParaRPr lang="en-CA"/>
          </a:p>
        </p:txBody>
      </p:sp>
      <p:sp>
        <p:nvSpPr>
          <p:cNvPr id="5" name="Footer Placeholder 4">
            <a:extLst>
              <a:ext uri="{FF2B5EF4-FFF2-40B4-BE49-F238E27FC236}">
                <a16:creationId xmlns:a16="http://schemas.microsoft.com/office/drawing/2014/main" id="{8A2F9686-0D59-41B8-9BCD-D886BD4B01A3}"/>
              </a:ext>
            </a:extLst>
          </p:cNvPr>
          <p:cNvSpPr>
            <a:spLocks noGrp="1"/>
          </p:cNvSpPr>
          <p:nvPr>
            <p:ph type="ftr" sz="quarter" idx="4"/>
          </p:nvPr>
        </p:nvSpPr>
        <p:spPr/>
        <p:txBody>
          <a:bodyPr/>
          <a:lstStyle/>
          <a:p>
            <a:r>
              <a:rPr lang="en-CA"/>
              <a:t>Copyright @ 2024 ProTech Professional Technical Services, Inc.</a:t>
            </a:r>
          </a:p>
        </p:txBody>
      </p:sp>
      <p:sp>
        <p:nvSpPr>
          <p:cNvPr id="6" name="Header Placeholder 5">
            <a:extLst>
              <a:ext uri="{FF2B5EF4-FFF2-40B4-BE49-F238E27FC236}">
                <a16:creationId xmlns:a16="http://schemas.microsoft.com/office/drawing/2014/main" id="{25CA6673-962D-4C9D-83EE-D9AB1628B659}"/>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263399378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dirty="0"/>
              <a:t>Code snippet in 06_arrays/snippets/</a:t>
            </a:r>
            <a:r>
              <a:rPr lang="en-US" sz="1300" dirty="0" err="1"/>
              <a:t>js</a:t>
            </a:r>
            <a:r>
              <a:rPr lang="en-US" sz="1300" dirty="0"/>
              <a:t>/restParameters.js</a:t>
            </a:r>
          </a:p>
          <a:p>
            <a:endParaRPr lang="en-US" sz="1300" dirty="0"/>
          </a:p>
          <a:p>
            <a:r>
              <a:rPr lang="en-US" sz="1300" dirty="0"/>
              <a:t>Output:</a:t>
            </a:r>
          </a:p>
          <a:p>
            <a:r>
              <a:rPr lang="en-US" sz="1300" dirty="0"/>
              <a:t>Length of Hours : 3</a:t>
            </a:r>
          </a:p>
          <a:p>
            <a:r>
              <a:rPr lang="en-US" sz="1300" dirty="0" err="1"/>
              <a:t>GrossPay</a:t>
            </a:r>
            <a:r>
              <a:rPr lang="en-US" sz="1300" dirty="0"/>
              <a:t> is $312.625</a:t>
            </a:r>
          </a:p>
          <a:p>
            <a:endParaRPr lang="en-CA" dirty="0"/>
          </a:p>
        </p:txBody>
      </p:sp>
      <p:sp>
        <p:nvSpPr>
          <p:cNvPr id="4" name="Slide Number Placeholder 3"/>
          <p:cNvSpPr>
            <a:spLocks noGrp="1"/>
          </p:cNvSpPr>
          <p:nvPr>
            <p:ph type="sldNum" sz="quarter" idx="5"/>
          </p:nvPr>
        </p:nvSpPr>
        <p:spPr/>
        <p:txBody>
          <a:bodyPr/>
          <a:lstStyle/>
          <a:p>
            <a:fld id="{713282AD-A42F-4EA4-BA92-7946FF507498}" type="slidenum">
              <a:rPr lang="en-CA" smtClean="0"/>
              <a:t>57</a:t>
            </a:fld>
            <a:endParaRPr lang="en-CA"/>
          </a:p>
        </p:txBody>
      </p:sp>
      <p:sp>
        <p:nvSpPr>
          <p:cNvPr id="5" name="Footer Placeholder 4">
            <a:extLst>
              <a:ext uri="{FF2B5EF4-FFF2-40B4-BE49-F238E27FC236}">
                <a16:creationId xmlns:a16="http://schemas.microsoft.com/office/drawing/2014/main" id="{BCE5791C-4FAA-4E77-988C-E70A6B8EE243}"/>
              </a:ext>
            </a:extLst>
          </p:cNvPr>
          <p:cNvSpPr>
            <a:spLocks noGrp="1"/>
          </p:cNvSpPr>
          <p:nvPr>
            <p:ph type="ftr" sz="quarter" idx="4"/>
          </p:nvPr>
        </p:nvSpPr>
        <p:spPr/>
        <p:txBody>
          <a:bodyPr/>
          <a:lstStyle/>
          <a:p>
            <a:r>
              <a:rPr lang="en-CA"/>
              <a:t>Copyright @ 2024 ProTech Professional Technical Services, Inc.</a:t>
            </a:r>
          </a:p>
        </p:txBody>
      </p:sp>
      <p:sp>
        <p:nvSpPr>
          <p:cNvPr id="6" name="Header Placeholder 5">
            <a:extLst>
              <a:ext uri="{FF2B5EF4-FFF2-40B4-BE49-F238E27FC236}">
                <a16:creationId xmlns:a16="http://schemas.microsoft.com/office/drawing/2014/main" id="{85936A84-563A-4AE6-9C75-BB3F3D98CB8A}"/>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393568042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1240" indent="-181240">
              <a:buFont typeface="Arial" panose="020B0604020202020204" pitchFamily="34" charset="0"/>
              <a:buChar char="•"/>
            </a:pPr>
            <a:r>
              <a:rPr lang="en-CA"/>
              <a:t>It is the opposite of the rest parameters</a:t>
            </a:r>
          </a:p>
          <a:p>
            <a:pPr marL="181240" indent="-181240">
              <a:buFont typeface="Arial" panose="020B0604020202020204" pitchFamily="34" charset="0"/>
              <a:buChar char="•"/>
            </a:pPr>
            <a:r>
              <a:rPr lang="en-US" sz="1300"/>
              <a:t>The spread syntax internally uses iterators to gather elements, the same way as </a:t>
            </a:r>
            <a:r>
              <a:rPr lang="en-US"/>
              <a:t>for...of</a:t>
            </a:r>
            <a:r>
              <a:rPr lang="en-US" sz="1300"/>
              <a:t> does.</a:t>
            </a:r>
          </a:p>
          <a:p>
            <a:pPr marL="181240" indent="-181240">
              <a:buFont typeface="Arial" panose="020B0604020202020204" pitchFamily="34" charset="0"/>
              <a:buChar char="•"/>
            </a:pPr>
            <a:r>
              <a:rPr lang="en-US"/>
              <a:t>It is mostly used in the variable where more than 1 value is expected</a:t>
            </a:r>
            <a:endParaRPr lang="en-CA"/>
          </a:p>
        </p:txBody>
      </p:sp>
      <p:sp>
        <p:nvSpPr>
          <p:cNvPr id="4" name="Slide Number Placeholder 3"/>
          <p:cNvSpPr>
            <a:spLocks noGrp="1"/>
          </p:cNvSpPr>
          <p:nvPr>
            <p:ph type="sldNum" sz="quarter" idx="5"/>
          </p:nvPr>
        </p:nvSpPr>
        <p:spPr/>
        <p:txBody>
          <a:bodyPr/>
          <a:lstStyle/>
          <a:p>
            <a:fld id="{8EDC75FD-C286-41FA-AFDE-5B5A8636BC1A}" type="slidenum">
              <a:rPr lang="en-CA" smtClean="0"/>
              <a:t>58</a:t>
            </a:fld>
            <a:endParaRPr lang="en-CA"/>
          </a:p>
        </p:txBody>
      </p:sp>
      <p:sp>
        <p:nvSpPr>
          <p:cNvPr id="5" name="Footer Placeholder 4">
            <a:extLst>
              <a:ext uri="{FF2B5EF4-FFF2-40B4-BE49-F238E27FC236}">
                <a16:creationId xmlns:a16="http://schemas.microsoft.com/office/drawing/2014/main" id="{7E55EC54-365A-454E-A241-C5173FDB0DCD}"/>
              </a:ext>
            </a:extLst>
          </p:cNvPr>
          <p:cNvSpPr>
            <a:spLocks noGrp="1"/>
          </p:cNvSpPr>
          <p:nvPr>
            <p:ph type="ftr" sz="quarter" idx="4"/>
          </p:nvPr>
        </p:nvSpPr>
        <p:spPr/>
        <p:txBody>
          <a:bodyPr/>
          <a:lstStyle/>
          <a:p>
            <a:r>
              <a:rPr lang="en-CA"/>
              <a:t>Copyright @ 2024 ProTech Professional Technical Services, Inc.</a:t>
            </a:r>
          </a:p>
        </p:txBody>
      </p:sp>
      <p:sp>
        <p:nvSpPr>
          <p:cNvPr id="6" name="Header Placeholder 5">
            <a:extLst>
              <a:ext uri="{FF2B5EF4-FFF2-40B4-BE49-F238E27FC236}">
                <a16:creationId xmlns:a16="http://schemas.microsoft.com/office/drawing/2014/main" id="{F6171FEE-C94F-4C53-82B1-FA65811F0895}"/>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88490022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Code snippet in 06_arrays/snippets/</a:t>
            </a:r>
            <a:r>
              <a:rPr lang="en-CA" err="1"/>
              <a:t>js</a:t>
            </a:r>
            <a:r>
              <a:rPr lang="en-CA"/>
              <a:t>/speadOperator01.js</a:t>
            </a:r>
          </a:p>
          <a:p>
            <a:endParaRPr lang="en-CA"/>
          </a:p>
          <a:p>
            <a:r>
              <a:rPr lang="en-CA"/>
              <a:t>Output:</a:t>
            </a:r>
          </a:p>
          <a:p>
            <a:r>
              <a:rPr lang="it-IT"/>
              <a:t>[ 2, 4, 6, 8, 10 ]</a:t>
            </a:r>
          </a:p>
          <a:p>
            <a:r>
              <a:rPr lang="it-IT"/>
              <a:t>2 4 6 8 10</a:t>
            </a:r>
          </a:p>
          <a:p>
            <a:r>
              <a:rPr lang="it-IT"/>
              <a:t>hello world</a:t>
            </a:r>
          </a:p>
          <a:p>
            <a:r>
              <a:rPr lang="it-IT"/>
              <a:t>[  'h', 'e', 'l', 'l’,   'o', ' ', 'w', 'o’,   'r', 'l', 'd’ ]</a:t>
            </a:r>
            <a:endParaRPr lang="en-CA"/>
          </a:p>
          <a:p>
            <a:endParaRPr lang="en-CA"/>
          </a:p>
          <a:p>
            <a:r>
              <a:rPr lang="en-US"/>
              <a:t>The spread operator put the contents of the </a:t>
            </a:r>
            <a:r>
              <a:rPr lang="en-US" err="1"/>
              <a:t>iterable</a:t>
            </a:r>
            <a:r>
              <a:rPr lang="en-US"/>
              <a:t> into individual elements</a:t>
            </a:r>
            <a:endParaRPr lang="en-CA"/>
          </a:p>
        </p:txBody>
      </p:sp>
      <p:sp>
        <p:nvSpPr>
          <p:cNvPr id="4" name="Slide Number Placeholder 3"/>
          <p:cNvSpPr>
            <a:spLocks noGrp="1"/>
          </p:cNvSpPr>
          <p:nvPr>
            <p:ph type="sldNum" sz="quarter" idx="5"/>
          </p:nvPr>
        </p:nvSpPr>
        <p:spPr/>
        <p:txBody>
          <a:bodyPr/>
          <a:lstStyle/>
          <a:p>
            <a:fld id="{8EDC75FD-C286-41FA-AFDE-5B5A8636BC1A}" type="slidenum">
              <a:rPr lang="en-CA" smtClean="0"/>
              <a:t>59</a:t>
            </a:fld>
            <a:endParaRPr lang="en-CA"/>
          </a:p>
        </p:txBody>
      </p:sp>
      <p:sp>
        <p:nvSpPr>
          <p:cNvPr id="5" name="Footer Placeholder 4">
            <a:extLst>
              <a:ext uri="{FF2B5EF4-FFF2-40B4-BE49-F238E27FC236}">
                <a16:creationId xmlns:a16="http://schemas.microsoft.com/office/drawing/2014/main" id="{F9C4308D-834D-4B07-AE2C-A980A9081D1A}"/>
              </a:ext>
            </a:extLst>
          </p:cNvPr>
          <p:cNvSpPr>
            <a:spLocks noGrp="1"/>
          </p:cNvSpPr>
          <p:nvPr>
            <p:ph type="ftr" sz="quarter" idx="4"/>
          </p:nvPr>
        </p:nvSpPr>
        <p:spPr/>
        <p:txBody>
          <a:bodyPr/>
          <a:lstStyle/>
          <a:p>
            <a:r>
              <a:rPr lang="en-CA"/>
              <a:t>Copyright @ 2024 ProTech Professional Technical Services, Inc.</a:t>
            </a:r>
          </a:p>
        </p:txBody>
      </p:sp>
      <p:sp>
        <p:nvSpPr>
          <p:cNvPr id="6" name="Header Placeholder 5">
            <a:extLst>
              <a:ext uri="{FF2B5EF4-FFF2-40B4-BE49-F238E27FC236}">
                <a16:creationId xmlns:a16="http://schemas.microsoft.com/office/drawing/2014/main" id="{C364A81C-F1C1-4773-BDB6-873F931EF3F8}"/>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267821407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Code snippet in 06_arrays/snippets/</a:t>
            </a:r>
            <a:r>
              <a:rPr lang="en-CA" err="1"/>
              <a:t>js</a:t>
            </a:r>
            <a:r>
              <a:rPr lang="en-CA"/>
              <a:t>/spreadOperator02.js</a:t>
            </a:r>
          </a:p>
          <a:p>
            <a:endParaRPr lang="en-CA"/>
          </a:p>
          <a:p>
            <a:r>
              <a:rPr lang="en-CA"/>
              <a:t>Output:</a:t>
            </a:r>
          </a:p>
          <a:p>
            <a:r>
              <a:rPr lang="en-US"/>
              <a:t>array1</a:t>
            </a:r>
          </a:p>
          <a:p>
            <a:r>
              <a:rPr lang="en-US"/>
              <a:t>[ 2, 4, 6, 8 ]</a:t>
            </a:r>
          </a:p>
          <a:p>
            <a:r>
              <a:rPr lang="en-US"/>
              <a:t>array2 - array1 and 10 and 20</a:t>
            </a:r>
          </a:p>
          <a:p>
            <a:r>
              <a:rPr lang="en-US"/>
              <a:t>[ 2, 4, 6, 8, 10, 20 ]</a:t>
            </a:r>
          </a:p>
          <a:p>
            <a:r>
              <a:rPr lang="en-US"/>
              <a:t>array 3 - copy of array1</a:t>
            </a:r>
          </a:p>
          <a:p>
            <a:r>
              <a:rPr lang="en-US"/>
              <a:t>[ 2, 4, 6, 8 ]</a:t>
            </a:r>
            <a:endParaRPr lang="en-CA"/>
          </a:p>
        </p:txBody>
      </p:sp>
      <p:sp>
        <p:nvSpPr>
          <p:cNvPr id="4" name="Slide Number Placeholder 3"/>
          <p:cNvSpPr>
            <a:spLocks noGrp="1"/>
          </p:cNvSpPr>
          <p:nvPr>
            <p:ph type="sldNum" sz="quarter" idx="5"/>
          </p:nvPr>
        </p:nvSpPr>
        <p:spPr/>
        <p:txBody>
          <a:bodyPr/>
          <a:lstStyle/>
          <a:p>
            <a:fld id="{8EDC75FD-C286-41FA-AFDE-5B5A8636BC1A}" type="slidenum">
              <a:rPr lang="en-CA" smtClean="0"/>
              <a:t>60</a:t>
            </a:fld>
            <a:endParaRPr lang="en-CA"/>
          </a:p>
        </p:txBody>
      </p:sp>
      <p:sp>
        <p:nvSpPr>
          <p:cNvPr id="5" name="Footer Placeholder 4">
            <a:extLst>
              <a:ext uri="{FF2B5EF4-FFF2-40B4-BE49-F238E27FC236}">
                <a16:creationId xmlns:a16="http://schemas.microsoft.com/office/drawing/2014/main" id="{79AB7CEE-9DEC-40FA-AE9E-C54ACAB71FB0}"/>
              </a:ext>
            </a:extLst>
          </p:cNvPr>
          <p:cNvSpPr>
            <a:spLocks noGrp="1"/>
          </p:cNvSpPr>
          <p:nvPr>
            <p:ph type="ftr" sz="quarter" idx="4"/>
          </p:nvPr>
        </p:nvSpPr>
        <p:spPr/>
        <p:txBody>
          <a:bodyPr/>
          <a:lstStyle/>
          <a:p>
            <a:r>
              <a:rPr lang="en-CA"/>
              <a:t>Copyright @ 2024 ProTech Professional Technical Services, Inc.</a:t>
            </a:r>
          </a:p>
        </p:txBody>
      </p:sp>
      <p:sp>
        <p:nvSpPr>
          <p:cNvPr id="6" name="Header Placeholder 5">
            <a:extLst>
              <a:ext uri="{FF2B5EF4-FFF2-40B4-BE49-F238E27FC236}">
                <a16:creationId xmlns:a16="http://schemas.microsoft.com/office/drawing/2014/main" id="{10ACDF59-797B-4D3F-9771-A0F14E321643}"/>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111143409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Notes:</a:t>
            </a:r>
          </a:p>
        </p:txBody>
      </p:sp>
      <p:sp>
        <p:nvSpPr>
          <p:cNvPr id="4" name="Slide Number Placeholder 3"/>
          <p:cNvSpPr>
            <a:spLocks noGrp="1"/>
          </p:cNvSpPr>
          <p:nvPr>
            <p:ph type="sldNum" sz="quarter" idx="5"/>
          </p:nvPr>
        </p:nvSpPr>
        <p:spPr/>
        <p:txBody>
          <a:bodyPr/>
          <a:lstStyle/>
          <a:p>
            <a:fld id="{8EDC75FD-C286-41FA-AFDE-5B5A8636BC1A}" type="slidenum">
              <a:rPr lang="en-CA" smtClean="0"/>
              <a:t>61</a:t>
            </a:fld>
            <a:endParaRPr lang="en-CA"/>
          </a:p>
        </p:txBody>
      </p:sp>
      <p:sp>
        <p:nvSpPr>
          <p:cNvPr id="5" name="Footer Placeholder 4">
            <a:extLst>
              <a:ext uri="{FF2B5EF4-FFF2-40B4-BE49-F238E27FC236}">
                <a16:creationId xmlns:a16="http://schemas.microsoft.com/office/drawing/2014/main" id="{C39329FA-E3E9-4D57-B874-F01E079635FA}"/>
              </a:ext>
            </a:extLst>
          </p:cNvPr>
          <p:cNvSpPr>
            <a:spLocks noGrp="1"/>
          </p:cNvSpPr>
          <p:nvPr>
            <p:ph type="ftr" sz="quarter" idx="4"/>
          </p:nvPr>
        </p:nvSpPr>
        <p:spPr/>
        <p:txBody>
          <a:bodyPr/>
          <a:lstStyle/>
          <a:p>
            <a:r>
              <a:rPr lang="en-CA"/>
              <a:t>Copyright @ 2024 ProTech Professional Technical Services, Inc.</a:t>
            </a:r>
          </a:p>
        </p:txBody>
      </p:sp>
      <p:sp>
        <p:nvSpPr>
          <p:cNvPr id="6" name="Header Placeholder 5">
            <a:extLst>
              <a:ext uri="{FF2B5EF4-FFF2-40B4-BE49-F238E27FC236}">
                <a16:creationId xmlns:a16="http://schemas.microsoft.com/office/drawing/2014/main" id="{83D4E0BA-55BC-43BE-A27A-C5D5CE40F446}"/>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92289090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Code snippet in 06_arrays/snippets/</a:t>
            </a:r>
            <a:r>
              <a:rPr lang="en-CA" dirty="0" err="1"/>
              <a:t>js</a:t>
            </a:r>
            <a:r>
              <a:rPr lang="en-CA" dirty="0"/>
              <a:t>/destructuring01.js</a:t>
            </a:r>
          </a:p>
          <a:p>
            <a:endParaRPr lang="en-CA" dirty="0"/>
          </a:p>
          <a:p>
            <a:r>
              <a:rPr lang="en-CA" dirty="0"/>
              <a:t>Output:</a:t>
            </a:r>
          </a:p>
          <a:p>
            <a:r>
              <a:rPr lang="en-US" dirty="0"/>
              <a:t>First Number : 1</a:t>
            </a:r>
          </a:p>
          <a:p>
            <a:r>
              <a:rPr lang="en-US" dirty="0"/>
              <a:t>Second Number 2</a:t>
            </a:r>
          </a:p>
          <a:p>
            <a:r>
              <a:rPr lang="en-US" dirty="0"/>
              <a:t>First Number : 1</a:t>
            </a:r>
          </a:p>
          <a:p>
            <a:r>
              <a:rPr lang="en-US"/>
              <a:t>Second Number: </a:t>
            </a:r>
            <a:r>
              <a:rPr lang="en-US" dirty="0"/>
              <a:t>2</a:t>
            </a:r>
          </a:p>
          <a:p>
            <a:r>
              <a:rPr lang="en-US" dirty="0"/>
              <a:t>Others : 3,4</a:t>
            </a:r>
          </a:p>
          <a:p>
            <a:pPr marL="241653" indent="-241653">
              <a:buFont typeface="+mj-lt"/>
              <a:buAutoNum type="arabicPeriod"/>
            </a:pPr>
            <a:endParaRPr lang="en-CA" dirty="0"/>
          </a:p>
          <a:p>
            <a:pPr marL="241653" indent="-241653">
              <a:buFont typeface="+mj-lt"/>
              <a:buAutoNum type="arabicPeriod"/>
            </a:pPr>
            <a:r>
              <a:rPr lang="en-CA" dirty="0"/>
              <a:t>In the statement, let [</a:t>
            </a:r>
            <a:r>
              <a:rPr lang="en-CA" dirty="0" err="1"/>
              <a:t>firstNumber</a:t>
            </a:r>
            <a:r>
              <a:rPr lang="en-CA" dirty="0"/>
              <a:t>, </a:t>
            </a:r>
            <a:r>
              <a:rPr lang="en-CA" dirty="0" err="1"/>
              <a:t>secondNumber</a:t>
            </a:r>
            <a:r>
              <a:rPr lang="en-CA" dirty="0"/>
              <a:t>] = numbers;</a:t>
            </a:r>
          </a:p>
          <a:p>
            <a:pPr marL="724959" lvl="1" indent="-241653">
              <a:buFont typeface="Arial" panose="020B0604020202020204" pitchFamily="34" charset="0"/>
              <a:buChar char="•"/>
            </a:pPr>
            <a:r>
              <a:rPr lang="en-CA" dirty="0"/>
              <a:t>The first element, 1, of numbers array is assigned to  the variable </a:t>
            </a:r>
            <a:r>
              <a:rPr lang="en-CA" dirty="0" err="1"/>
              <a:t>firstNumber</a:t>
            </a:r>
            <a:endParaRPr lang="en-CA" dirty="0"/>
          </a:p>
          <a:p>
            <a:pPr marL="724959" lvl="1" indent="-241653">
              <a:buFont typeface="Arial" panose="020B0604020202020204" pitchFamily="34" charset="0"/>
              <a:buChar char="•"/>
            </a:pPr>
            <a:r>
              <a:rPr lang="en-CA" dirty="0"/>
              <a:t>The  second element, 2, of numbers array is assigned to the variable </a:t>
            </a:r>
            <a:r>
              <a:rPr lang="en-CA" dirty="0" err="1"/>
              <a:t>secondNumber</a:t>
            </a:r>
            <a:endParaRPr lang="en-CA" dirty="0"/>
          </a:p>
          <a:p>
            <a:pPr marL="724959" lvl="1" indent="-241653">
              <a:buFont typeface="Arial" panose="020B0604020202020204" pitchFamily="34" charset="0"/>
              <a:buChar char="•"/>
            </a:pPr>
            <a:r>
              <a:rPr lang="en-CA" dirty="0"/>
              <a:t>The rest of the elements is not assigned to any variable</a:t>
            </a:r>
          </a:p>
          <a:p>
            <a:pPr marL="241653" indent="-241653">
              <a:buFont typeface="+mj-lt"/>
              <a:buAutoNum type="arabicPeriod"/>
            </a:pPr>
            <a:r>
              <a:rPr lang="en-CA" dirty="0"/>
              <a:t>In the statement, let [num1, num2, …others] = numbers;</a:t>
            </a:r>
          </a:p>
          <a:p>
            <a:pPr marL="724959" lvl="1" indent="-241653">
              <a:buFont typeface="Arial" panose="020B0604020202020204" pitchFamily="34" charset="0"/>
              <a:buChar char="•"/>
            </a:pPr>
            <a:r>
              <a:rPr lang="en-CA" dirty="0"/>
              <a:t>The first element, 1, of numbers array is assigned to  the variable num1</a:t>
            </a:r>
          </a:p>
          <a:p>
            <a:pPr marL="724959" lvl="1" indent="-241653">
              <a:buFont typeface="Arial" panose="020B0604020202020204" pitchFamily="34" charset="0"/>
              <a:buChar char="•"/>
            </a:pPr>
            <a:r>
              <a:rPr lang="en-CA" dirty="0"/>
              <a:t>The  second element, 2, of numbers array is assigned to the variable num2</a:t>
            </a:r>
          </a:p>
          <a:p>
            <a:pPr marL="724959" lvl="1" indent="-241653">
              <a:buFont typeface="Arial" panose="020B0604020202020204" pitchFamily="34" charset="0"/>
              <a:buChar char="•"/>
            </a:pPr>
            <a:r>
              <a:rPr lang="en-CA" dirty="0"/>
              <a:t>The rest of the elements is assigned to the variable others</a:t>
            </a:r>
          </a:p>
          <a:p>
            <a:pPr marL="241653" indent="-241653">
              <a:buFont typeface="+mj-lt"/>
              <a:buAutoNum type="arabicPeriod"/>
            </a:pPr>
            <a:endParaRPr lang="en-CA" dirty="0"/>
          </a:p>
        </p:txBody>
      </p:sp>
      <p:sp>
        <p:nvSpPr>
          <p:cNvPr id="4" name="Footer Placeholder 3"/>
          <p:cNvSpPr>
            <a:spLocks noGrp="1"/>
          </p:cNvSpPr>
          <p:nvPr>
            <p:ph type="ftr" sz="quarter" idx="4"/>
          </p:nvPr>
        </p:nvSpPr>
        <p:spPr/>
        <p:txBody>
          <a:bodyPr/>
          <a:lstStyle/>
          <a:p>
            <a:r>
              <a:rPr lang="en-CA"/>
              <a:t>Copyright @ 2024 ProTech Professional Technical Services, Inc.</a:t>
            </a:r>
          </a:p>
        </p:txBody>
      </p:sp>
      <p:sp>
        <p:nvSpPr>
          <p:cNvPr id="5" name="Slide Number Placeholder 4"/>
          <p:cNvSpPr>
            <a:spLocks noGrp="1"/>
          </p:cNvSpPr>
          <p:nvPr>
            <p:ph type="sldNum" sz="quarter" idx="5"/>
          </p:nvPr>
        </p:nvSpPr>
        <p:spPr/>
        <p:txBody>
          <a:bodyPr/>
          <a:lstStyle/>
          <a:p>
            <a:fld id="{164377C5-5F89-43AD-BF72-9B51ECAEB898}" type="slidenum">
              <a:rPr lang="en-CA" smtClean="0"/>
              <a:t>62</a:t>
            </a:fld>
            <a:endParaRPr lang="en-CA"/>
          </a:p>
        </p:txBody>
      </p:sp>
      <p:sp>
        <p:nvSpPr>
          <p:cNvPr id="6" name="Header Placeholder 5">
            <a:extLst>
              <a:ext uri="{FF2B5EF4-FFF2-40B4-BE49-F238E27FC236}">
                <a16:creationId xmlns:a16="http://schemas.microsoft.com/office/drawing/2014/main" id="{C9948A75-C3A6-416B-A7D2-5187C651E612}"/>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369520798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CA"/>
              <a:t>Code snippet in 06_arrays/snippets/</a:t>
            </a:r>
            <a:r>
              <a:rPr lang="en-CA" err="1"/>
              <a:t>js</a:t>
            </a:r>
            <a:r>
              <a:rPr lang="en-CA"/>
              <a:t>/destructuring02.js</a:t>
            </a:r>
          </a:p>
          <a:p>
            <a:endParaRPr lang="en-US"/>
          </a:p>
          <a:p>
            <a:r>
              <a:rPr lang="en-US"/>
              <a:t>Output:</a:t>
            </a:r>
          </a:p>
          <a:p>
            <a:r>
              <a:rPr lang="en-US" err="1"/>
              <a:t>Maths</a:t>
            </a:r>
            <a:r>
              <a:rPr lang="en-US"/>
              <a:t> Function</a:t>
            </a:r>
          </a:p>
          <a:p>
            <a:r>
              <a:rPr lang="en-US"/>
              <a:t>Sum is 5</a:t>
            </a:r>
          </a:p>
          <a:p>
            <a:r>
              <a:rPr lang="en-US"/>
              <a:t>Product is 6</a:t>
            </a:r>
          </a:p>
          <a:p>
            <a:endParaRPr lang="en-US"/>
          </a:p>
          <a:p>
            <a:pPr marL="181240" indent="-181240">
              <a:buFont typeface="Arial" panose="020B0604020202020204" pitchFamily="34" charset="0"/>
              <a:buChar char="•"/>
            </a:pPr>
            <a:r>
              <a:rPr lang="en-US"/>
              <a:t>The function </a:t>
            </a:r>
            <a:r>
              <a:rPr lang="en-US" err="1"/>
              <a:t>maths</a:t>
            </a:r>
            <a:r>
              <a:rPr lang="en-US"/>
              <a:t> returns an array.</a:t>
            </a:r>
          </a:p>
          <a:p>
            <a:pPr marL="181240" indent="-181240">
              <a:buFont typeface="Arial" panose="020B0604020202020204" pitchFamily="34" charset="0"/>
              <a:buChar char="•"/>
            </a:pPr>
            <a:endParaRPr lang="en-US"/>
          </a:p>
          <a:p>
            <a:pPr marL="181240" indent="-181240">
              <a:buFont typeface="Arial" panose="020B0604020202020204" pitchFamily="34" charset="0"/>
              <a:buChar char="•"/>
            </a:pPr>
            <a:r>
              <a:rPr lang="en-US"/>
              <a:t>In ES5,  the code above is equivalent to:</a:t>
            </a:r>
          </a:p>
          <a:p>
            <a:r>
              <a:rPr lang="en-CA"/>
              <a:t>console.log('maths function')</a:t>
            </a:r>
          </a:p>
          <a:p>
            <a:r>
              <a:rPr lang="en-CA"/>
              <a:t>let result = maths(2,3);</a:t>
            </a:r>
          </a:p>
          <a:p>
            <a:r>
              <a:rPr lang="en-CA"/>
              <a:t>let sum = result[0];</a:t>
            </a:r>
          </a:p>
          <a:p>
            <a:r>
              <a:rPr lang="en-CA"/>
              <a:t>let product = result[1];</a:t>
            </a:r>
          </a:p>
          <a:p>
            <a:r>
              <a:rPr lang="en-CA"/>
              <a:t>console.log(`Sum is ${sum}`);</a:t>
            </a:r>
          </a:p>
          <a:p>
            <a:r>
              <a:rPr lang="en-CA"/>
              <a:t>console.log(`Product is ${product}`);</a:t>
            </a:r>
          </a:p>
        </p:txBody>
      </p:sp>
      <p:sp>
        <p:nvSpPr>
          <p:cNvPr id="4" name="Slide Number Placeholder 3"/>
          <p:cNvSpPr>
            <a:spLocks noGrp="1"/>
          </p:cNvSpPr>
          <p:nvPr>
            <p:ph type="sldNum" sz="quarter" idx="5"/>
          </p:nvPr>
        </p:nvSpPr>
        <p:spPr/>
        <p:txBody>
          <a:bodyPr/>
          <a:lstStyle/>
          <a:p>
            <a:fld id="{713282AD-A42F-4EA4-BA92-7946FF507498}" type="slidenum">
              <a:rPr lang="en-CA" smtClean="0"/>
              <a:t>63</a:t>
            </a:fld>
            <a:endParaRPr lang="en-CA"/>
          </a:p>
        </p:txBody>
      </p:sp>
      <p:sp>
        <p:nvSpPr>
          <p:cNvPr id="5" name="Footer Placeholder 4">
            <a:extLst>
              <a:ext uri="{FF2B5EF4-FFF2-40B4-BE49-F238E27FC236}">
                <a16:creationId xmlns:a16="http://schemas.microsoft.com/office/drawing/2014/main" id="{4A39D6AB-928B-49C0-A831-358DBF68477B}"/>
              </a:ext>
            </a:extLst>
          </p:cNvPr>
          <p:cNvSpPr>
            <a:spLocks noGrp="1"/>
          </p:cNvSpPr>
          <p:nvPr>
            <p:ph type="ftr" sz="quarter" idx="4"/>
          </p:nvPr>
        </p:nvSpPr>
        <p:spPr/>
        <p:txBody>
          <a:bodyPr/>
          <a:lstStyle/>
          <a:p>
            <a:r>
              <a:rPr lang="en-CA"/>
              <a:t>Copyright @ 2024 ProTech Professional Technical Services, Inc.</a:t>
            </a:r>
          </a:p>
        </p:txBody>
      </p:sp>
      <p:sp>
        <p:nvSpPr>
          <p:cNvPr id="6" name="Header Placeholder 5">
            <a:extLst>
              <a:ext uri="{FF2B5EF4-FFF2-40B4-BE49-F238E27FC236}">
                <a16:creationId xmlns:a16="http://schemas.microsoft.com/office/drawing/2014/main" id="{452B349D-D724-4E5F-A476-22A04A8E5825}"/>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6188876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Code snippet 07_objects/snippets/</a:t>
            </a:r>
            <a:r>
              <a:rPr lang="en-US" err="1"/>
              <a:t>js</a:t>
            </a:r>
            <a:r>
              <a:rPr lang="en-US"/>
              <a:t>/objectDestructuring.js</a:t>
            </a:r>
          </a:p>
          <a:p>
            <a:endParaRPr lang="en-US"/>
          </a:p>
          <a:p>
            <a:r>
              <a:rPr lang="en-US"/>
              <a:t>Output:</a:t>
            </a:r>
          </a:p>
          <a:p>
            <a:r>
              <a:rPr lang="en-US"/>
              <a:t>using person object</a:t>
            </a:r>
          </a:p>
          <a:p>
            <a:r>
              <a:rPr lang="en-US"/>
              <a:t>First Name : </a:t>
            </a:r>
            <a:r>
              <a:rPr lang="en-US" err="1"/>
              <a:t>Stefen</a:t>
            </a:r>
            <a:endParaRPr lang="en-US"/>
          </a:p>
          <a:p>
            <a:r>
              <a:rPr lang="en-US"/>
              <a:t>Last Name: </a:t>
            </a:r>
            <a:r>
              <a:rPr lang="en-US" err="1"/>
              <a:t>Dragicevic</a:t>
            </a:r>
            <a:endParaRPr lang="en-US"/>
          </a:p>
          <a:p>
            <a:r>
              <a:rPr lang="en-US"/>
              <a:t>Home Phone: 416-897-1988</a:t>
            </a:r>
          </a:p>
          <a:p>
            <a:r>
              <a:rPr lang="en-US"/>
              <a:t>Cell Phone: 314-789-1221</a:t>
            </a:r>
          </a:p>
          <a:p>
            <a:endParaRPr lang="en-US"/>
          </a:p>
          <a:p>
            <a:r>
              <a:rPr lang="en-US"/>
              <a:t>Object </a:t>
            </a:r>
            <a:r>
              <a:rPr lang="en-US" err="1"/>
              <a:t>destructuring</a:t>
            </a:r>
            <a:r>
              <a:rPr lang="en-US"/>
              <a:t> allows us to extract properties from an object at a time.</a:t>
            </a:r>
          </a:p>
          <a:p>
            <a:endParaRPr lang="en-US"/>
          </a:p>
          <a:p>
            <a:r>
              <a:rPr lang="en-CA"/>
              <a:t>In ES5, just use the dot notation, as shown below:</a:t>
            </a:r>
          </a:p>
          <a:p>
            <a:r>
              <a:rPr lang="en-CA"/>
              <a:t>let first = </a:t>
            </a:r>
            <a:r>
              <a:rPr lang="en-CA" err="1"/>
              <a:t>person.first</a:t>
            </a:r>
            <a:r>
              <a:rPr lang="en-CA"/>
              <a:t>;</a:t>
            </a:r>
          </a:p>
          <a:p>
            <a:r>
              <a:rPr lang="en-CA"/>
              <a:t>let last = </a:t>
            </a:r>
            <a:r>
              <a:rPr lang="en-CA" err="1"/>
              <a:t>person.last</a:t>
            </a:r>
            <a:r>
              <a:rPr lang="en-CA"/>
              <a:t>;</a:t>
            </a:r>
          </a:p>
          <a:p>
            <a:r>
              <a:rPr lang="en-CA"/>
              <a:t>let </a:t>
            </a:r>
            <a:r>
              <a:rPr lang="en-CA" err="1"/>
              <a:t>homePhone</a:t>
            </a:r>
            <a:r>
              <a:rPr lang="en-CA"/>
              <a:t> = </a:t>
            </a:r>
            <a:r>
              <a:rPr lang="en-CA" err="1"/>
              <a:t>person.phone.home</a:t>
            </a:r>
            <a:r>
              <a:rPr lang="en-CA"/>
              <a:t>;</a:t>
            </a:r>
          </a:p>
          <a:p>
            <a:r>
              <a:rPr lang="en-CA"/>
              <a:t>let </a:t>
            </a:r>
            <a:r>
              <a:rPr lang="en-CA" err="1"/>
              <a:t>cellPhone</a:t>
            </a:r>
            <a:r>
              <a:rPr lang="en-CA"/>
              <a:t> = </a:t>
            </a:r>
            <a:r>
              <a:rPr lang="en-CA" err="1"/>
              <a:t>person.phone.cell</a:t>
            </a:r>
            <a:r>
              <a:rPr lang="en-CA"/>
              <a:t>;</a:t>
            </a:r>
          </a:p>
          <a:p>
            <a:r>
              <a:rPr lang="en-CA"/>
              <a:t>console.log(`First Name : ${first}`);</a:t>
            </a:r>
          </a:p>
          <a:p>
            <a:r>
              <a:rPr lang="en-CA"/>
              <a:t>console.log(`Last Name: ${last}`);</a:t>
            </a:r>
          </a:p>
          <a:p>
            <a:r>
              <a:rPr lang="en-CA"/>
              <a:t>console.log(`Home Phone: ${</a:t>
            </a:r>
            <a:r>
              <a:rPr lang="en-CA" err="1"/>
              <a:t>homePhone</a:t>
            </a:r>
            <a:r>
              <a:rPr lang="en-CA"/>
              <a:t>}`);</a:t>
            </a:r>
          </a:p>
          <a:p>
            <a:r>
              <a:rPr lang="en-CA"/>
              <a:t>console.log(`Cell Phone: ${</a:t>
            </a:r>
            <a:r>
              <a:rPr lang="en-CA" err="1"/>
              <a:t>cellPhone</a:t>
            </a:r>
            <a:r>
              <a:rPr lang="en-CA"/>
              <a:t>}`);</a:t>
            </a:r>
          </a:p>
        </p:txBody>
      </p:sp>
      <p:sp>
        <p:nvSpPr>
          <p:cNvPr id="4" name="Slide Number Placeholder 3"/>
          <p:cNvSpPr>
            <a:spLocks noGrp="1"/>
          </p:cNvSpPr>
          <p:nvPr>
            <p:ph type="sldNum" sz="quarter" idx="5"/>
          </p:nvPr>
        </p:nvSpPr>
        <p:spPr/>
        <p:txBody>
          <a:bodyPr/>
          <a:lstStyle/>
          <a:p>
            <a:fld id="{8EDC75FD-C286-41FA-AFDE-5B5A8636BC1A}" type="slidenum">
              <a:rPr lang="en-CA" smtClean="0"/>
              <a:t>64</a:t>
            </a:fld>
            <a:endParaRPr lang="en-CA"/>
          </a:p>
        </p:txBody>
      </p:sp>
      <p:sp>
        <p:nvSpPr>
          <p:cNvPr id="5" name="Footer Placeholder 4">
            <a:extLst>
              <a:ext uri="{FF2B5EF4-FFF2-40B4-BE49-F238E27FC236}">
                <a16:creationId xmlns:a16="http://schemas.microsoft.com/office/drawing/2014/main" id="{9D0B275F-69D5-40C5-8FD9-A8DF83326008}"/>
              </a:ext>
            </a:extLst>
          </p:cNvPr>
          <p:cNvSpPr>
            <a:spLocks noGrp="1"/>
          </p:cNvSpPr>
          <p:nvPr>
            <p:ph type="ftr" sz="quarter" idx="4"/>
          </p:nvPr>
        </p:nvSpPr>
        <p:spPr/>
        <p:txBody>
          <a:bodyPr/>
          <a:lstStyle/>
          <a:p>
            <a:r>
              <a:rPr lang="en-CA"/>
              <a:t>Copyright @ 2024 ProTech Professional Technical Services, Inc.</a:t>
            </a:r>
          </a:p>
        </p:txBody>
      </p:sp>
      <p:sp>
        <p:nvSpPr>
          <p:cNvPr id="6" name="Header Placeholder 5">
            <a:extLst>
              <a:ext uri="{FF2B5EF4-FFF2-40B4-BE49-F238E27FC236}">
                <a16:creationId xmlns:a16="http://schemas.microsoft.com/office/drawing/2014/main" id="{BCB772FB-7326-44A5-A3CE-8185CB6A7B16}"/>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223357042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Code snippet in 07_objects/snippets/</a:t>
            </a:r>
            <a:r>
              <a:rPr lang="en-CA" dirty="0" err="1"/>
              <a:t>js</a:t>
            </a:r>
            <a:r>
              <a:rPr lang="en-CA" dirty="0"/>
              <a:t>/objectSpread.js</a:t>
            </a:r>
          </a:p>
          <a:p>
            <a:endParaRPr lang="en-CA" dirty="0"/>
          </a:p>
          <a:p>
            <a:r>
              <a:rPr lang="en-CA" dirty="0"/>
              <a:t>Output:</a:t>
            </a:r>
          </a:p>
          <a:p>
            <a:r>
              <a:rPr lang="en-US" dirty="0"/>
              <a:t>{ name: 'Stefan', location: 'TO Campus', ENG101: 98, MAT201: 85 }</a:t>
            </a:r>
          </a:p>
          <a:p>
            <a:r>
              <a:rPr lang="en-US" dirty="0"/>
              <a:t>{ name: 'Stefan', location: 'TO Campus', ENG101: 98, MAT201: 85 }</a:t>
            </a:r>
          </a:p>
          <a:p>
            <a:endParaRPr lang="en-US" dirty="0"/>
          </a:p>
          <a:p>
            <a:r>
              <a:rPr lang="en-US" sz="1300" dirty="0"/>
              <a:t>The </a:t>
            </a:r>
            <a:r>
              <a:rPr lang="en-US" sz="1300" dirty="0" err="1"/>
              <a:t>Object.assign</a:t>
            </a:r>
            <a:r>
              <a:rPr lang="en-US" sz="1300" dirty="0"/>
              <a:t>() method – only copies enumerable and own properties from a source object to a target object.  It internally invokes the getter and setter methods.</a:t>
            </a:r>
          </a:p>
          <a:p>
            <a:r>
              <a:rPr lang="en-US" sz="1300" dirty="0"/>
              <a:t>Syntax: let target = </a:t>
            </a:r>
            <a:r>
              <a:rPr lang="en-US" sz="1300" dirty="0" err="1"/>
              <a:t>Objects.assign</a:t>
            </a:r>
            <a:r>
              <a:rPr lang="en-US" sz="1300" dirty="0"/>
              <a:t>(target, …source)</a:t>
            </a:r>
            <a:endParaRPr lang="en-CA" sz="1300" dirty="0"/>
          </a:p>
          <a:p>
            <a:endParaRPr lang="en-CA" dirty="0"/>
          </a:p>
          <a:p>
            <a:endParaRPr lang="en-CA" dirty="0"/>
          </a:p>
          <a:p>
            <a:endParaRPr lang="en-CA" dirty="0"/>
          </a:p>
        </p:txBody>
      </p:sp>
      <p:sp>
        <p:nvSpPr>
          <p:cNvPr id="4" name="Slide Number Placeholder 3"/>
          <p:cNvSpPr>
            <a:spLocks noGrp="1"/>
          </p:cNvSpPr>
          <p:nvPr>
            <p:ph type="sldNum" sz="quarter" idx="5"/>
          </p:nvPr>
        </p:nvSpPr>
        <p:spPr/>
        <p:txBody>
          <a:bodyPr/>
          <a:lstStyle/>
          <a:p>
            <a:fld id="{713282AD-A42F-4EA4-BA92-7946FF507498}" type="slidenum">
              <a:rPr lang="en-CA" smtClean="0"/>
              <a:t>65</a:t>
            </a:fld>
            <a:endParaRPr lang="en-CA"/>
          </a:p>
        </p:txBody>
      </p:sp>
      <p:sp>
        <p:nvSpPr>
          <p:cNvPr id="5" name="Footer Placeholder 4">
            <a:extLst>
              <a:ext uri="{FF2B5EF4-FFF2-40B4-BE49-F238E27FC236}">
                <a16:creationId xmlns:a16="http://schemas.microsoft.com/office/drawing/2014/main" id="{B66F1D85-3EF2-4208-9FAC-A94D79B900CB}"/>
              </a:ext>
            </a:extLst>
          </p:cNvPr>
          <p:cNvSpPr>
            <a:spLocks noGrp="1"/>
          </p:cNvSpPr>
          <p:nvPr>
            <p:ph type="ftr" sz="quarter" idx="4"/>
          </p:nvPr>
        </p:nvSpPr>
        <p:spPr/>
        <p:txBody>
          <a:bodyPr/>
          <a:lstStyle/>
          <a:p>
            <a:r>
              <a:rPr lang="en-CA"/>
              <a:t>Copyright @ 2024 ProTech Professional Technical Services, Inc.</a:t>
            </a:r>
          </a:p>
        </p:txBody>
      </p:sp>
      <p:sp>
        <p:nvSpPr>
          <p:cNvPr id="6" name="Header Placeholder 5">
            <a:extLst>
              <a:ext uri="{FF2B5EF4-FFF2-40B4-BE49-F238E27FC236}">
                <a16:creationId xmlns:a16="http://schemas.microsoft.com/office/drawing/2014/main" id="{89131A77-7642-4B39-8AE6-E3D34C344F37}"/>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401139338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300"/>
              <a:t>JSON has the following syntactical constraints:</a:t>
            </a:r>
          </a:p>
          <a:p>
            <a:pPr marL="181240" indent="-181240" fontAlgn="base">
              <a:buFont typeface="Arial" panose="020B0604020202020204" pitchFamily="34" charset="0"/>
              <a:buChar char="•"/>
            </a:pPr>
            <a:r>
              <a:rPr lang="en-US" sz="1300"/>
              <a:t>Object </a:t>
            </a:r>
            <a:r>
              <a:rPr lang="en-US" sz="1300" i="1"/>
              <a:t>keys</a:t>
            </a:r>
            <a:r>
              <a:rPr lang="en-US" sz="1300"/>
              <a:t> must be strings (character sequence enclosed in double quotes)</a:t>
            </a:r>
          </a:p>
          <a:p>
            <a:pPr marL="181240" indent="-181240" fontAlgn="base">
              <a:buFont typeface="Arial" panose="020B0604020202020204" pitchFamily="34" charset="0"/>
              <a:buChar char="•"/>
            </a:pPr>
            <a:r>
              <a:rPr lang="en-US" sz="1300"/>
              <a:t>The values can be either:</a:t>
            </a:r>
          </a:p>
          <a:p>
            <a:pPr marL="664546" lvl="1" indent="-181240" fontAlgn="base">
              <a:buFont typeface="Arial" panose="020B0604020202020204" pitchFamily="34" charset="0"/>
              <a:buChar char="•"/>
            </a:pPr>
            <a:r>
              <a:rPr lang="en-US" sz="1300"/>
              <a:t>a string</a:t>
            </a:r>
          </a:p>
          <a:p>
            <a:pPr marL="664546" lvl="1" indent="-181240" fontAlgn="base">
              <a:buFont typeface="Arial" panose="020B0604020202020204" pitchFamily="34" charset="0"/>
              <a:buChar char="•"/>
            </a:pPr>
            <a:r>
              <a:rPr lang="en-US" sz="1300"/>
              <a:t>a number</a:t>
            </a:r>
          </a:p>
          <a:p>
            <a:pPr marL="664546" lvl="1" indent="-181240" fontAlgn="base">
              <a:buFont typeface="Arial" panose="020B0604020202020204" pitchFamily="34" charset="0"/>
              <a:buChar char="•"/>
            </a:pPr>
            <a:r>
              <a:rPr lang="en-US" sz="1300"/>
              <a:t>an (JSON) object</a:t>
            </a:r>
          </a:p>
          <a:p>
            <a:pPr marL="664546" lvl="1" indent="-181240" fontAlgn="base">
              <a:buFont typeface="Arial" panose="020B0604020202020204" pitchFamily="34" charset="0"/>
              <a:buChar char="•"/>
            </a:pPr>
            <a:r>
              <a:rPr lang="en-US" sz="1300"/>
              <a:t>an array</a:t>
            </a:r>
          </a:p>
          <a:p>
            <a:pPr marL="664546" lvl="1" indent="-181240" fontAlgn="base">
              <a:buFont typeface="Arial" panose="020B0604020202020204" pitchFamily="34" charset="0"/>
              <a:buChar char="•"/>
            </a:pPr>
            <a:r>
              <a:rPr lang="en-US" sz="1300"/>
              <a:t>true/false</a:t>
            </a:r>
          </a:p>
          <a:p>
            <a:pPr marL="664546" lvl="1" indent="-181240" fontAlgn="base">
              <a:buFont typeface="Arial" panose="020B0604020202020204" pitchFamily="34" charset="0"/>
              <a:buChar char="•"/>
            </a:pPr>
            <a:r>
              <a:rPr lang="en-US" sz="1300"/>
              <a:t>null</a:t>
            </a:r>
          </a:p>
          <a:p>
            <a:pPr marL="181240" indent="-181240" fontAlgn="base">
              <a:buFont typeface="Arial" panose="020B0604020202020204" pitchFamily="34" charset="0"/>
              <a:buChar char="•"/>
            </a:pPr>
            <a:r>
              <a:rPr lang="en-US" sz="1300"/>
              <a:t>Duplicate keys produce undefined, implementation-specific results</a:t>
            </a:r>
          </a:p>
        </p:txBody>
      </p:sp>
      <p:sp>
        <p:nvSpPr>
          <p:cNvPr id="4" name="Slide Number Placeholder 3"/>
          <p:cNvSpPr>
            <a:spLocks noGrp="1"/>
          </p:cNvSpPr>
          <p:nvPr>
            <p:ph type="sldNum" sz="quarter" idx="5"/>
          </p:nvPr>
        </p:nvSpPr>
        <p:spPr/>
        <p:txBody>
          <a:bodyPr/>
          <a:lstStyle/>
          <a:p>
            <a:fld id="{8EDC75FD-C286-41FA-AFDE-5B5A8636BC1A}" type="slidenum">
              <a:rPr lang="en-CA" smtClean="0"/>
              <a:t>66</a:t>
            </a:fld>
            <a:endParaRPr lang="en-CA"/>
          </a:p>
        </p:txBody>
      </p:sp>
      <p:sp>
        <p:nvSpPr>
          <p:cNvPr id="5" name="Footer Placeholder 4">
            <a:extLst>
              <a:ext uri="{FF2B5EF4-FFF2-40B4-BE49-F238E27FC236}">
                <a16:creationId xmlns:a16="http://schemas.microsoft.com/office/drawing/2014/main" id="{CB9DC214-36CC-4322-AD3C-0762D5016FE0}"/>
              </a:ext>
            </a:extLst>
          </p:cNvPr>
          <p:cNvSpPr>
            <a:spLocks noGrp="1"/>
          </p:cNvSpPr>
          <p:nvPr>
            <p:ph type="ftr" sz="quarter" idx="4"/>
          </p:nvPr>
        </p:nvSpPr>
        <p:spPr/>
        <p:txBody>
          <a:bodyPr/>
          <a:lstStyle/>
          <a:p>
            <a:r>
              <a:rPr lang="en-CA"/>
              <a:t>Copyright @ 2024 ProTech Professional Technical Services, Inc.</a:t>
            </a:r>
          </a:p>
        </p:txBody>
      </p:sp>
      <p:sp>
        <p:nvSpPr>
          <p:cNvPr id="6" name="Header Placeholder 5">
            <a:extLst>
              <a:ext uri="{FF2B5EF4-FFF2-40B4-BE49-F238E27FC236}">
                <a16:creationId xmlns:a16="http://schemas.microsoft.com/office/drawing/2014/main" id="{BF550CF9-DFFE-4C6F-B9E4-E926D879F90F}"/>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195837538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CA"/>
              <a:t>Notes:</a:t>
            </a:r>
          </a:p>
        </p:txBody>
      </p:sp>
      <p:sp>
        <p:nvSpPr>
          <p:cNvPr id="4" name="Slide Number Placeholder 3"/>
          <p:cNvSpPr>
            <a:spLocks noGrp="1"/>
          </p:cNvSpPr>
          <p:nvPr>
            <p:ph type="sldNum" sz="quarter" idx="5"/>
          </p:nvPr>
        </p:nvSpPr>
        <p:spPr/>
        <p:txBody>
          <a:bodyPr/>
          <a:lstStyle/>
          <a:p>
            <a:fld id="{164377C5-5F89-43AD-BF72-9B51ECAEB898}" type="slidenum">
              <a:rPr lang="en-CA" smtClean="0"/>
              <a:t>67</a:t>
            </a:fld>
            <a:endParaRPr lang="en-CA"/>
          </a:p>
        </p:txBody>
      </p:sp>
      <p:sp>
        <p:nvSpPr>
          <p:cNvPr id="5" name="Footer Placeholder 4">
            <a:extLst>
              <a:ext uri="{FF2B5EF4-FFF2-40B4-BE49-F238E27FC236}">
                <a16:creationId xmlns:a16="http://schemas.microsoft.com/office/drawing/2014/main" id="{C64803DC-4D92-4B84-9A07-19E72760AF31}"/>
              </a:ext>
            </a:extLst>
          </p:cNvPr>
          <p:cNvSpPr>
            <a:spLocks noGrp="1"/>
          </p:cNvSpPr>
          <p:nvPr>
            <p:ph type="ftr" sz="quarter" idx="4"/>
          </p:nvPr>
        </p:nvSpPr>
        <p:spPr/>
        <p:txBody>
          <a:bodyPr/>
          <a:lstStyle/>
          <a:p>
            <a:r>
              <a:rPr lang="en-CA"/>
              <a:t>Copyright @ 2024 ProTech Professional Technical Services, Inc.</a:t>
            </a:r>
          </a:p>
        </p:txBody>
      </p:sp>
      <p:sp>
        <p:nvSpPr>
          <p:cNvPr id="6" name="Header Placeholder 5">
            <a:extLst>
              <a:ext uri="{FF2B5EF4-FFF2-40B4-BE49-F238E27FC236}">
                <a16:creationId xmlns:a16="http://schemas.microsoft.com/office/drawing/2014/main" id="{E9854529-2A66-42D6-B51A-8539306C8338}"/>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212318292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31520" y="4620578"/>
            <a:ext cx="5852160" cy="3638917"/>
          </a:xfrm>
        </p:spPr>
        <p:txBody>
          <a:bodyPr/>
          <a:lstStyle/>
          <a:p>
            <a:r>
              <a:rPr lang="en-CA" dirty="0"/>
              <a:t>Code snippet in 07_objects/snippets/</a:t>
            </a:r>
            <a:r>
              <a:rPr lang="en-CA" dirty="0" err="1"/>
              <a:t>js</a:t>
            </a:r>
            <a:r>
              <a:rPr lang="en-CA" dirty="0"/>
              <a:t>/usingPadStart.js</a:t>
            </a:r>
          </a:p>
        </p:txBody>
      </p:sp>
      <p:sp>
        <p:nvSpPr>
          <p:cNvPr id="4" name="Footer Placeholder 3"/>
          <p:cNvSpPr>
            <a:spLocks noGrp="1"/>
          </p:cNvSpPr>
          <p:nvPr>
            <p:ph type="ftr" sz="quarter" idx="4"/>
          </p:nvPr>
        </p:nvSpPr>
        <p:spPr/>
        <p:txBody>
          <a:bodyPr/>
          <a:lstStyle/>
          <a:p>
            <a:r>
              <a:rPr lang="en-CA"/>
              <a:t>Copyright @ 2024 ProTech Professional Technical Services, Inc.</a:t>
            </a:r>
          </a:p>
        </p:txBody>
      </p:sp>
      <p:sp>
        <p:nvSpPr>
          <p:cNvPr id="5" name="Slide Number Placeholder 4"/>
          <p:cNvSpPr>
            <a:spLocks noGrp="1"/>
          </p:cNvSpPr>
          <p:nvPr>
            <p:ph type="sldNum" sz="quarter" idx="5"/>
          </p:nvPr>
        </p:nvSpPr>
        <p:spPr/>
        <p:txBody>
          <a:bodyPr/>
          <a:lstStyle/>
          <a:p>
            <a:fld id="{164377C5-5F89-43AD-BF72-9B51ECAEB898}" type="slidenum">
              <a:rPr lang="en-CA" smtClean="0"/>
              <a:t>68</a:t>
            </a:fld>
            <a:endParaRPr lang="en-CA"/>
          </a:p>
        </p:txBody>
      </p:sp>
      <p:sp>
        <p:nvSpPr>
          <p:cNvPr id="6" name="Header Placeholder 5">
            <a:extLst>
              <a:ext uri="{FF2B5EF4-FFF2-40B4-BE49-F238E27FC236}">
                <a16:creationId xmlns:a16="http://schemas.microsoft.com/office/drawing/2014/main" id="{DF300A4E-D8A4-49AB-A796-4CC1461724DC}"/>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178288506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CA"/>
              <a:t>Notes:</a:t>
            </a:r>
          </a:p>
        </p:txBody>
      </p:sp>
      <p:sp>
        <p:nvSpPr>
          <p:cNvPr id="4" name="Slide Number Placeholder 3"/>
          <p:cNvSpPr>
            <a:spLocks noGrp="1"/>
          </p:cNvSpPr>
          <p:nvPr>
            <p:ph type="sldNum" sz="quarter" idx="5"/>
          </p:nvPr>
        </p:nvSpPr>
        <p:spPr/>
        <p:txBody>
          <a:bodyPr/>
          <a:lstStyle/>
          <a:p>
            <a:fld id="{164377C5-5F89-43AD-BF72-9B51ECAEB898}" type="slidenum">
              <a:rPr lang="en-CA" smtClean="0"/>
              <a:t>69</a:t>
            </a:fld>
            <a:endParaRPr lang="en-CA"/>
          </a:p>
        </p:txBody>
      </p:sp>
      <p:sp>
        <p:nvSpPr>
          <p:cNvPr id="5" name="Footer Placeholder 4">
            <a:extLst>
              <a:ext uri="{FF2B5EF4-FFF2-40B4-BE49-F238E27FC236}">
                <a16:creationId xmlns:a16="http://schemas.microsoft.com/office/drawing/2014/main" id="{C64803DC-4D92-4B84-9A07-19E72760AF31}"/>
              </a:ext>
            </a:extLst>
          </p:cNvPr>
          <p:cNvSpPr>
            <a:spLocks noGrp="1"/>
          </p:cNvSpPr>
          <p:nvPr>
            <p:ph type="ftr" sz="quarter" idx="4"/>
          </p:nvPr>
        </p:nvSpPr>
        <p:spPr/>
        <p:txBody>
          <a:bodyPr/>
          <a:lstStyle/>
          <a:p>
            <a:r>
              <a:rPr lang="en-CA"/>
              <a:t>Copyright @ 2024 ProTech Professional Technical Services, Inc.</a:t>
            </a:r>
          </a:p>
        </p:txBody>
      </p:sp>
      <p:sp>
        <p:nvSpPr>
          <p:cNvPr id="6" name="Header Placeholder 5">
            <a:extLst>
              <a:ext uri="{FF2B5EF4-FFF2-40B4-BE49-F238E27FC236}">
                <a16:creationId xmlns:a16="http://schemas.microsoft.com/office/drawing/2014/main" id="{E9854529-2A66-42D6-B51A-8539306C8338}"/>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190496060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31520" y="4620578"/>
            <a:ext cx="5852160" cy="3638917"/>
          </a:xfrm>
        </p:spPr>
        <p:txBody>
          <a:bodyPr/>
          <a:lstStyle/>
          <a:p>
            <a:r>
              <a:rPr lang="en-CA"/>
              <a:t>Code snippet in 07_objects/snippets/</a:t>
            </a:r>
            <a:r>
              <a:rPr lang="en-CA" err="1"/>
              <a:t>js</a:t>
            </a:r>
            <a:r>
              <a:rPr lang="en-CA"/>
              <a:t>/usingPadEnd.js</a:t>
            </a:r>
          </a:p>
        </p:txBody>
      </p:sp>
      <p:sp>
        <p:nvSpPr>
          <p:cNvPr id="4" name="Footer Placeholder 3"/>
          <p:cNvSpPr>
            <a:spLocks noGrp="1"/>
          </p:cNvSpPr>
          <p:nvPr>
            <p:ph type="ftr" sz="quarter" idx="4"/>
          </p:nvPr>
        </p:nvSpPr>
        <p:spPr/>
        <p:txBody>
          <a:bodyPr/>
          <a:lstStyle/>
          <a:p>
            <a:r>
              <a:rPr lang="en-CA"/>
              <a:t>Copyright @ 2024 ProTech Professional Technical Services, Inc.</a:t>
            </a:r>
          </a:p>
        </p:txBody>
      </p:sp>
      <p:sp>
        <p:nvSpPr>
          <p:cNvPr id="5" name="Slide Number Placeholder 4"/>
          <p:cNvSpPr>
            <a:spLocks noGrp="1"/>
          </p:cNvSpPr>
          <p:nvPr>
            <p:ph type="sldNum" sz="quarter" idx="5"/>
          </p:nvPr>
        </p:nvSpPr>
        <p:spPr/>
        <p:txBody>
          <a:bodyPr/>
          <a:lstStyle/>
          <a:p>
            <a:fld id="{164377C5-5F89-43AD-BF72-9B51ECAEB898}" type="slidenum">
              <a:rPr lang="en-CA" smtClean="0"/>
              <a:t>70</a:t>
            </a:fld>
            <a:endParaRPr lang="en-CA"/>
          </a:p>
        </p:txBody>
      </p:sp>
      <p:sp>
        <p:nvSpPr>
          <p:cNvPr id="6" name="Header Placeholder 5">
            <a:extLst>
              <a:ext uri="{FF2B5EF4-FFF2-40B4-BE49-F238E27FC236}">
                <a16:creationId xmlns:a16="http://schemas.microsoft.com/office/drawing/2014/main" id="{DF300A4E-D8A4-49AB-A796-4CC1461724DC}"/>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403641652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Code snippet in 09_regex/snippets/reformatting.js</a:t>
            </a:r>
          </a:p>
          <a:p>
            <a:endParaRPr lang="en-US" sz="1100" dirty="0"/>
          </a:p>
          <a:p>
            <a:r>
              <a:rPr lang="en-US" sz="1100" dirty="0"/>
              <a:t>Using </a:t>
            </a:r>
            <a:r>
              <a:rPr lang="en-US" sz="1100" dirty="0" err="1"/>
              <a:t>parseFloat</a:t>
            </a:r>
            <a:r>
              <a:rPr lang="en-US" sz="1100" dirty="0"/>
              <a:t>() and </a:t>
            </a:r>
            <a:r>
              <a:rPr lang="en-US" sz="1100" dirty="0" err="1"/>
              <a:t>toFixed</a:t>
            </a:r>
            <a:r>
              <a:rPr lang="en-US" sz="1100" dirty="0"/>
              <a:t>() – an exploration</a:t>
            </a:r>
          </a:p>
          <a:p>
            <a:r>
              <a:rPr lang="en-US" sz="1100" dirty="0"/>
              <a:t>// JS Constructor Template</a:t>
            </a:r>
          </a:p>
          <a:p>
            <a:r>
              <a:rPr lang="en-US" sz="1100" dirty="0"/>
              <a:t>function Data(name, </a:t>
            </a:r>
            <a:r>
              <a:rPr lang="en-US" sz="1100" dirty="0" err="1"/>
              <a:t>hourlyRate</a:t>
            </a:r>
            <a:r>
              <a:rPr lang="en-US" sz="1100" dirty="0"/>
              <a:t>, hours) {</a:t>
            </a:r>
          </a:p>
          <a:p>
            <a:r>
              <a:rPr lang="en-US" sz="1100" dirty="0"/>
              <a:t>    this.name = name;</a:t>
            </a:r>
          </a:p>
          <a:p>
            <a:r>
              <a:rPr lang="en-US" sz="1100" dirty="0"/>
              <a:t>    </a:t>
            </a:r>
            <a:r>
              <a:rPr lang="en-US" sz="1100" dirty="0" err="1"/>
              <a:t>this.hourlyRate</a:t>
            </a:r>
            <a:r>
              <a:rPr lang="en-US" sz="1100" dirty="0"/>
              <a:t> = </a:t>
            </a:r>
            <a:r>
              <a:rPr lang="en-US" sz="1100" dirty="0" err="1"/>
              <a:t>hourlyRate</a:t>
            </a:r>
            <a:r>
              <a:rPr lang="en-US" sz="1100" dirty="0"/>
              <a:t>;</a:t>
            </a:r>
          </a:p>
          <a:p>
            <a:r>
              <a:rPr lang="en-US" sz="1100" dirty="0"/>
              <a:t>    </a:t>
            </a:r>
            <a:r>
              <a:rPr lang="en-US" sz="1100" dirty="0" err="1"/>
              <a:t>this.hours</a:t>
            </a:r>
            <a:r>
              <a:rPr lang="en-US" sz="1100" dirty="0"/>
              <a:t> = hours;</a:t>
            </a:r>
          </a:p>
          <a:p>
            <a:r>
              <a:rPr lang="en-US" sz="1100" dirty="0"/>
              <a:t>}</a:t>
            </a:r>
          </a:p>
          <a:p>
            <a:r>
              <a:rPr lang="en-US" sz="1100" dirty="0"/>
              <a:t>// Simple CSV</a:t>
            </a:r>
          </a:p>
          <a:p>
            <a:r>
              <a:rPr lang="en-US" sz="1100" dirty="0"/>
              <a:t>let employee = `Stefan,31,50.666`;</a:t>
            </a:r>
          </a:p>
          <a:p>
            <a:r>
              <a:rPr lang="en-US" sz="1100" dirty="0"/>
              <a:t>let </a:t>
            </a:r>
            <a:r>
              <a:rPr lang="en-US" sz="1100" dirty="0" err="1"/>
              <a:t>employeeData</a:t>
            </a:r>
            <a:r>
              <a:rPr lang="en-US" sz="1100" dirty="0"/>
              <a:t> = </a:t>
            </a:r>
            <a:r>
              <a:rPr lang="en-US" sz="1100" dirty="0" err="1"/>
              <a:t>employee.split</a:t>
            </a:r>
            <a:r>
              <a:rPr lang="en-US" sz="1100" dirty="0"/>
              <a:t>(',');</a:t>
            </a:r>
          </a:p>
          <a:p>
            <a:r>
              <a:rPr lang="en-US" sz="1100" dirty="0"/>
              <a:t>let emp = new Data(</a:t>
            </a:r>
            <a:r>
              <a:rPr lang="en-US" sz="1100" dirty="0" err="1"/>
              <a:t>employeeData</a:t>
            </a:r>
            <a:r>
              <a:rPr lang="en-US" sz="1100" dirty="0"/>
              <a:t>[0], </a:t>
            </a:r>
            <a:r>
              <a:rPr lang="en-US" sz="1100" dirty="0" err="1"/>
              <a:t>parseFloat</a:t>
            </a:r>
            <a:r>
              <a:rPr lang="en-US" sz="1100" dirty="0"/>
              <a:t>(</a:t>
            </a:r>
            <a:r>
              <a:rPr lang="en-US" sz="1100" dirty="0" err="1"/>
              <a:t>employeeData</a:t>
            </a:r>
            <a:r>
              <a:rPr lang="en-US" sz="1100" dirty="0"/>
              <a:t>[1]), </a:t>
            </a:r>
            <a:r>
              <a:rPr lang="en-US" sz="1100" dirty="0" err="1"/>
              <a:t>parseFloat</a:t>
            </a:r>
            <a:r>
              <a:rPr lang="en-US" sz="1100" dirty="0"/>
              <a:t>(</a:t>
            </a:r>
            <a:r>
              <a:rPr lang="en-US" sz="1100" dirty="0" err="1"/>
              <a:t>employeeData</a:t>
            </a:r>
            <a:r>
              <a:rPr lang="en-US" sz="1100" dirty="0"/>
              <a:t>[2]));</a:t>
            </a:r>
          </a:p>
          <a:p>
            <a:pPr defTabSz="966612">
              <a:defRPr/>
            </a:pPr>
            <a:r>
              <a:rPr lang="en-US" sz="1100" b="1" dirty="0"/>
              <a:t>console.log(emp);   </a:t>
            </a:r>
            <a:r>
              <a:rPr lang="en-US" sz="1100" i="1" dirty="0"/>
              <a:t>// Output: Data { name: 'Stefan', </a:t>
            </a:r>
            <a:r>
              <a:rPr lang="en-US" sz="1100" i="1" dirty="0" err="1"/>
              <a:t>hourlyRate</a:t>
            </a:r>
            <a:r>
              <a:rPr lang="en-US" sz="1100" i="1" dirty="0"/>
              <a:t>: 31, hours: 50.666 }</a:t>
            </a:r>
          </a:p>
          <a:p>
            <a:r>
              <a:rPr lang="en-US" sz="1100" dirty="0"/>
              <a:t>// CSV to CSV formatted</a:t>
            </a:r>
          </a:p>
          <a:p>
            <a:r>
              <a:rPr lang="en-US" sz="1100" dirty="0"/>
              <a:t>let name = </a:t>
            </a:r>
            <a:r>
              <a:rPr lang="en-US" sz="1100" dirty="0" err="1"/>
              <a:t>employeeData</a:t>
            </a:r>
            <a:r>
              <a:rPr lang="en-US" sz="1100" dirty="0"/>
              <a:t>[0];</a:t>
            </a:r>
          </a:p>
          <a:p>
            <a:r>
              <a:rPr lang="en-US" sz="1100" dirty="0"/>
              <a:t>let </a:t>
            </a:r>
            <a:r>
              <a:rPr lang="en-US" sz="1100" dirty="0" err="1"/>
              <a:t>hourlyRate</a:t>
            </a:r>
            <a:r>
              <a:rPr lang="en-US" sz="1100" dirty="0"/>
              <a:t> = </a:t>
            </a:r>
            <a:r>
              <a:rPr lang="en-US" sz="1100" dirty="0" err="1"/>
              <a:t>parseFloat</a:t>
            </a:r>
            <a:r>
              <a:rPr lang="en-US" sz="1100" dirty="0"/>
              <a:t>(</a:t>
            </a:r>
            <a:r>
              <a:rPr lang="en-US" sz="1100" dirty="0" err="1"/>
              <a:t>employeeData</a:t>
            </a:r>
            <a:r>
              <a:rPr lang="en-US" sz="1100" dirty="0"/>
              <a:t>[1]).</a:t>
            </a:r>
            <a:r>
              <a:rPr lang="en-US" sz="1100" dirty="0" err="1"/>
              <a:t>toFixed</a:t>
            </a:r>
            <a:r>
              <a:rPr lang="en-US" sz="1100" dirty="0"/>
              <a:t>(2);</a:t>
            </a:r>
          </a:p>
          <a:p>
            <a:r>
              <a:rPr lang="en-US" sz="1100" dirty="0"/>
              <a:t>let hours = </a:t>
            </a:r>
            <a:r>
              <a:rPr lang="en-US" sz="1100" dirty="0" err="1"/>
              <a:t>parseFloat</a:t>
            </a:r>
            <a:r>
              <a:rPr lang="en-US" sz="1100" dirty="0"/>
              <a:t>(</a:t>
            </a:r>
            <a:r>
              <a:rPr lang="en-US" sz="1100" dirty="0" err="1"/>
              <a:t>employeeData</a:t>
            </a:r>
            <a:r>
              <a:rPr lang="en-US" sz="1100" dirty="0"/>
              <a:t>[2]).</a:t>
            </a:r>
            <a:r>
              <a:rPr lang="en-US" sz="1100" dirty="0" err="1"/>
              <a:t>toFixed</a:t>
            </a:r>
            <a:r>
              <a:rPr lang="en-US" sz="1100" dirty="0"/>
              <a:t>(2);</a:t>
            </a:r>
          </a:p>
          <a:p>
            <a:r>
              <a:rPr lang="en-US" sz="1100" dirty="0"/>
              <a:t>let </a:t>
            </a:r>
            <a:r>
              <a:rPr lang="en-US" sz="1100" dirty="0" err="1"/>
              <a:t>formattedCsv</a:t>
            </a:r>
            <a:r>
              <a:rPr lang="en-US" sz="1100" dirty="0"/>
              <a:t> = `${name},${</a:t>
            </a:r>
            <a:r>
              <a:rPr lang="en-US" sz="1100" dirty="0" err="1"/>
              <a:t>hourlyRate</a:t>
            </a:r>
            <a:r>
              <a:rPr lang="en-US" sz="1100" dirty="0"/>
              <a:t>},${hours}`;</a:t>
            </a:r>
          </a:p>
          <a:p>
            <a:pPr defTabSz="966612">
              <a:defRPr/>
            </a:pPr>
            <a:r>
              <a:rPr lang="en-US" sz="1100" b="1" dirty="0"/>
              <a:t>console.log(</a:t>
            </a:r>
            <a:r>
              <a:rPr lang="en-US" sz="1100" b="1" dirty="0" err="1"/>
              <a:t>formattedCsv</a:t>
            </a:r>
            <a:r>
              <a:rPr lang="en-US" sz="1100" b="1" dirty="0"/>
              <a:t>);  </a:t>
            </a:r>
            <a:r>
              <a:rPr lang="en-US" sz="1100" u="sng" dirty="0"/>
              <a:t>// Output Stefan,31.00,50.</a:t>
            </a:r>
          </a:p>
        </p:txBody>
      </p:sp>
      <p:sp>
        <p:nvSpPr>
          <p:cNvPr id="4" name="Slide Number Placeholder 3"/>
          <p:cNvSpPr>
            <a:spLocks noGrp="1"/>
          </p:cNvSpPr>
          <p:nvPr>
            <p:ph type="sldNum" sz="quarter" idx="5"/>
          </p:nvPr>
        </p:nvSpPr>
        <p:spPr/>
        <p:txBody>
          <a:bodyPr/>
          <a:lstStyle/>
          <a:p>
            <a:fld id="{164377C5-5F89-43AD-BF72-9B51ECAEB898}" type="slidenum">
              <a:rPr lang="en-CA" smtClean="0"/>
              <a:t>71</a:t>
            </a:fld>
            <a:endParaRPr lang="en-CA"/>
          </a:p>
        </p:txBody>
      </p:sp>
      <p:sp>
        <p:nvSpPr>
          <p:cNvPr id="5" name="Footer Placeholder 4">
            <a:extLst>
              <a:ext uri="{FF2B5EF4-FFF2-40B4-BE49-F238E27FC236}">
                <a16:creationId xmlns:a16="http://schemas.microsoft.com/office/drawing/2014/main" id="{19D57DD3-6083-4675-BF05-B729F988DDCA}"/>
              </a:ext>
            </a:extLst>
          </p:cNvPr>
          <p:cNvSpPr>
            <a:spLocks noGrp="1"/>
          </p:cNvSpPr>
          <p:nvPr>
            <p:ph type="ftr" sz="quarter" idx="4"/>
          </p:nvPr>
        </p:nvSpPr>
        <p:spPr>
          <a:xfrm>
            <a:off x="0" y="9119474"/>
            <a:ext cx="7315200" cy="481726"/>
          </a:xfrm>
        </p:spPr>
        <p:txBody>
          <a:bodyPr/>
          <a:lstStyle/>
          <a:p>
            <a:r>
              <a:rPr lang="en-CA"/>
              <a:t>Copyright @ 2024 ProTech Professional Technical Services, Inc.</a:t>
            </a:r>
          </a:p>
        </p:txBody>
      </p:sp>
      <p:sp>
        <p:nvSpPr>
          <p:cNvPr id="6" name="Header Placeholder 5">
            <a:extLst>
              <a:ext uri="{FF2B5EF4-FFF2-40B4-BE49-F238E27FC236}">
                <a16:creationId xmlns:a16="http://schemas.microsoft.com/office/drawing/2014/main" id="{108CCECC-BC80-427E-B7FD-2D533761B8EF}"/>
              </a:ext>
            </a:extLst>
          </p:cNvPr>
          <p:cNvSpPr>
            <a:spLocks noGrp="1"/>
          </p:cNvSpPr>
          <p:nvPr>
            <p:ph type="hdr" sz="quarter"/>
          </p:nvPr>
        </p:nvSpPr>
        <p:spPr/>
        <p:txBody>
          <a:bodyPr/>
          <a:lstStyle/>
          <a:p>
            <a:r>
              <a:rPr lang="en-CA"/>
              <a:t>Modern JavaScript v1.0.3</a:t>
            </a:r>
          </a:p>
        </p:txBody>
      </p:sp>
    </p:spTree>
    <p:extLst>
      <p:ext uri="{BB962C8B-B14F-4D97-AF65-F5344CB8AC3E}">
        <p14:creationId xmlns:p14="http://schemas.microsoft.com/office/powerpoint/2010/main" val="33276961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A18C7-FA41-07A0-6A17-277BD360383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E84EF94-2691-5382-8D68-4F4D3964A35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CD2E8E1-CB29-1BAA-02DF-C40DD7E52D08}"/>
              </a:ext>
            </a:extLst>
          </p:cNvPr>
          <p:cNvSpPr>
            <a:spLocks noGrp="1"/>
          </p:cNvSpPr>
          <p:nvPr>
            <p:ph type="dt" sz="half" idx="10"/>
          </p:nvPr>
        </p:nvSpPr>
        <p:spPr/>
        <p:txBody>
          <a:bodyPr/>
          <a:lstStyle/>
          <a:p>
            <a:fld id="{5D047A00-0258-424E-B19F-B5481D130C09}" type="datetimeFigureOut">
              <a:rPr lang="en-US" smtClean="0"/>
              <a:t>9/28/2026</a:t>
            </a:fld>
            <a:endParaRPr lang="en-US"/>
          </a:p>
        </p:txBody>
      </p:sp>
      <p:sp>
        <p:nvSpPr>
          <p:cNvPr id="5" name="Footer Placeholder 4">
            <a:extLst>
              <a:ext uri="{FF2B5EF4-FFF2-40B4-BE49-F238E27FC236}">
                <a16:creationId xmlns:a16="http://schemas.microsoft.com/office/drawing/2014/main" id="{CC74166A-F3F9-9E17-EA7D-7AEAFD466A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4F3839-03A7-24DE-3FEF-EBCC22132517}"/>
              </a:ext>
            </a:extLst>
          </p:cNvPr>
          <p:cNvSpPr>
            <a:spLocks noGrp="1"/>
          </p:cNvSpPr>
          <p:nvPr>
            <p:ph type="sldNum" sz="quarter" idx="12"/>
          </p:nvPr>
        </p:nvSpPr>
        <p:spPr/>
        <p:txBody>
          <a:bodyPr/>
          <a:lstStyle/>
          <a:p>
            <a:fld id="{9B00ED52-CFBD-485E-BA22-63D88A84729F}" type="slidenum">
              <a:rPr lang="en-US" smtClean="0"/>
              <a:t>‹#›</a:t>
            </a:fld>
            <a:endParaRPr lang="en-US"/>
          </a:p>
        </p:txBody>
      </p:sp>
    </p:spTree>
    <p:extLst>
      <p:ext uri="{BB962C8B-B14F-4D97-AF65-F5344CB8AC3E}">
        <p14:creationId xmlns:p14="http://schemas.microsoft.com/office/powerpoint/2010/main" val="14817264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F4136-D02B-A11B-D40F-CF38C93B128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27EBDF-906A-D1F2-5FC9-A255019145C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B5949D-A897-1245-41D2-EFC19C43B6C0}"/>
              </a:ext>
            </a:extLst>
          </p:cNvPr>
          <p:cNvSpPr>
            <a:spLocks noGrp="1"/>
          </p:cNvSpPr>
          <p:nvPr>
            <p:ph type="dt" sz="half" idx="10"/>
          </p:nvPr>
        </p:nvSpPr>
        <p:spPr/>
        <p:txBody>
          <a:bodyPr/>
          <a:lstStyle/>
          <a:p>
            <a:fld id="{5D047A00-0258-424E-B19F-B5481D130C09}" type="datetimeFigureOut">
              <a:rPr lang="en-US" smtClean="0"/>
              <a:t>9/28/2026</a:t>
            </a:fld>
            <a:endParaRPr lang="en-US"/>
          </a:p>
        </p:txBody>
      </p:sp>
      <p:sp>
        <p:nvSpPr>
          <p:cNvPr id="5" name="Footer Placeholder 4">
            <a:extLst>
              <a:ext uri="{FF2B5EF4-FFF2-40B4-BE49-F238E27FC236}">
                <a16:creationId xmlns:a16="http://schemas.microsoft.com/office/drawing/2014/main" id="{FA0D6CFB-A969-789F-AE3B-9DDC008DB8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52C6EB-46BB-BE6C-5CA2-76CA599AA367}"/>
              </a:ext>
            </a:extLst>
          </p:cNvPr>
          <p:cNvSpPr>
            <a:spLocks noGrp="1"/>
          </p:cNvSpPr>
          <p:nvPr>
            <p:ph type="sldNum" sz="quarter" idx="12"/>
          </p:nvPr>
        </p:nvSpPr>
        <p:spPr/>
        <p:txBody>
          <a:bodyPr/>
          <a:lstStyle/>
          <a:p>
            <a:fld id="{9B00ED52-CFBD-485E-BA22-63D88A84729F}" type="slidenum">
              <a:rPr lang="en-US" smtClean="0"/>
              <a:t>‹#›</a:t>
            </a:fld>
            <a:endParaRPr lang="en-US"/>
          </a:p>
        </p:txBody>
      </p:sp>
    </p:spTree>
    <p:extLst>
      <p:ext uri="{BB962C8B-B14F-4D97-AF65-F5344CB8AC3E}">
        <p14:creationId xmlns:p14="http://schemas.microsoft.com/office/powerpoint/2010/main" val="14469480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F966B-87CE-D441-66A9-3C8F2886BB7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F38C980-D3A1-EC7D-DEB8-16E317BEB32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A224312-EC96-B28D-4353-A6C1FD2AE124}"/>
              </a:ext>
            </a:extLst>
          </p:cNvPr>
          <p:cNvSpPr>
            <a:spLocks noGrp="1"/>
          </p:cNvSpPr>
          <p:nvPr>
            <p:ph type="dt" sz="half" idx="10"/>
          </p:nvPr>
        </p:nvSpPr>
        <p:spPr/>
        <p:txBody>
          <a:bodyPr/>
          <a:lstStyle/>
          <a:p>
            <a:fld id="{5D047A00-0258-424E-B19F-B5481D130C09}" type="datetimeFigureOut">
              <a:rPr lang="en-US" smtClean="0"/>
              <a:t>9/28/2026</a:t>
            </a:fld>
            <a:endParaRPr lang="en-US"/>
          </a:p>
        </p:txBody>
      </p:sp>
      <p:sp>
        <p:nvSpPr>
          <p:cNvPr id="5" name="Footer Placeholder 4">
            <a:extLst>
              <a:ext uri="{FF2B5EF4-FFF2-40B4-BE49-F238E27FC236}">
                <a16:creationId xmlns:a16="http://schemas.microsoft.com/office/drawing/2014/main" id="{3BB2075D-93B7-4FB0-ACA4-21B98D233A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99C401-5047-71DC-5AFA-55420FE0D607}"/>
              </a:ext>
            </a:extLst>
          </p:cNvPr>
          <p:cNvSpPr>
            <a:spLocks noGrp="1"/>
          </p:cNvSpPr>
          <p:nvPr>
            <p:ph type="sldNum" sz="quarter" idx="12"/>
          </p:nvPr>
        </p:nvSpPr>
        <p:spPr/>
        <p:txBody>
          <a:bodyPr/>
          <a:lstStyle/>
          <a:p>
            <a:fld id="{9B00ED52-CFBD-485E-BA22-63D88A84729F}" type="slidenum">
              <a:rPr lang="en-US" smtClean="0"/>
              <a:t>‹#›</a:t>
            </a:fld>
            <a:endParaRPr lang="en-US"/>
          </a:p>
        </p:txBody>
      </p:sp>
    </p:spTree>
    <p:extLst>
      <p:ext uri="{BB962C8B-B14F-4D97-AF65-F5344CB8AC3E}">
        <p14:creationId xmlns:p14="http://schemas.microsoft.com/office/powerpoint/2010/main" val="33056323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75611-DECB-AFA5-7850-F348F66740E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8B07111-1171-0726-C8DC-5C1D6DF384F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037A4B0-F885-294B-78E0-70969B1895E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F2FDFBE-3D40-3841-639C-454AF83F133C}"/>
              </a:ext>
            </a:extLst>
          </p:cNvPr>
          <p:cNvSpPr>
            <a:spLocks noGrp="1"/>
          </p:cNvSpPr>
          <p:nvPr>
            <p:ph type="dt" sz="half" idx="10"/>
          </p:nvPr>
        </p:nvSpPr>
        <p:spPr/>
        <p:txBody>
          <a:bodyPr/>
          <a:lstStyle/>
          <a:p>
            <a:fld id="{5D047A00-0258-424E-B19F-B5481D130C09}" type="datetimeFigureOut">
              <a:rPr lang="en-US" smtClean="0"/>
              <a:t>9/28/2026</a:t>
            </a:fld>
            <a:endParaRPr lang="en-US"/>
          </a:p>
        </p:txBody>
      </p:sp>
      <p:sp>
        <p:nvSpPr>
          <p:cNvPr id="6" name="Footer Placeholder 5">
            <a:extLst>
              <a:ext uri="{FF2B5EF4-FFF2-40B4-BE49-F238E27FC236}">
                <a16:creationId xmlns:a16="http://schemas.microsoft.com/office/drawing/2014/main" id="{766CD3E1-FF03-D5AB-5B8C-E3DBEE2862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88220E-7612-4F11-3920-6111187088AA}"/>
              </a:ext>
            </a:extLst>
          </p:cNvPr>
          <p:cNvSpPr>
            <a:spLocks noGrp="1"/>
          </p:cNvSpPr>
          <p:nvPr>
            <p:ph type="sldNum" sz="quarter" idx="12"/>
          </p:nvPr>
        </p:nvSpPr>
        <p:spPr/>
        <p:txBody>
          <a:bodyPr/>
          <a:lstStyle/>
          <a:p>
            <a:fld id="{9B00ED52-CFBD-485E-BA22-63D88A84729F}" type="slidenum">
              <a:rPr lang="en-US" smtClean="0"/>
              <a:t>‹#›</a:t>
            </a:fld>
            <a:endParaRPr lang="en-US"/>
          </a:p>
        </p:txBody>
      </p:sp>
    </p:spTree>
    <p:extLst>
      <p:ext uri="{BB962C8B-B14F-4D97-AF65-F5344CB8AC3E}">
        <p14:creationId xmlns:p14="http://schemas.microsoft.com/office/powerpoint/2010/main" val="19454180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1B8CD-FDDF-E36B-3F1E-3B47C6D31CD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F9842C6-BDD9-A106-6184-D57AE90EC7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43D8276-B1DE-5CBE-85F5-23F9B426FC7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EFB4C14-84F5-657D-B58D-978E69FCBF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C08AC9D-CA68-F3DE-734C-FFC6FB08D75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5073707-5011-E982-C814-F625288E1533}"/>
              </a:ext>
            </a:extLst>
          </p:cNvPr>
          <p:cNvSpPr>
            <a:spLocks noGrp="1"/>
          </p:cNvSpPr>
          <p:nvPr>
            <p:ph type="dt" sz="half" idx="10"/>
          </p:nvPr>
        </p:nvSpPr>
        <p:spPr/>
        <p:txBody>
          <a:bodyPr/>
          <a:lstStyle/>
          <a:p>
            <a:fld id="{5D047A00-0258-424E-B19F-B5481D130C09}" type="datetimeFigureOut">
              <a:rPr lang="en-US" smtClean="0"/>
              <a:t>9/28/2026</a:t>
            </a:fld>
            <a:endParaRPr lang="en-US"/>
          </a:p>
        </p:txBody>
      </p:sp>
      <p:sp>
        <p:nvSpPr>
          <p:cNvPr id="8" name="Footer Placeholder 7">
            <a:extLst>
              <a:ext uri="{FF2B5EF4-FFF2-40B4-BE49-F238E27FC236}">
                <a16:creationId xmlns:a16="http://schemas.microsoft.com/office/drawing/2014/main" id="{6329508C-B410-64B0-C3A4-533D7225D6A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B5B9813-1531-90A9-1385-97D126400568}"/>
              </a:ext>
            </a:extLst>
          </p:cNvPr>
          <p:cNvSpPr>
            <a:spLocks noGrp="1"/>
          </p:cNvSpPr>
          <p:nvPr>
            <p:ph type="sldNum" sz="quarter" idx="12"/>
          </p:nvPr>
        </p:nvSpPr>
        <p:spPr/>
        <p:txBody>
          <a:bodyPr/>
          <a:lstStyle/>
          <a:p>
            <a:fld id="{9B00ED52-CFBD-485E-BA22-63D88A84729F}" type="slidenum">
              <a:rPr lang="en-US" smtClean="0"/>
              <a:t>‹#›</a:t>
            </a:fld>
            <a:endParaRPr lang="en-US"/>
          </a:p>
        </p:txBody>
      </p:sp>
    </p:spTree>
    <p:extLst>
      <p:ext uri="{BB962C8B-B14F-4D97-AF65-F5344CB8AC3E}">
        <p14:creationId xmlns:p14="http://schemas.microsoft.com/office/powerpoint/2010/main" val="29382693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7FCBA-00CB-D6D0-0C45-58E4BF4C99B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9C97921-5089-3486-EEE0-56E0206CEE3B}"/>
              </a:ext>
            </a:extLst>
          </p:cNvPr>
          <p:cNvSpPr>
            <a:spLocks noGrp="1"/>
          </p:cNvSpPr>
          <p:nvPr>
            <p:ph type="dt" sz="half" idx="10"/>
          </p:nvPr>
        </p:nvSpPr>
        <p:spPr/>
        <p:txBody>
          <a:bodyPr/>
          <a:lstStyle/>
          <a:p>
            <a:fld id="{5D047A00-0258-424E-B19F-B5481D130C09}" type="datetimeFigureOut">
              <a:rPr lang="en-US" smtClean="0"/>
              <a:t>9/28/2026</a:t>
            </a:fld>
            <a:endParaRPr lang="en-US"/>
          </a:p>
        </p:txBody>
      </p:sp>
      <p:sp>
        <p:nvSpPr>
          <p:cNvPr id="4" name="Footer Placeholder 3">
            <a:extLst>
              <a:ext uri="{FF2B5EF4-FFF2-40B4-BE49-F238E27FC236}">
                <a16:creationId xmlns:a16="http://schemas.microsoft.com/office/drawing/2014/main" id="{320EE591-CF6D-B3C8-7B66-C82AB7862D1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88E1A30-107E-742B-C086-6BEA039FEDA2}"/>
              </a:ext>
            </a:extLst>
          </p:cNvPr>
          <p:cNvSpPr>
            <a:spLocks noGrp="1"/>
          </p:cNvSpPr>
          <p:nvPr>
            <p:ph type="sldNum" sz="quarter" idx="12"/>
          </p:nvPr>
        </p:nvSpPr>
        <p:spPr/>
        <p:txBody>
          <a:bodyPr/>
          <a:lstStyle/>
          <a:p>
            <a:fld id="{9B00ED52-CFBD-485E-BA22-63D88A84729F}" type="slidenum">
              <a:rPr lang="en-US" smtClean="0"/>
              <a:t>‹#›</a:t>
            </a:fld>
            <a:endParaRPr lang="en-US"/>
          </a:p>
        </p:txBody>
      </p:sp>
    </p:spTree>
    <p:extLst>
      <p:ext uri="{BB962C8B-B14F-4D97-AF65-F5344CB8AC3E}">
        <p14:creationId xmlns:p14="http://schemas.microsoft.com/office/powerpoint/2010/main" val="38342613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CCD68AE-9765-1790-18CA-F8DB58B8CD42}"/>
              </a:ext>
            </a:extLst>
          </p:cNvPr>
          <p:cNvSpPr>
            <a:spLocks noGrp="1"/>
          </p:cNvSpPr>
          <p:nvPr>
            <p:ph type="dt" sz="half" idx="10"/>
          </p:nvPr>
        </p:nvSpPr>
        <p:spPr/>
        <p:txBody>
          <a:bodyPr/>
          <a:lstStyle/>
          <a:p>
            <a:fld id="{5D047A00-0258-424E-B19F-B5481D130C09}" type="datetimeFigureOut">
              <a:rPr lang="en-US" smtClean="0"/>
              <a:t>9/28/2026</a:t>
            </a:fld>
            <a:endParaRPr lang="en-US"/>
          </a:p>
        </p:txBody>
      </p:sp>
      <p:sp>
        <p:nvSpPr>
          <p:cNvPr id="3" name="Footer Placeholder 2">
            <a:extLst>
              <a:ext uri="{FF2B5EF4-FFF2-40B4-BE49-F238E27FC236}">
                <a16:creationId xmlns:a16="http://schemas.microsoft.com/office/drawing/2014/main" id="{91BD58D4-66C1-87C1-3E9C-0F71D6FC569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13A655A-DD25-7940-2007-3FD620B3A18E}"/>
              </a:ext>
            </a:extLst>
          </p:cNvPr>
          <p:cNvSpPr>
            <a:spLocks noGrp="1"/>
          </p:cNvSpPr>
          <p:nvPr>
            <p:ph type="sldNum" sz="quarter" idx="12"/>
          </p:nvPr>
        </p:nvSpPr>
        <p:spPr/>
        <p:txBody>
          <a:bodyPr/>
          <a:lstStyle/>
          <a:p>
            <a:fld id="{9B00ED52-CFBD-485E-BA22-63D88A84729F}" type="slidenum">
              <a:rPr lang="en-US" smtClean="0"/>
              <a:t>‹#›</a:t>
            </a:fld>
            <a:endParaRPr lang="en-US"/>
          </a:p>
        </p:txBody>
      </p:sp>
    </p:spTree>
    <p:extLst>
      <p:ext uri="{BB962C8B-B14F-4D97-AF65-F5344CB8AC3E}">
        <p14:creationId xmlns:p14="http://schemas.microsoft.com/office/powerpoint/2010/main" val="36815672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0B804-40C7-A512-2C0F-905C64A3B5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826C35D-A33E-7266-7FC3-A2B4BA2030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8B9262C-DE1E-6457-B697-7373420655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4E83EA-F8AA-1044-DC9B-67A51DC68487}"/>
              </a:ext>
            </a:extLst>
          </p:cNvPr>
          <p:cNvSpPr>
            <a:spLocks noGrp="1"/>
          </p:cNvSpPr>
          <p:nvPr>
            <p:ph type="dt" sz="half" idx="10"/>
          </p:nvPr>
        </p:nvSpPr>
        <p:spPr/>
        <p:txBody>
          <a:bodyPr/>
          <a:lstStyle/>
          <a:p>
            <a:fld id="{5D047A00-0258-424E-B19F-B5481D130C09}" type="datetimeFigureOut">
              <a:rPr lang="en-US" smtClean="0"/>
              <a:t>9/28/2026</a:t>
            </a:fld>
            <a:endParaRPr lang="en-US"/>
          </a:p>
        </p:txBody>
      </p:sp>
      <p:sp>
        <p:nvSpPr>
          <p:cNvPr id="6" name="Footer Placeholder 5">
            <a:extLst>
              <a:ext uri="{FF2B5EF4-FFF2-40B4-BE49-F238E27FC236}">
                <a16:creationId xmlns:a16="http://schemas.microsoft.com/office/drawing/2014/main" id="{50D36D95-CE46-EF13-8247-E7406AEF5D0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19BC24D-C8F8-C656-E4F7-11405F177097}"/>
              </a:ext>
            </a:extLst>
          </p:cNvPr>
          <p:cNvSpPr>
            <a:spLocks noGrp="1"/>
          </p:cNvSpPr>
          <p:nvPr>
            <p:ph type="sldNum" sz="quarter" idx="12"/>
          </p:nvPr>
        </p:nvSpPr>
        <p:spPr/>
        <p:txBody>
          <a:bodyPr/>
          <a:lstStyle/>
          <a:p>
            <a:fld id="{9B00ED52-CFBD-485E-BA22-63D88A84729F}" type="slidenum">
              <a:rPr lang="en-US" smtClean="0"/>
              <a:t>‹#›</a:t>
            </a:fld>
            <a:endParaRPr lang="en-US"/>
          </a:p>
        </p:txBody>
      </p:sp>
    </p:spTree>
    <p:extLst>
      <p:ext uri="{BB962C8B-B14F-4D97-AF65-F5344CB8AC3E}">
        <p14:creationId xmlns:p14="http://schemas.microsoft.com/office/powerpoint/2010/main" val="10358509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73F42-34D3-6094-10E0-22DD6B5309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F6FDAC5-9C16-F40B-763B-FE136CCB76B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5D65B7B-A937-8483-FBE8-237F29DEFA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1612D4-6AD5-0CD7-6CFC-F119AE7AF265}"/>
              </a:ext>
            </a:extLst>
          </p:cNvPr>
          <p:cNvSpPr>
            <a:spLocks noGrp="1"/>
          </p:cNvSpPr>
          <p:nvPr>
            <p:ph type="dt" sz="half" idx="10"/>
          </p:nvPr>
        </p:nvSpPr>
        <p:spPr/>
        <p:txBody>
          <a:bodyPr/>
          <a:lstStyle/>
          <a:p>
            <a:fld id="{5D047A00-0258-424E-B19F-B5481D130C09}" type="datetimeFigureOut">
              <a:rPr lang="en-US" smtClean="0"/>
              <a:t>9/28/2026</a:t>
            </a:fld>
            <a:endParaRPr lang="en-US"/>
          </a:p>
        </p:txBody>
      </p:sp>
      <p:sp>
        <p:nvSpPr>
          <p:cNvPr id="6" name="Footer Placeholder 5">
            <a:extLst>
              <a:ext uri="{FF2B5EF4-FFF2-40B4-BE49-F238E27FC236}">
                <a16:creationId xmlns:a16="http://schemas.microsoft.com/office/drawing/2014/main" id="{CB65DBBC-FD16-FBE6-DF2D-8CA5CE6852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090B9AB-ED7E-9E04-BC18-01B5896B5A04}"/>
              </a:ext>
            </a:extLst>
          </p:cNvPr>
          <p:cNvSpPr>
            <a:spLocks noGrp="1"/>
          </p:cNvSpPr>
          <p:nvPr>
            <p:ph type="sldNum" sz="quarter" idx="12"/>
          </p:nvPr>
        </p:nvSpPr>
        <p:spPr/>
        <p:txBody>
          <a:bodyPr/>
          <a:lstStyle/>
          <a:p>
            <a:fld id="{9B00ED52-CFBD-485E-BA22-63D88A84729F}" type="slidenum">
              <a:rPr lang="en-US" smtClean="0"/>
              <a:t>‹#›</a:t>
            </a:fld>
            <a:endParaRPr lang="en-US"/>
          </a:p>
        </p:txBody>
      </p:sp>
    </p:spTree>
    <p:extLst>
      <p:ext uri="{BB962C8B-B14F-4D97-AF65-F5344CB8AC3E}">
        <p14:creationId xmlns:p14="http://schemas.microsoft.com/office/powerpoint/2010/main" val="26022725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F0B4A-E569-195A-4C85-D82FF170F41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CAE260C-5B8A-4679-2213-59D3A75B8A3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8D2605-BBDA-DA93-90CA-FC85658A767A}"/>
              </a:ext>
            </a:extLst>
          </p:cNvPr>
          <p:cNvSpPr>
            <a:spLocks noGrp="1"/>
          </p:cNvSpPr>
          <p:nvPr>
            <p:ph type="dt" sz="half" idx="10"/>
          </p:nvPr>
        </p:nvSpPr>
        <p:spPr/>
        <p:txBody>
          <a:bodyPr/>
          <a:lstStyle/>
          <a:p>
            <a:fld id="{5D047A00-0258-424E-B19F-B5481D130C09}" type="datetimeFigureOut">
              <a:rPr lang="en-US" smtClean="0"/>
              <a:t>9/28/2026</a:t>
            </a:fld>
            <a:endParaRPr lang="en-US"/>
          </a:p>
        </p:txBody>
      </p:sp>
      <p:sp>
        <p:nvSpPr>
          <p:cNvPr id="5" name="Footer Placeholder 4">
            <a:extLst>
              <a:ext uri="{FF2B5EF4-FFF2-40B4-BE49-F238E27FC236}">
                <a16:creationId xmlns:a16="http://schemas.microsoft.com/office/drawing/2014/main" id="{FB8F7732-770B-E707-7B65-A2A966EE0D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869932-F107-8875-C8F5-09D4C39DA801}"/>
              </a:ext>
            </a:extLst>
          </p:cNvPr>
          <p:cNvSpPr>
            <a:spLocks noGrp="1"/>
          </p:cNvSpPr>
          <p:nvPr>
            <p:ph type="sldNum" sz="quarter" idx="12"/>
          </p:nvPr>
        </p:nvSpPr>
        <p:spPr/>
        <p:txBody>
          <a:bodyPr/>
          <a:lstStyle/>
          <a:p>
            <a:fld id="{9B00ED52-CFBD-485E-BA22-63D88A84729F}" type="slidenum">
              <a:rPr lang="en-US" smtClean="0"/>
              <a:t>‹#›</a:t>
            </a:fld>
            <a:endParaRPr lang="en-US"/>
          </a:p>
        </p:txBody>
      </p:sp>
    </p:spTree>
    <p:extLst>
      <p:ext uri="{BB962C8B-B14F-4D97-AF65-F5344CB8AC3E}">
        <p14:creationId xmlns:p14="http://schemas.microsoft.com/office/powerpoint/2010/main" val="18101696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7F2D130-E42E-D7F3-61A6-F779CF07F24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5A115FD-7D26-F05C-65F8-4B3F970BC70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75B2AE-D3AB-59FC-DD4F-07A1F7067039}"/>
              </a:ext>
            </a:extLst>
          </p:cNvPr>
          <p:cNvSpPr>
            <a:spLocks noGrp="1"/>
          </p:cNvSpPr>
          <p:nvPr>
            <p:ph type="dt" sz="half" idx="10"/>
          </p:nvPr>
        </p:nvSpPr>
        <p:spPr/>
        <p:txBody>
          <a:bodyPr/>
          <a:lstStyle/>
          <a:p>
            <a:fld id="{5D047A00-0258-424E-B19F-B5481D130C09}" type="datetimeFigureOut">
              <a:rPr lang="en-US" smtClean="0"/>
              <a:t>9/28/2026</a:t>
            </a:fld>
            <a:endParaRPr lang="en-US"/>
          </a:p>
        </p:txBody>
      </p:sp>
      <p:sp>
        <p:nvSpPr>
          <p:cNvPr id="5" name="Footer Placeholder 4">
            <a:extLst>
              <a:ext uri="{FF2B5EF4-FFF2-40B4-BE49-F238E27FC236}">
                <a16:creationId xmlns:a16="http://schemas.microsoft.com/office/drawing/2014/main" id="{0FE71225-AEA0-4C5D-404C-63F62F8FAF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B80439-9388-A06C-059E-C57E7DD2A3C0}"/>
              </a:ext>
            </a:extLst>
          </p:cNvPr>
          <p:cNvSpPr>
            <a:spLocks noGrp="1"/>
          </p:cNvSpPr>
          <p:nvPr>
            <p:ph type="sldNum" sz="quarter" idx="12"/>
          </p:nvPr>
        </p:nvSpPr>
        <p:spPr/>
        <p:txBody>
          <a:bodyPr/>
          <a:lstStyle/>
          <a:p>
            <a:fld id="{9B00ED52-CFBD-485E-BA22-63D88A84729F}" type="slidenum">
              <a:rPr lang="en-US" smtClean="0"/>
              <a:t>‹#›</a:t>
            </a:fld>
            <a:endParaRPr lang="en-US"/>
          </a:p>
        </p:txBody>
      </p:sp>
    </p:spTree>
    <p:extLst>
      <p:ext uri="{BB962C8B-B14F-4D97-AF65-F5344CB8AC3E}">
        <p14:creationId xmlns:p14="http://schemas.microsoft.com/office/powerpoint/2010/main" val="11248158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7B1603-65EA-52B5-0259-D36BB07773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C179B61-06EF-265F-8BD7-934F89984F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45501B-EC0E-4C40-95EB-F5DD55E0BFD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D047A00-0258-424E-B19F-B5481D130C09}" type="datetimeFigureOut">
              <a:rPr lang="en-US" smtClean="0"/>
              <a:t>9/28/2026</a:t>
            </a:fld>
            <a:endParaRPr lang="en-US"/>
          </a:p>
        </p:txBody>
      </p:sp>
      <p:sp>
        <p:nvSpPr>
          <p:cNvPr id="5" name="Footer Placeholder 4">
            <a:extLst>
              <a:ext uri="{FF2B5EF4-FFF2-40B4-BE49-F238E27FC236}">
                <a16:creationId xmlns:a16="http://schemas.microsoft.com/office/drawing/2014/main" id="{03322A4B-25C8-0138-027B-83A582C815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3CF7DCE-D3AA-A835-1474-3C49DFE90F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B00ED52-CFBD-485E-BA22-63D88A84729F}" type="slidenum">
              <a:rPr lang="en-US" smtClean="0"/>
              <a:t>‹#›</a:t>
            </a:fld>
            <a:endParaRPr lang="en-US"/>
          </a:p>
        </p:txBody>
      </p:sp>
    </p:spTree>
    <p:extLst>
      <p:ext uri="{BB962C8B-B14F-4D97-AF65-F5344CB8AC3E}">
        <p14:creationId xmlns:p14="http://schemas.microsoft.com/office/powerpoint/2010/main" val="12413217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customXml" Target="../ink/ink2.xml"/><Relationship Id="rId4" Type="http://schemas.openxmlformats.org/officeDocument/2006/relationships/image" Target="NUL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744D7-33D9-47D6-926B-05B65C76E5F8}"/>
              </a:ext>
            </a:extLst>
          </p:cNvPr>
          <p:cNvSpPr>
            <a:spLocks noGrp="1"/>
          </p:cNvSpPr>
          <p:nvPr>
            <p:ph type="ctrTitle"/>
          </p:nvPr>
        </p:nvSpPr>
        <p:spPr/>
        <p:txBody>
          <a:bodyPr/>
          <a:lstStyle/>
          <a:p>
            <a:r>
              <a:rPr lang="en-CA" dirty="0"/>
              <a:t>05_loops</a:t>
            </a:r>
          </a:p>
        </p:txBody>
      </p:sp>
      <p:sp>
        <p:nvSpPr>
          <p:cNvPr id="3" name="Subtitle 2">
            <a:extLst>
              <a:ext uri="{FF2B5EF4-FFF2-40B4-BE49-F238E27FC236}">
                <a16:creationId xmlns:a16="http://schemas.microsoft.com/office/drawing/2014/main" id="{C0C0F5C5-2C9A-4E6F-B208-F76EA88E5036}"/>
              </a:ext>
            </a:extLst>
          </p:cNvPr>
          <p:cNvSpPr>
            <a:spLocks noGrp="1"/>
          </p:cNvSpPr>
          <p:nvPr>
            <p:ph type="subTitle" idx="1"/>
          </p:nvPr>
        </p:nvSpPr>
        <p:spPr/>
        <p:txBody>
          <a:bodyPr/>
          <a:lstStyle/>
          <a:p>
            <a:endParaRPr lang="en-CA"/>
          </a:p>
        </p:txBody>
      </p:sp>
      <p:sp>
        <p:nvSpPr>
          <p:cNvPr id="4" name="Slide Number Placeholder 3">
            <a:extLst>
              <a:ext uri="{FF2B5EF4-FFF2-40B4-BE49-F238E27FC236}">
                <a16:creationId xmlns:a16="http://schemas.microsoft.com/office/drawing/2014/main" id="{05FF96E2-C9F2-4B1C-A45B-74938562F8FC}"/>
              </a:ext>
            </a:extLst>
          </p:cNvPr>
          <p:cNvSpPr>
            <a:spLocks noGrp="1"/>
          </p:cNvSpPr>
          <p:nvPr>
            <p:ph type="sldNum" sz="quarter" idx="12"/>
          </p:nvPr>
        </p:nvSpPr>
        <p:spPr/>
        <p:txBody>
          <a:bodyPr/>
          <a:lstStyle/>
          <a:p>
            <a:fld id="{6B7CECC9-8688-4C14-9F38-24140407CAFB}" type="slidenum">
              <a:rPr lang="en-CA" smtClean="0"/>
              <a:t>1</a:t>
            </a:fld>
            <a:endParaRPr lang="en-CA"/>
          </a:p>
        </p:txBody>
      </p:sp>
    </p:spTree>
    <p:extLst>
      <p:ext uri="{BB962C8B-B14F-4D97-AF65-F5344CB8AC3E}">
        <p14:creationId xmlns:p14="http://schemas.microsoft.com/office/powerpoint/2010/main" val="42249511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3">
            <a:extLst>
              <a:ext uri="{FF2B5EF4-FFF2-40B4-BE49-F238E27FC236}">
                <a16:creationId xmlns:a16="http://schemas.microsoft.com/office/drawing/2014/main" id="{AC10F28C-C36D-4A79-9FBD-04BC903C0C8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0000"/>
              </a:buClr>
              <a:buSzPct val="50000"/>
              <a:buFont typeface="Monotype Sorts" pitchFamily="2" charset="2"/>
              <a:buChar char="l"/>
              <a:defRPr sz="2800">
                <a:solidFill>
                  <a:schemeClr val="bg2"/>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latin typeface="Times New Roman" panose="02020603050405020304" pitchFamily="18" charset="0"/>
              </a:rPr>
              <a:t>4-</a:t>
            </a:r>
            <a:fld id="{1D307C27-FE82-46D0-BC38-968BD54A182F}" type="slidenum">
              <a:rPr lang="en-US" altLang="en-US" sz="1400">
                <a:latin typeface="Times New Roman" panose="02020603050405020304" pitchFamily="18" charset="0"/>
              </a:rPr>
              <a:pPr>
                <a:spcBef>
                  <a:spcPct val="0"/>
                </a:spcBef>
                <a:buClrTx/>
                <a:buSzTx/>
                <a:buFontTx/>
                <a:buNone/>
              </a:pPr>
              <a:t>2</a:t>
            </a:fld>
            <a:endParaRPr lang="en-US" altLang="en-US" sz="1400">
              <a:latin typeface="Times New Roman" panose="02020603050405020304" pitchFamily="18" charset="0"/>
            </a:endParaRPr>
          </a:p>
        </p:txBody>
      </p:sp>
      <p:sp>
        <p:nvSpPr>
          <p:cNvPr id="35843" name="Rectangle 2">
            <a:extLst>
              <a:ext uri="{FF2B5EF4-FFF2-40B4-BE49-F238E27FC236}">
                <a16:creationId xmlns:a16="http://schemas.microsoft.com/office/drawing/2014/main" id="{E2BD60C7-0C2F-496E-BED0-EAD4E2D51A6F}"/>
              </a:ext>
            </a:extLst>
          </p:cNvPr>
          <p:cNvSpPr>
            <a:spLocks noGrp="1" noChangeArrowheads="1"/>
          </p:cNvSpPr>
          <p:nvPr>
            <p:ph type="title"/>
          </p:nvPr>
        </p:nvSpPr>
        <p:spPr/>
        <p:txBody>
          <a:bodyPr/>
          <a:lstStyle/>
          <a:p>
            <a:pPr eaLnBrk="1" hangingPunct="1"/>
            <a:r>
              <a:rPr lang="en-US" altLang="en-US"/>
              <a:t>The </a:t>
            </a:r>
            <a:r>
              <a:rPr lang="en-US" altLang="en-US">
                <a:latin typeface="Courier New" panose="02070309020205020404" pitchFamily="49" charset="0"/>
              </a:rPr>
              <a:t>while</a:t>
            </a:r>
            <a:r>
              <a:rPr lang="en-US" altLang="en-US"/>
              <a:t> Statement</a:t>
            </a:r>
          </a:p>
        </p:txBody>
      </p:sp>
      <p:sp>
        <p:nvSpPr>
          <p:cNvPr id="35844" name="Rectangle 3">
            <a:extLst>
              <a:ext uri="{FF2B5EF4-FFF2-40B4-BE49-F238E27FC236}">
                <a16:creationId xmlns:a16="http://schemas.microsoft.com/office/drawing/2014/main" id="{F67543E6-9F17-4170-9148-44EB69004C9A}"/>
              </a:ext>
            </a:extLst>
          </p:cNvPr>
          <p:cNvSpPr>
            <a:spLocks noGrp="1" noChangeArrowheads="1"/>
          </p:cNvSpPr>
          <p:nvPr>
            <p:ph type="body" idx="1"/>
          </p:nvPr>
        </p:nvSpPr>
        <p:spPr/>
        <p:txBody>
          <a:bodyPr/>
          <a:lstStyle/>
          <a:p>
            <a:pPr eaLnBrk="1" hangingPunct="1"/>
            <a:r>
              <a:rPr lang="en-US" altLang="en-US"/>
              <a:t>The while statement continually executes a block of statements while a particular </a:t>
            </a:r>
            <a:r>
              <a:rPr lang="en-US" altLang="en-US" err="1"/>
              <a:t>testCondition</a:t>
            </a:r>
            <a:r>
              <a:rPr lang="en-US" altLang="en-US"/>
              <a:t> is true </a:t>
            </a:r>
          </a:p>
          <a:p>
            <a:pPr lvl="1" eaLnBrk="1" hangingPunct="1"/>
            <a:r>
              <a:rPr lang="en-US" altLang="en-US"/>
              <a:t>Syntax</a:t>
            </a:r>
          </a:p>
          <a:p>
            <a:pPr lvl="1" eaLnBrk="1" hangingPunct="1"/>
            <a:endParaRPr lang="en-US" altLang="en-US"/>
          </a:p>
          <a:p>
            <a:pPr lvl="1" eaLnBrk="1" hangingPunct="1"/>
            <a:endParaRPr lang="en-US" altLang="en-US"/>
          </a:p>
          <a:p>
            <a:pPr lvl="1" eaLnBrk="1" hangingPunct="1"/>
            <a:endParaRPr lang="en-US" altLang="en-US"/>
          </a:p>
          <a:p>
            <a:pPr lvl="1" eaLnBrk="1" hangingPunct="1"/>
            <a:endParaRPr lang="en-US" altLang="en-US"/>
          </a:p>
          <a:p>
            <a:pPr lvl="1" eaLnBrk="1" hangingPunct="1"/>
            <a:endParaRPr lang="en-US" altLang="en-US"/>
          </a:p>
          <a:p>
            <a:pPr lvl="1" eaLnBrk="1" hangingPunct="1"/>
            <a:endParaRPr lang="en-US" altLang="en-US"/>
          </a:p>
          <a:p>
            <a:pPr eaLnBrk="1" hangingPunct="1">
              <a:buFont typeface="Monotype Sorts" pitchFamily="2" charset="2"/>
              <a:buNone/>
            </a:pPr>
            <a:endParaRPr lang="en-US" altLang="en-US"/>
          </a:p>
          <a:p>
            <a:pPr eaLnBrk="1" hangingPunct="1"/>
            <a:endParaRPr lang="en-US" altLang="en-US"/>
          </a:p>
          <a:p>
            <a:pPr eaLnBrk="1" hangingPunct="1"/>
            <a:endParaRPr lang="en-US" altLang="en-US"/>
          </a:p>
        </p:txBody>
      </p:sp>
      <p:sp>
        <p:nvSpPr>
          <p:cNvPr id="35845" name="Text Box 4">
            <a:extLst>
              <a:ext uri="{FF2B5EF4-FFF2-40B4-BE49-F238E27FC236}">
                <a16:creationId xmlns:a16="http://schemas.microsoft.com/office/drawing/2014/main" id="{4E6E8970-5A04-4738-B7FE-5DAFE8420502}"/>
              </a:ext>
            </a:extLst>
          </p:cNvPr>
          <p:cNvSpPr txBox="1">
            <a:spLocks noChangeArrowheads="1"/>
          </p:cNvSpPr>
          <p:nvPr/>
        </p:nvSpPr>
        <p:spPr bwMode="auto">
          <a:xfrm>
            <a:off x="3797300" y="4735513"/>
            <a:ext cx="5403144" cy="1503362"/>
          </a:xfrm>
          <a:prstGeom prst="rect">
            <a:avLst/>
          </a:prstGeom>
          <a:noFill/>
          <a:ln w="38100" cap="sq">
            <a:solidFill>
              <a:schemeClr val="tx1"/>
            </a:solidFill>
            <a:miter lim="800000"/>
            <a:headEnd/>
            <a:tailEnd/>
          </a:ln>
        </p:spPr>
        <p:txBody>
          <a:bodyPr wrap="square">
            <a:spAutoFit/>
          </a:bodyPr>
          <a:lstStyle>
            <a:lvl1pPr>
              <a:spcBef>
                <a:spcPct val="20000"/>
              </a:spcBef>
              <a:buClr>
                <a:srgbClr val="FF0000"/>
              </a:buClr>
              <a:buSzPct val="50000"/>
              <a:buFont typeface="Monotype Sorts" pitchFamily="2" charset="2"/>
              <a:buChar char="l"/>
              <a:defRPr sz="2800">
                <a:solidFill>
                  <a:schemeClr val="bg2"/>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en-US" altLang="en-US" sz="1800" b="1">
                <a:solidFill>
                  <a:schemeClr val="tx1"/>
                </a:solidFill>
                <a:latin typeface="Courier New" panose="02070309020205020404" pitchFamily="49" charset="0"/>
              </a:rPr>
              <a:t>let number01 = 0;</a:t>
            </a:r>
          </a:p>
          <a:p>
            <a:pPr>
              <a:spcBef>
                <a:spcPct val="0"/>
              </a:spcBef>
              <a:buClrTx/>
              <a:buSzTx/>
              <a:buFontTx/>
              <a:buNone/>
            </a:pPr>
            <a:r>
              <a:rPr kumimoji="1" lang="en-US" altLang="en-US" sz="1800" b="1">
                <a:solidFill>
                  <a:schemeClr val="tx1"/>
                </a:solidFill>
                <a:latin typeface="Courier New" panose="02070309020205020404" pitchFamily="49" charset="0"/>
              </a:rPr>
              <a:t>while (number01 &lt; 8) {</a:t>
            </a:r>
          </a:p>
          <a:p>
            <a:pPr>
              <a:spcBef>
                <a:spcPct val="0"/>
              </a:spcBef>
              <a:buClrTx/>
              <a:buSzTx/>
              <a:buFontTx/>
              <a:buNone/>
            </a:pPr>
            <a:r>
              <a:rPr kumimoji="1" lang="en-US" altLang="en-US" sz="1800" b="1">
                <a:solidFill>
                  <a:schemeClr val="tx1"/>
                </a:solidFill>
                <a:latin typeface="Courier New" panose="02070309020205020404" pitchFamily="49" charset="0"/>
              </a:rPr>
              <a:t> 	console.log(number01);</a:t>
            </a:r>
          </a:p>
          <a:p>
            <a:pPr>
              <a:spcBef>
                <a:spcPct val="0"/>
              </a:spcBef>
              <a:buClrTx/>
              <a:buSzTx/>
              <a:buFontTx/>
              <a:buNone/>
            </a:pPr>
            <a:r>
              <a:rPr kumimoji="1" lang="en-US" altLang="en-US" sz="1800" b="1">
                <a:solidFill>
                  <a:schemeClr val="tx1"/>
                </a:solidFill>
                <a:latin typeface="Courier New" panose="02070309020205020404" pitchFamily="49" charset="0"/>
              </a:rPr>
              <a:t> 	number01++;</a:t>
            </a:r>
          </a:p>
          <a:p>
            <a:pPr>
              <a:spcBef>
                <a:spcPct val="0"/>
              </a:spcBef>
              <a:buClrTx/>
              <a:buSzTx/>
              <a:buFontTx/>
              <a:buNone/>
            </a:pPr>
            <a:r>
              <a:rPr kumimoji="1" lang="en-US" altLang="en-US" sz="1800" b="1">
                <a:solidFill>
                  <a:schemeClr val="tx1"/>
                </a:solidFill>
                <a:latin typeface="Courier New" panose="02070309020205020404" pitchFamily="49" charset="0"/>
              </a:rPr>
              <a:t>}</a:t>
            </a:r>
          </a:p>
        </p:txBody>
      </p:sp>
      <p:sp>
        <p:nvSpPr>
          <p:cNvPr id="35846" name="Text Box 5">
            <a:extLst>
              <a:ext uri="{FF2B5EF4-FFF2-40B4-BE49-F238E27FC236}">
                <a16:creationId xmlns:a16="http://schemas.microsoft.com/office/drawing/2014/main" id="{D5E6CA91-ADEA-4FD6-93C2-013D7E8DE098}"/>
              </a:ext>
            </a:extLst>
          </p:cNvPr>
          <p:cNvSpPr txBox="1">
            <a:spLocks noChangeArrowheads="1"/>
          </p:cNvSpPr>
          <p:nvPr/>
        </p:nvSpPr>
        <p:spPr bwMode="auto">
          <a:xfrm>
            <a:off x="9436100" y="3753194"/>
            <a:ext cx="368300" cy="2310505"/>
          </a:xfrm>
          <a:prstGeom prst="rect">
            <a:avLst/>
          </a:prstGeom>
          <a:noFill/>
          <a:ln w="38100">
            <a:solidFill>
              <a:schemeClr val="tx1"/>
            </a:solidFill>
            <a:miter lim="800000"/>
            <a:headEnd/>
            <a:tailEnd/>
          </a:ln>
        </p:spPr>
        <p:txBody>
          <a:bodyPr wrap="square" lIns="90000" tIns="46800" rIns="90000" bIns="46800">
            <a:spAutoFit/>
          </a:bodyPr>
          <a:lstStyle>
            <a:lvl1pPr>
              <a:spcBef>
                <a:spcPct val="20000"/>
              </a:spcBef>
              <a:buClr>
                <a:srgbClr val="FF0000"/>
              </a:buClr>
              <a:buSzPct val="50000"/>
              <a:buFont typeface="Monotype Sorts" pitchFamily="2" charset="2"/>
              <a:buChar char="l"/>
              <a:defRPr sz="2800">
                <a:solidFill>
                  <a:schemeClr val="bg2"/>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50000"/>
              </a:spcBef>
              <a:buClrTx/>
              <a:buSzTx/>
              <a:buFontTx/>
              <a:buNone/>
            </a:pPr>
            <a:r>
              <a:rPr lang="en-US" altLang="en-US" sz="1800" b="1">
                <a:solidFill>
                  <a:srgbClr val="FF0000"/>
                </a:solidFill>
                <a:latin typeface="+mn-lt"/>
              </a:rPr>
              <a:t>01234567</a:t>
            </a:r>
          </a:p>
        </p:txBody>
      </p:sp>
      <p:sp>
        <p:nvSpPr>
          <p:cNvPr id="35847" name="Text Box 6">
            <a:extLst>
              <a:ext uri="{FF2B5EF4-FFF2-40B4-BE49-F238E27FC236}">
                <a16:creationId xmlns:a16="http://schemas.microsoft.com/office/drawing/2014/main" id="{1534E96E-DA3B-4236-B3F8-1D2CB9C6DC0B}"/>
              </a:ext>
            </a:extLst>
          </p:cNvPr>
          <p:cNvSpPr txBox="1">
            <a:spLocks noChangeArrowheads="1"/>
          </p:cNvSpPr>
          <p:nvPr/>
        </p:nvSpPr>
        <p:spPr bwMode="auto">
          <a:xfrm>
            <a:off x="1473200" y="3170239"/>
            <a:ext cx="6781800" cy="1503362"/>
          </a:xfrm>
          <a:prstGeom prst="rect">
            <a:avLst/>
          </a:prstGeom>
          <a:noFill/>
          <a:ln w="38100" cap="sq">
            <a:solidFill>
              <a:schemeClr val="tx1"/>
            </a:solidFill>
            <a:miter lim="800000"/>
            <a:headEnd/>
            <a:tailEnd/>
          </a:ln>
        </p:spPr>
        <p:txBody>
          <a:bodyPr>
            <a:spAutoFit/>
          </a:bodyPr>
          <a:lstStyle>
            <a:lvl1pPr>
              <a:spcBef>
                <a:spcPct val="20000"/>
              </a:spcBef>
              <a:buClr>
                <a:srgbClr val="FF0000"/>
              </a:buClr>
              <a:buSzPct val="50000"/>
              <a:buFont typeface="Monotype Sorts" pitchFamily="2" charset="2"/>
              <a:buChar char="l"/>
              <a:defRPr sz="2800">
                <a:solidFill>
                  <a:schemeClr val="bg2"/>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en-US" altLang="en-US" sz="1800" b="1">
                <a:solidFill>
                  <a:schemeClr val="tx1"/>
                </a:solidFill>
                <a:latin typeface="Courier New" panose="02070309020205020404" pitchFamily="49" charset="0"/>
              </a:rPr>
              <a:t>while(</a:t>
            </a:r>
            <a:r>
              <a:rPr kumimoji="1" lang="en-US" altLang="en-US" sz="1800" b="1" err="1">
                <a:solidFill>
                  <a:schemeClr val="tx1"/>
                </a:solidFill>
                <a:latin typeface="Courier New" panose="02070309020205020404" pitchFamily="49" charset="0"/>
              </a:rPr>
              <a:t>testCondition</a:t>
            </a:r>
            <a:r>
              <a:rPr kumimoji="1" lang="en-US" altLang="en-US" sz="1800" b="1">
                <a:solidFill>
                  <a:schemeClr val="tx1"/>
                </a:solidFill>
                <a:latin typeface="Courier New" panose="02070309020205020404" pitchFamily="49" charset="0"/>
              </a:rPr>
              <a:t>) {</a:t>
            </a:r>
          </a:p>
          <a:p>
            <a:pPr>
              <a:spcBef>
                <a:spcPct val="0"/>
              </a:spcBef>
              <a:buClrTx/>
              <a:buSzTx/>
              <a:buFontTx/>
              <a:buNone/>
            </a:pPr>
            <a:r>
              <a:rPr kumimoji="1" lang="en-US" altLang="en-US" sz="1800" b="1">
                <a:solidFill>
                  <a:schemeClr val="tx1"/>
                </a:solidFill>
                <a:latin typeface="Courier New" panose="02070309020205020404" pitchFamily="49" charset="0"/>
              </a:rPr>
              <a:t> 	</a:t>
            </a:r>
          </a:p>
          <a:p>
            <a:pPr>
              <a:spcBef>
                <a:spcPct val="0"/>
              </a:spcBef>
              <a:buClrTx/>
              <a:buSzTx/>
              <a:buFontTx/>
              <a:buNone/>
            </a:pPr>
            <a:endParaRPr kumimoji="1" lang="en-US" altLang="en-US" sz="1800" b="1">
              <a:solidFill>
                <a:schemeClr val="tx1"/>
              </a:solidFill>
              <a:latin typeface="Courier New" panose="02070309020205020404" pitchFamily="49" charset="0"/>
            </a:endParaRPr>
          </a:p>
          <a:p>
            <a:pPr>
              <a:spcBef>
                <a:spcPct val="0"/>
              </a:spcBef>
              <a:buClrTx/>
              <a:buSzTx/>
              <a:buFontTx/>
              <a:buNone/>
            </a:pPr>
            <a:endParaRPr kumimoji="1" lang="en-US" altLang="en-US" sz="1800" b="1">
              <a:solidFill>
                <a:schemeClr val="tx1"/>
              </a:solidFill>
              <a:latin typeface="Courier New" panose="02070309020205020404" pitchFamily="49" charset="0"/>
            </a:endParaRPr>
          </a:p>
          <a:p>
            <a:pPr>
              <a:spcBef>
                <a:spcPct val="0"/>
              </a:spcBef>
              <a:buClrTx/>
              <a:buSzTx/>
              <a:buFontTx/>
              <a:buNone/>
            </a:pPr>
            <a:r>
              <a:rPr kumimoji="1" lang="en-US" altLang="en-US" sz="1800" b="1">
                <a:solidFill>
                  <a:schemeClr val="tx1"/>
                </a:solidFill>
                <a:latin typeface="Courier New" panose="02070309020205020404" pitchFamily="49" charset="0"/>
              </a:rPr>
              <a:t>}</a:t>
            </a:r>
          </a:p>
        </p:txBody>
      </p:sp>
      <p:sp>
        <p:nvSpPr>
          <p:cNvPr id="35849" name="Text Box 8">
            <a:extLst>
              <a:ext uri="{FF2B5EF4-FFF2-40B4-BE49-F238E27FC236}">
                <a16:creationId xmlns:a16="http://schemas.microsoft.com/office/drawing/2014/main" id="{72CB92EF-B5EE-4348-84CB-788DFE8F8F97}"/>
              </a:ext>
            </a:extLst>
          </p:cNvPr>
          <p:cNvSpPr txBox="1">
            <a:spLocks noChangeArrowheads="1"/>
          </p:cNvSpPr>
          <p:nvPr/>
        </p:nvSpPr>
        <p:spPr bwMode="auto">
          <a:xfrm>
            <a:off x="2006600" y="3519914"/>
            <a:ext cx="5257800" cy="648512"/>
          </a:xfrm>
          <a:prstGeom prst="rect">
            <a:avLst/>
          </a:prstGeom>
          <a:noFill/>
          <a:ln w="38100">
            <a:solidFill>
              <a:schemeClr val="bg2"/>
            </a:solidFill>
            <a:miter lim="800000"/>
            <a:headEnd/>
            <a:tailEnd/>
          </a:ln>
        </p:spPr>
        <p:txBody>
          <a:bodyPr lIns="90000" tIns="46800" rIns="90000" bIns="46800">
            <a:spAutoFit/>
          </a:bodyPr>
          <a:lstStyle>
            <a:lvl1pPr>
              <a:spcBef>
                <a:spcPct val="20000"/>
              </a:spcBef>
              <a:buClr>
                <a:srgbClr val="FF0000"/>
              </a:buClr>
              <a:buSzPct val="50000"/>
              <a:buFont typeface="Monotype Sorts" pitchFamily="2" charset="2"/>
              <a:buChar char="l"/>
              <a:defRPr sz="2800">
                <a:solidFill>
                  <a:schemeClr val="bg2"/>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50000"/>
              </a:spcBef>
              <a:buClrTx/>
              <a:buSzTx/>
              <a:buFontTx/>
              <a:buNone/>
            </a:pPr>
            <a:r>
              <a:rPr lang="en-US" altLang="en-US" sz="1800" b="1">
                <a:solidFill>
                  <a:schemeClr val="tx1"/>
                </a:solidFill>
                <a:latin typeface="Courier New" panose="02070309020205020404" pitchFamily="49" charset="0"/>
              </a:rPr>
              <a:t>Statements continue to execute while </a:t>
            </a:r>
            <a:r>
              <a:rPr lang="en-US" altLang="en-US" sz="1800" b="1" err="1">
                <a:solidFill>
                  <a:schemeClr val="tx1"/>
                </a:solidFill>
                <a:latin typeface="Courier New" panose="02070309020205020404" pitchFamily="49" charset="0"/>
              </a:rPr>
              <a:t>testCondition</a:t>
            </a:r>
            <a:r>
              <a:rPr lang="en-US" altLang="en-US" sz="1800" b="1">
                <a:solidFill>
                  <a:schemeClr val="tx1"/>
                </a:solidFill>
                <a:latin typeface="Courier New" panose="02070309020205020404" pitchFamily="49" charset="0"/>
              </a:rPr>
              <a:t> is true.</a:t>
            </a:r>
          </a:p>
        </p:txBody>
      </p:sp>
      <p:sp>
        <p:nvSpPr>
          <p:cNvPr id="10" name="Arrow: Left 9">
            <a:extLst>
              <a:ext uri="{FF2B5EF4-FFF2-40B4-BE49-F238E27FC236}">
                <a16:creationId xmlns:a16="http://schemas.microsoft.com/office/drawing/2014/main" id="{BCEDE9A5-CB25-447D-9B7B-4FC24567F193}"/>
              </a:ext>
            </a:extLst>
          </p:cNvPr>
          <p:cNvSpPr/>
          <p:nvPr/>
        </p:nvSpPr>
        <p:spPr>
          <a:xfrm rot="20258411">
            <a:off x="3298371" y="2970863"/>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 name="TextBox 10">
            <a:extLst>
              <a:ext uri="{FF2B5EF4-FFF2-40B4-BE49-F238E27FC236}">
                <a16:creationId xmlns:a16="http://schemas.microsoft.com/office/drawing/2014/main" id="{E42BF45E-D21C-4FCE-8A9F-776708F34B02}"/>
              </a:ext>
            </a:extLst>
          </p:cNvPr>
          <p:cNvSpPr txBox="1"/>
          <p:nvPr/>
        </p:nvSpPr>
        <p:spPr>
          <a:xfrm>
            <a:off x="3893770" y="2703958"/>
            <a:ext cx="4560165" cy="369332"/>
          </a:xfrm>
          <a:prstGeom prst="rect">
            <a:avLst/>
          </a:prstGeom>
          <a:noFill/>
        </p:spPr>
        <p:txBody>
          <a:bodyPr wrap="square" rtlCol="0">
            <a:spAutoFit/>
          </a:bodyPr>
          <a:lstStyle/>
          <a:p>
            <a:r>
              <a:rPr lang="en-CA" b="1" dirty="0">
                <a:solidFill>
                  <a:srgbClr val="FF0000"/>
                </a:solidFill>
              </a:rPr>
              <a:t>Test condition using comparison operator</a:t>
            </a:r>
          </a:p>
        </p:txBody>
      </p:sp>
      <p:sp>
        <p:nvSpPr>
          <p:cNvPr id="12" name="Slide Number Placeholder 4">
            <a:extLst>
              <a:ext uri="{FF2B5EF4-FFF2-40B4-BE49-F238E27FC236}">
                <a16:creationId xmlns:a16="http://schemas.microsoft.com/office/drawing/2014/main" id="{8AB097B5-114C-4808-97E2-DC03177421F4}"/>
              </a:ext>
            </a:extLst>
          </p:cNvPr>
          <p:cNvSpPr>
            <a:spLocks noGrp="1"/>
          </p:cNvSpPr>
          <p:nvPr>
            <p:ph type="sldNum" sz="quarter" idx="12"/>
          </p:nvPr>
        </p:nvSpPr>
        <p:spPr>
          <a:xfrm>
            <a:off x="8610600" y="6356350"/>
            <a:ext cx="2743200" cy="365125"/>
          </a:xfrm>
        </p:spPr>
        <p:txBody>
          <a:bodyPr/>
          <a:lstStyle/>
          <a:p>
            <a:fld id="{6B7CECC9-8688-4C14-9F38-24140407CAFB}" type="slidenum">
              <a:rPr lang="en-CA" smtClean="0"/>
              <a:t>2</a:t>
            </a:fld>
            <a:endParaRPr lang="en-CA"/>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5" name="Text Box 6">
            <a:extLst>
              <a:ext uri="{FF2B5EF4-FFF2-40B4-BE49-F238E27FC236}">
                <a16:creationId xmlns:a16="http://schemas.microsoft.com/office/drawing/2014/main" id="{5100119E-4991-4A3B-97D0-B7D64D5EFBDF}"/>
              </a:ext>
            </a:extLst>
          </p:cNvPr>
          <p:cNvSpPr txBox="1">
            <a:spLocks noChangeArrowheads="1"/>
          </p:cNvSpPr>
          <p:nvPr/>
        </p:nvSpPr>
        <p:spPr bwMode="auto">
          <a:xfrm>
            <a:off x="1143000" y="3032919"/>
            <a:ext cx="6553200" cy="2052637"/>
          </a:xfrm>
          <a:prstGeom prst="rect">
            <a:avLst/>
          </a:prstGeom>
          <a:solidFill>
            <a:schemeClr val="bg1"/>
          </a:solidFill>
          <a:ln w="38100" cap="sq">
            <a:solidFill>
              <a:schemeClr val="tx1"/>
            </a:solidFill>
            <a:miter lim="800000"/>
            <a:headEnd/>
            <a:tailEnd/>
          </a:ln>
        </p:spPr>
        <p:txBody>
          <a:bodyPr>
            <a:spAutoFit/>
          </a:bodyPr>
          <a:lstStyle>
            <a:lvl1pPr>
              <a:spcBef>
                <a:spcPct val="20000"/>
              </a:spcBef>
              <a:buClr>
                <a:srgbClr val="FF0000"/>
              </a:buClr>
              <a:buSzPct val="50000"/>
              <a:buFont typeface="Monotype Sorts" pitchFamily="2" charset="2"/>
              <a:buChar char="l"/>
              <a:defRPr sz="2800">
                <a:solidFill>
                  <a:schemeClr val="bg2"/>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en-US" altLang="en-US" sz="1800" b="1">
                <a:solidFill>
                  <a:schemeClr val="tx1"/>
                </a:solidFill>
                <a:latin typeface="Courier New" panose="02070309020205020404" pitchFamily="49" charset="0"/>
              </a:rPr>
              <a:t>do {</a:t>
            </a:r>
          </a:p>
          <a:p>
            <a:pPr>
              <a:spcBef>
                <a:spcPct val="0"/>
              </a:spcBef>
              <a:buClrTx/>
              <a:buSzTx/>
              <a:buFontTx/>
              <a:buNone/>
            </a:pPr>
            <a:endParaRPr kumimoji="1" lang="en-US" altLang="en-US" sz="1800" b="1">
              <a:solidFill>
                <a:schemeClr val="tx1"/>
              </a:solidFill>
              <a:latin typeface="Courier New" panose="02070309020205020404" pitchFamily="49" charset="0"/>
            </a:endParaRPr>
          </a:p>
          <a:p>
            <a:pPr>
              <a:spcBef>
                <a:spcPct val="0"/>
              </a:spcBef>
              <a:buClrTx/>
              <a:buSzTx/>
              <a:buFontTx/>
              <a:buNone/>
            </a:pPr>
            <a:r>
              <a:rPr kumimoji="1" lang="en-US" altLang="en-US" sz="1800" b="1">
                <a:solidFill>
                  <a:schemeClr val="tx1"/>
                </a:solidFill>
                <a:latin typeface="Courier New" panose="02070309020205020404" pitchFamily="49" charset="0"/>
              </a:rPr>
              <a:t> 	</a:t>
            </a:r>
          </a:p>
          <a:p>
            <a:pPr>
              <a:spcBef>
                <a:spcPct val="0"/>
              </a:spcBef>
              <a:buClrTx/>
              <a:buSzTx/>
              <a:buFontTx/>
              <a:buNone/>
            </a:pPr>
            <a:endParaRPr kumimoji="1" lang="en-US" altLang="en-US" sz="1800" b="1">
              <a:solidFill>
                <a:schemeClr val="tx1"/>
              </a:solidFill>
              <a:latin typeface="Courier New" panose="02070309020205020404" pitchFamily="49" charset="0"/>
            </a:endParaRPr>
          </a:p>
          <a:p>
            <a:pPr>
              <a:spcBef>
                <a:spcPct val="0"/>
              </a:spcBef>
              <a:buClrTx/>
              <a:buSzTx/>
              <a:buFontTx/>
              <a:buNone/>
            </a:pPr>
            <a:endParaRPr kumimoji="1" lang="en-US" altLang="en-US" sz="1800" b="1">
              <a:solidFill>
                <a:schemeClr val="tx1"/>
              </a:solidFill>
              <a:latin typeface="Courier New" panose="02070309020205020404" pitchFamily="49" charset="0"/>
            </a:endParaRPr>
          </a:p>
          <a:p>
            <a:pPr>
              <a:spcBef>
                <a:spcPct val="0"/>
              </a:spcBef>
              <a:buClrTx/>
              <a:buSzTx/>
              <a:buFontTx/>
              <a:buNone/>
            </a:pPr>
            <a:endParaRPr kumimoji="1" lang="en-US" altLang="en-US" sz="1800" b="1">
              <a:solidFill>
                <a:schemeClr val="tx1"/>
              </a:solidFill>
              <a:latin typeface="Courier New" panose="02070309020205020404" pitchFamily="49" charset="0"/>
            </a:endParaRPr>
          </a:p>
          <a:p>
            <a:pPr>
              <a:spcBef>
                <a:spcPct val="0"/>
              </a:spcBef>
              <a:buClrTx/>
              <a:buSzTx/>
              <a:buFontTx/>
              <a:buNone/>
            </a:pPr>
            <a:r>
              <a:rPr kumimoji="1" lang="en-US" altLang="en-US" sz="1800" b="1">
                <a:solidFill>
                  <a:schemeClr val="tx1"/>
                </a:solidFill>
                <a:latin typeface="Courier New" panose="02070309020205020404" pitchFamily="49" charset="0"/>
              </a:rPr>
              <a:t>}while(</a:t>
            </a:r>
            <a:r>
              <a:rPr kumimoji="1" lang="en-US" altLang="en-US" sz="1800" b="1" err="1">
                <a:solidFill>
                  <a:schemeClr val="tx1"/>
                </a:solidFill>
                <a:latin typeface="Courier New" panose="02070309020205020404" pitchFamily="49" charset="0"/>
              </a:rPr>
              <a:t>testCondition</a:t>
            </a:r>
            <a:r>
              <a:rPr kumimoji="1" lang="en-US" altLang="en-US" sz="1800" b="1">
                <a:solidFill>
                  <a:schemeClr val="tx1"/>
                </a:solidFill>
                <a:latin typeface="Courier New" panose="02070309020205020404" pitchFamily="49" charset="0"/>
              </a:rPr>
              <a:t>);</a:t>
            </a:r>
          </a:p>
        </p:txBody>
      </p:sp>
      <p:sp>
        <p:nvSpPr>
          <p:cNvPr id="37893" name="Text Box 4">
            <a:extLst>
              <a:ext uri="{FF2B5EF4-FFF2-40B4-BE49-F238E27FC236}">
                <a16:creationId xmlns:a16="http://schemas.microsoft.com/office/drawing/2014/main" id="{90F2DFAD-97B8-4ACE-987B-24C483D037C3}"/>
              </a:ext>
            </a:extLst>
          </p:cNvPr>
          <p:cNvSpPr txBox="1">
            <a:spLocks noChangeArrowheads="1"/>
          </p:cNvSpPr>
          <p:nvPr/>
        </p:nvSpPr>
        <p:spPr bwMode="auto">
          <a:xfrm>
            <a:off x="5492750" y="4683166"/>
            <a:ext cx="5168900" cy="1503362"/>
          </a:xfrm>
          <a:prstGeom prst="rect">
            <a:avLst/>
          </a:prstGeom>
          <a:solidFill>
            <a:schemeClr val="bg1"/>
          </a:solidFill>
          <a:ln w="38100" cap="sq">
            <a:solidFill>
              <a:schemeClr val="tx1"/>
            </a:solidFill>
            <a:miter lim="800000"/>
            <a:headEnd/>
            <a:tailEnd/>
          </a:ln>
        </p:spPr>
        <p:txBody>
          <a:bodyPr wrap="square">
            <a:spAutoFit/>
          </a:bodyPr>
          <a:lstStyle>
            <a:lvl1pPr>
              <a:spcBef>
                <a:spcPct val="20000"/>
              </a:spcBef>
              <a:buClr>
                <a:srgbClr val="FF0000"/>
              </a:buClr>
              <a:buSzPct val="50000"/>
              <a:buFont typeface="Monotype Sorts" pitchFamily="2" charset="2"/>
              <a:buChar char="l"/>
              <a:defRPr sz="2800">
                <a:solidFill>
                  <a:schemeClr val="bg2"/>
                </a:solidFill>
                <a:latin typeface="Arial" panose="020B0604020202020204" pitchFamily="34" charset="0"/>
              </a:defRPr>
            </a:lvl1pPr>
            <a:lvl2pPr>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en-US" altLang="en-US" sz="1800" b="1">
                <a:solidFill>
                  <a:schemeClr val="tx1"/>
                </a:solidFill>
                <a:latin typeface="Courier New" panose="02070309020205020404" pitchFamily="49" charset="0"/>
              </a:rPr>
              <a:t>let number02 = 10;</a:t>
            </a:r>
          </a:p>
          <a:p>
            <a:pPr>
              <a:spcBef>
                <a:spcPct val="0"/>
              </a:spcBef>
              <a:buClrTx/>
              <a:buSzTx/>
              <a:buFontTx/>
              <a:buNone/>
            </a:pPr>
            <a:r>
              <a:rPr kumimoji="1" lang="en-US" altLang="en-US" sz="1800" b="1">
                <a:solidFill>
                  <a:schemeClr val="tx1"/>
                </a:solidFill>
                <a:latin typeface="Courier New" panose="02070309020205020404" pitchFamily="49" charset="0"/>
              </a:rPr>
              <a:t>do {</a:t>
            </a:r>
          </a:p>
          <a:p>
            <a:pPr lvl="1">
              <a:spcBef>
                <a:spcPct val="0"/>
              </a:spcBef>
              <a:buClrTx/>
              <a:buSzTx/>
              <a:buFontTx/>
              <a:buNone/>
            </a:pPr>
            <a:r>
              <a:rPr kumimoji="1" lang="en-US" altLang="en-US" sz="1800" b="1">
                <a:solidFill>
                  <a:schemeClr val="tx1"/>
                </a:solidFill>
                <a:latin typeface="Courier New" panose="02070309020205020404" pitchFamily="49" charset="0"/>
              </a:rPr>
              <a:t>console.log(number02);</a:t>
            </a:r>
          </a:p>
          <a:p>
            <a:pPr lvl="1">
              <a:spcBef>
                <a:spcPct val="0"/>
              </a:spcBef>
              <a:buClrTx/>
              <a:buSzTx/>
              <a:buFontTx/>
              <a:buNone/>
            </a:pPr>
            <a:r>
              <a:rPr kumimoji="1" lang="en-US" altLang="en-US" sz="1800" b="1">
                <a:solidFill>
                  <a:schemeClr val="tx1"/>
                </a:solidFill>
                <a:latin typeface="Courier New" panose="02070309020205020404" pitchFamily="49" charset="0"/>
              </a:rPr>
              <a:t>number02++;</a:t>
            </a:r>
          </a:p>
          <a:p>
            <a:pPr>
              <a:spcBef>
                <a:spcPct val="0"/>
              </a:spcBef>
              <a:buClrTx/>
              <a:buSzTx/>
              <a:buFontTx/>
              <a:buNone/>
            </a:pPr>
            <a:r>
              <a:rPr kumimoji="1" lang="en-US" altLang="en-US" sz="1800" b="1">
                <a:solidFill>
                  <a:schemeClr val="tx1"/>
                </a:solidFill>
                <a:latin typeface="Courier New" panose="02070309020205020404" pitchFamily="49" charset="0"/>
              </a:rPr>
              <a:t>} while (number02 &lt; 8);</a:t>
            </a:r>
          </a:p>
        </p:txBody>
      </p:sp>
      <p:sp>
        <p:nvSpPr>
          <p:cNvPr id="37890" name="Slide Number Placeholder 3">
            <a:extLst>
              <a:ext uri="{FF2B5EF4-FFF2-40B4-BE49-F238E27FC236}">
                <a16:creationId xmlns:a16="http://schemas.microsoft.com/office/drawing/2014/main" id="{F1E26F94-C9F6-4E56-BFA3-0B1A79C0DF4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0000"/>
              </a:buClr>
              <a:buSzPct val="50000"/>
              <a:buFont typeface="Monotype Sorts" pitchFamily="2" charset="2"/>
              <a:buChar char="l"/>
              <a:defRPr sz="2800">
                <a:solidFill>
                  <a:schemeClr val="bg2"/>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latin typeface="Times New Roman" panose="02020603050405020304" pitchFamily="18" charset="0"/>
              </a:rPr>
              <a:t>4-</a:t>
            </a:r>
            <a:fld id="{4DBBD7DE-2593-42DF-B5EE-9C4AF560124B}" type="slidenum">
              <a:rPr lang="en-US" altLang="en-US" sz="1400">
                <a:latin typeface="Times New Roman" panose="02020603050405020304" pitchFamily="18" charset="0"/>
              </a:rPr>
              <a:pPr>
                <a:spcBef>
                  <a:spcPct val="0"/>
                </a:spcBef>
                <a:buClrTx/>
                <a:buSzTx/>
                <a:buFontTx/>
                <a:buNone/>
              </a:pPr>
              <a:t>3</a:t>
            </a:fld>
            <a:endParaRPr lang="en-US" altLang="en-US" sz="1400">
              <a:latin typeface="Times New Roman" panose="02020603050405020304" pitchFamily="18" charset="0"/>
            </a:endParaRPr>
          </a:p>
        </p:txBody>
      </p:sp>
      <p:sp>
        <p:nvSpPr>
          <p:cNvPr id="37891" name="Rectangle 2">
            <a:extLst>
              <a:ext uri="{FF2B5EF4-FFF2-40B4-BE49-F238E27FC236}">
                <a16:creationId xmlns:a16="http://schemas.microsoft.com/office/drawing/2014/main" id="{36706DA0-76B5-4342-A041-7C669BA23E54}"/>
              </a:ext>
            </a:extLst>
          </p:cNvPr>
          <p:cNvSpPr>
            <a:spLocks noGrp="1" noChangeArrowheads="1"/>
          </p:cNvSpPr>
          <p:nvPr>
            <p:ph type="title"/>
          </p:nvPr>
        </p:nvSpPr>
        <p:spPr/>
        <p:txBody>
          <a:bodyPr/>
          <a:lstStyle/>
          <a:p>
            <a:pPr eaLnBrk="1" hangingPunct="1"/>
            <a:r>
              <a:rPr lang="en-US" altLang="en-US"/>
              <a:t>The </a:t>
            </a:r>
            <a:r>
              <a:rPr lang="en-US" altLang="en-US">
                <a:latin typeface="Courier New" panose="02070309020205020404" pitchFamily="49" charset="0"/>
              </a:rPr>
              <a:t>do-while</a:t>
            </a:r>
            <a:r>
              <a:rPr lang="en-US" altLang="en-US"/>
              <a:t> Statement</a:t>
            </a:r>
          </a:p>
        </p:txBody>
      </p:sp>
      <p:sp>
        <p:nvSpPr>
          <p:cNvPr id="37892" name="Rectangle 3">
            <a:extLst>
              <a:ext uri="{FF2B5EF4-FFF2-40B4-BE49-F238E27FC236}">
                <a16:creationId xmlns:a16="http://schemas.microsoft.com/office/drawing/2014/main" id="{05581E8A-3E8C-4F75-B8E9-6FC13BCD16F3}"/>
              </a:ext>
            </a:extLst>
          </p:cNvPr>
          <p:cNvSpPr>
            <a:spLocks noGrp="1" noChangeArrowheads="1"/>
          </p:cNvSpPr>
          <p:nvPr>
            <p:ph type="body" idx="1"/>
          </p:nvPr>
        </p:nvSpPr>
        <p:spPr/>
        <p:txBody>
          <a:bodyPr/>
          <a:lstStyle/>
          <a:p>
            <a:pPr eaLnBrk="1" hangingPunct="1"/>
            <a:r>
              <a:rPr lang="en-US" altLang="en-US"/>
              <a:t>The do-while evaluates its </a:t>
            </a:r>
            <a:r>
              <a:rPr lang="en-US" altLang="en-US" err="1"/>
              <a:t>testCondition</a:t>
            </a:r>
            <a:r>
              <a:rPr lang="en-US" altLang="en-US"/>
              <a:t> at the bottom of the loop instead on the top</a:t>
            </a:r>
          </a:p>
          <a:p>
            <a:pPr lvl="1" eaLnBrk="1" hangingPunct="1"/>
            <a:r>
              <a:rPr lang="en-US" altLang="en-US"/>
              <a:t>The statements within the do-while block are always executed at least once </a:t>
            </a:r>
          </a:p>
          <a:p>
            <a:pPr eaLnBrk="1" hangingPunct="1"/>
            <a:endParaRPr lang="en-US" altLang="en-US"/>
          </a:p>
          <a:p>
            <a:pPr eaLnBrk="1" hangingPunct="1"/>
            <a:endParaRPr lang="en-US" altLang="en-US"/>
          </a:p>
        </p:txBody>
      </p:sp>
      <p:sp>
        <p:nvSpPr>
          <p:cNvPr id="37894" name="Text Box 5">
            <a:extLst>
              <a:ext uri="{FF2B5EF4-FFF2-40B4-BE49-F238E27FC236}">
                <a16:creationId xmlns:a16="http://schemas.microsoft.com/office/drawing/2014/main" id="{D30FC7B6-428B-45DC-91AA-65A95434012B}"/>
              </a:ext>
            </a:extLst>
          </p:cNvPr>
          <p:cNvSpPr txBox="1">
            <a:spLocks noChangeArrowheads="1"/>
          </p:cNvSpPr>
          <p:nvPr/>
        </p:nvSpPr>
        <p:spPr bwMode="auto">
          <a:xfrm>
            <a:off x="8515350" y="4899818"/>
            <a:ext cx="1447800" cy="371475"/>
          </a:xfrm>
          <a:prstGeom prst="rect">
            <a:avLst/>
          </a:prstGeom>
          <a:solidFill>
            <a:schemeClr val="bg2"/>
          </a:solidFill>
          <a:ln w="38100">
            <a:solidFill>
              <a:schemeClr val="bg2"/>
            </a:solidFill>
            <a:miter lim="800000"/>
            <a:headEnd/>
            <a:tailEnd/>
          </a:ln>
        </p:spPr>
        <p:txBody>
          <a:bodyPr lIns="90000" tIns="46800" rIns="90000" bIns="46800">
            <a:spAutoFit/>
          </a:bodyPr>
          <a:lstStyle>
            <a:lvl1pPr>
              <a:spcBef>
                <a:spcPct val="20000"/>
              </a:spcBef>
              <a:buClr>
                <a:srgbClr val="FF0000"/>
              </a:buClr>
              <a:buSzPct val="50000"/>
              <a:buFont typeface="Monotype Sorts" pitchFamily="2" charset="2"/>
              <a:buChar char="l"/>
              <a:defRPr sz="2800">
                <a:solidFill>
                  <a:schemeClr val="bg2"/>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50000"/>
              </a:spcBef>
              <a:buClrTx/>
              <a:buSzTx/>
              <a:buFontTx/>
              <a:buNone/>
            </a:pPr>
            <a:r>
              <a:rPr lang="en-US" altLang="en-US" sz="1800" b="1">
                <a:solidFill>
                  <a:schemeClr val="tx1"/>
                </a:solidFill>
                <a:latin typeface="+mn-lt"/>
              </a:rPr>
              <a:t>10</a:t>
            </a:r>
          </a:p>
        </p:txBody>
      </p:sp>
      <p:sp>
        <p:nvSpPr>
          <p:cNvPr id="11" name="Arrow: Left 10">
            <a:extLst>
              <a:ext uri="{FF2B5EF4-FFF2-40B4-BE49-F238E27FC236}">
                <a16:creationId xmlns:a16="http://schemas.microsoft.com/office/drawing/2014/main" id="{0F5166F0-1735-4DA4-B57B-2C83FBD0D02D}"/>
              </a:ext>
            </a:extLst>
          </p:cNvPr>
          <p:cNvSpPr/>
          <p:nvPr/>
        </p:nvSpPr>
        <p:spPr>
          <a:xfrm rot="16200000">
            <a:off x="2882447" y="4365932"/>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TextBox 11">
            <a:extLst>
              <a:ext uri="{FF2B5EF4-FFF2-40B4-BE49-F238E27FC236}">
                <a16:creationId xmlns:a16="http://schemas.microsoft.com/office/drawing/2014/main" id="{84EFE198-3166-4F03-888D-4AD6114991C8}"/>
              </a:ext>
            </a:extLst>
          </p:cNvPr>
          <p:cNvSpPr txBox="1"/>
          <p:nvPr/>
        </p:nvSpPr>
        <p:spPr>
          <a:xfrm>
            <a:off x="2461352" y="3805796"/>
            <a:ext cx="1882048" cy="369332"/>
          </a:xfrm>
          <a:prstGeom prst="rect">
            <a:avLst/>
          </a:prstGeom>
          <a:noFill/>
        </p:spPr>
        <p:txBody>
          <a:bodyPr wrap="square" rtlCol="0">
            <a:spAutoFit/>
          </a:bodyPr>
          <a:lstStyle/>
          <a:p>
            <a:r>
              <a:rPr lang="en-CA" b="1" err="1">
                <a:solidFill>
                  <a:srgbClr val="FF0000"/>
                </a:solidFill>
              </a:rPr>
              <a:t>testCondition</a:t>
            </a:r>
            <a:endParaRPr lang="en-CA" b="1">
              <a:solidFill>
                <a:srgbClr val="FF0000"/>
              </a:solidFill>
            </a:endParaRPr>
          </a:p>
        </p:txBody>
      </p:sp>
      <p:sp>
        <p:nvSpPr>
          <p:cNvPr id="13" name="TextBox 12">
            <a:extLst>
              <a:ext uri="{FF2B5EF4-FFF2-40B4-BE49-F238E27FC236}">
                <a16:creationId xmlns:a16="http://schemas.microsoft.com/office/drawing/2014/main" id="{57C7530D-D891-46A0-84B9-E47CD3CF624E}"/>
              </a:ext>
            </a:extLst>
          </p:cNvPr>
          <p:cNvSpPr txBox="1"/>
          <p:nvPr/>
        </p:nvSpPr>
        <p:spPr>
          <a:xfrm>
            <a:off x="4419600" y="3156269"/>
            <a:ext cx="3701304" cy="369332"/>
          </a:xfrm>
          <a:prstGeom prst="rect">
            <a:avLst/>
          </a:prstGeom>
          <a:noFill/>
        </p:spPr>
        <p:txBody>
          <a:bodyPr wrap="square" rtlCol="0">
            <a:spAutoFit/>
          </a:bodyPr>
          <a:lstStyle/>
          <a:p>
            <a:r>
              <a:rPr lang="en-CA" b="1">
                <a:solidFill>
                  <a:srgbClr val="FF0000"/>
                </a:solidFill>
              </a:rPr>
              <a:t>Executes at least once</a:t>
            </a:r>
          </a:p>
        </p:txBody>
      </p:sp>
      <p:sp>
        <p:nvSpPr>
          <p:cNvPr id="14" name="Arrow: Left 13">
            <a:extLst>
              <a:ext uri="{FF2B5EF4-FFF2-40B4-BE49-F238E27FC236}">
                <a16:creationId xmlns:a16="http://schemas.microsoft.com/office/drawing/2014/main" id="{BC0FEA5A-4E30-416B-975D-CE98525EF12A}"/>
              </a:ext>
            </a:extLst>
          </p:cNvPr>
          <p:cNvSpPr/>
          <p:nvPr/>
        </p:nvSpPr>
        <p:spPr>
          <a:xfrm rot="18135765">
            <a:off x="4290270" y="4504580"/>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TextBox 14">
            <a:extLst>
              <a:ext uri="{FF2B5EF4-FFF2-40B4-BE49-F238E27FC236}">
                <a16:creationId xmlns:a16="http://schemas.microsoft.com/office/drawing/2014/main" id="{3C4EA9B0-8467-4A36-AFC9-CE5D4078F1C5}"/>
              </a:ext>
            </a:extLst>
          </p:cNvPr>
          <p:cNvSpPr txBox="1"/>
          <p:nvPr/>
        </p:nvSpPr>
        <p:spPr>
          <a:xfrm>
            <a:off x="4382160" y="4032672"/>
            <a:ext cx="3701304" cy="369332"/>
          </a:xfrm>
          <a:prstGeom prst="rect">
            <a:avLst/>
          </a:prstGeom>
          <a:noFill/>
        </p:spPr>
        <p:txBody>
          <a:bodyPr wrap="square" rtlCol="0">
            <a:spAutoFit/>
          </a:bodyPr>
          <a:lstStyle/>
          <a:p>
            <a:r>
              <a:rPr lang="en-CA" b="1">
                <a:solidFill>
                  <a:srgbClr val="FF0000"/>
                </a:solidFill>
              </a:rPr>
              <a:t>Terminated by a semicolon</a:t>
            </a:r>
          </a:p>
        </p:txBody>
      </p:sp>
      <p:sp>
        <p:nvSpPr>
          <p:cNvPr id="16" name="Slide Number Placeholder 4">
            <a:extLst>
              <a:ext uri="{FF2B5EF4-FFF2-40B4-BE49-F238E27FC236}">
                <a16:creationId xmlns:a16="http://schemas.microsoft.com/office/drawing/2014/main" id="{8320373B-03AC-4022-9EA0-6C487A03D7D7}"/>
              </a:ext>
            </a:extLst>
          </p:cNvPr>
          <p:cNvSpPr>
            <a:spLocks noGrp="1"/>
          </p:cNvSpPr>
          <p:nvPr>
            <p:ph type="sldNum" sz="quarter" idx="12"/>
          </p:nvPr>
        </p:nvSpPr>
        <p:spPr>
          <a:xfrm>
            <a:off x="8610600" y="6356350"/>
            <a:ext cx="2743200" cy="365125"/>
          </a:xfrm>
        </p:spPr>
        <p:txBody>
          <a:bodyPr/>
          <a:lstStyle/>
          <a:p>
            <a:fld id="{6B7CECC9-8688-4C14-9F38-24140407CAFB}" type="slidenum">
              <a:rPr lang="en-CA" smtClean="0"/>
              <a:t>3</a:t>
            </a:fld>
            <a:endParaRPr lang="en-CA"/>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a:extLst>
              <a:ext uri="{FF2B5EF4-FFF2-40B4-BE49-F238E27FC236}">
                <a16:creationId xmlns:a16="http://schemas.microsoft.com/office/drawing/2014/main" id="{43AE31B1-87CD-4FC5-97F3-FE56A3198EDF}"/>
              </a:ext>
            </a:extLst>
          </p:cNvPr>
          <p:cNvSpPr>
            <a:spLocks noGrp="1" noChangeArrowheads="1"/>
          </p:cNvSpPr>
          <p:nvPr>
            <p:ph type="title"/>
          </p:nvPr>
        </p:nvSpPr>
        <p:spPr/>
        <p:txBody>
          <a:bodyPr/>
          <a:lstStyle/>
          <a:p>
            <a:pPr eaLnBrk="1" hangingPunct="1"/>
            <a:r>
              <a:rPr lang="en-US" altLang="en-US"/>
              <a:t>The </a:t>
            </a:r>
            <a:r>
              <a:rPr lang="en-US" altLang="en-US">
                <a:latin typeface="Courier New" panose="02070309020205020404" pitchFamily="49" charset="0"/>
                <a:cs typeface="Courier New" panose="02070309020205020404" pitchFamily="49" charset="0"/>
              </a:rPr>
              <a:t>f</a:t>
            </a:r>
            <a:r>
              <a:rPr lang="en-US" altLang="en-US">
                <a:latin typeface="Courier New" panose="02070309020205020404" pitchFamily="49" charset="0"/>
              </a:rPr>
              <a:t>or</a:t>
            </a:r>
            <a:r>
              <a:rPr lang="en-US" altLang="en-US"/>
              <a:t> Statement</a:t>
            </a:r>
          </a:p>
        </p:txBody>
      </p:sp>
      <p:sp>
        <p:nvSpPr>
          <p:cNvPr id="39940" name="Rectangle 3">
            <a:extLst>
              <a:ext uri="{FF2B5EF4-FFF2-40B4-BE49-F238E27FC236}">
                <a16:creationId xmlns:a16="http://schemas.microsoft.com/office/drawing/2014/main" id="{F63702AB-BADE-424C-9D54-7A65DD10B56D}"/>
              </a:ext>
            </a:extLst>
          </p:cNvPr>
          <p:cNvSpPr>
            <a:spLocks noGrp="1" noChangeArrowheads="1"/>
          </p:cNvSpPr>
          <p:nvPr>
            <p:ph idx="1"/>
          </p:nvPr>
        </p:nvSpPr>
        <p:spPr/>
        <p:txBody>
          <a:bodyPr/>
          <a:lstStyle/>
          <a:p>
            <a:pPr lvl="1" eaLnBrk="1" hangingPunct="1"/>
            <a:endParaRPr lang="en-US" altLang="en-US" b="1"/>
          </a:p>
          <a:p>
            <a:pPr lvl="1" eaLnBrk="1" hangingPunct="1"/>
            <a:endParaRPr lang="en-US" altLang="en-US" b="1"/>
          </a:p>
          <a:p>
            <a:pPr lvl="1" eaLnBrk="1" hangingPunct="1"/>
            <a:endParaRPr lang="en-US" altLang="en-US" b="1"/>
          </a:p>
          <a:p>
            <a:pPr eaLnBrk="1" hangingPunct="1"/>
            <a:endParaRPr lang="en-US" altLang="en-US"/>
          </a:p>
          <a:p>
            <a:pPr eaLnBrk="1" hangingPunct="1"/>
            <a:endParaRPr lang="en-US" altLang="en-US"/>
          </a:p>
          <a:p>
            <a:pPr eaLnBrk="1" hangingPunct="1"/>
            <a:r>
              <a:rPr lang="en-US" altLang="en-US"/>
              <a:t>Components</a:t>
            </a:r>
          </a:p>
          <a:p>
            <a:pPr lvl="1" eaLnBrk="1" hangingPunct="1"/>
            <a:r>
              <a:rPr lang="en-US" altLang="en-US"/>
              <a:t>initialization expression </a:t>
            </a:r>
          </a:p>
          <a:p>
            <a:pPr lvl="1" eaLnBrk="1" hangingPunct="1"/>
            <a:r>
              <a:rPr lang="en-US" altLang="en-US" err="1"/>
              <a:t>testCondition</a:t>
            </a:r>
            <a:r>
              <a:rPr lang="en-US" altLang="en-US"/>
              <a:t> </a:t>
            </a:r>
          </a:p>
          <a:p>
            <a:pPr lvl="1" eaLnBrk="1" hangingPunct="1"/>
            <a:r>
              <a:rPr lang="en-US" altLang="en-US"/>
              <a:t>increment expression </a:t>
            </a:r>
          </a:p>
        </p:txBody>
      </p:sp>
      <p:sp>
        <p:nvSpPr>
          <p:cNvPr id="39941" name="Text Box 4">
            <a:extLst>
              <a:ext uri="{FF2B5EF4-FFF2-40B4-BE49-F238E27FC236}">
                <a16:creationId xmlns:a16="http://schemas.microsoft.com/office/drawing/2014/main" id="{63967DAC-A0AE-4886-8C23-12DF56750840}"/>
              </a:ext>
            </a:extLst>
          </p:cNvPr>
          <p:cNvSpPr txBox="1">
            <a:spLocks noChangeArrowheads="1"/>
          </p:cNvSpPr>
          <p:nvPr/>
        </p:nvSpPr>
        <p:spPr bwMode="auto">
          <a:xfrm>
            <a:off x="1841863" y="2499308"/>
            <a:ext cx="8119555" cy="1477328"/>
          </a:xfrm>
          <a:prstGeom prst="rect">
            <a:avLst/>
          </a:prstGeom>
          <a:solidFill>
            <a:schemeClr val="bg1"/>
          </a:solidFill>
          <a:ln w="38100" cap="sq">
            <a:solidFill>
              <a:schemeClr val="tx1"/>
            </a:solidFill>
            <a:miter lim="800000"/>
            <a:headEnd/>
            <a:tailEnd/>
          </a:ln>
        </p:spPr>
        <p:txBody>
          <a:bodyPr wrap="square">
            <a:spAutoFit/>
          </a:bodyPr>
          <a:lstStyle>
            <a:lvl1pPr>
              <a:spcBef>
                <a:spcPct val="20000"/>
              </a:spcBef>
              <a:buClr>
                <a:srgbClr val="FF0000"/>
              </a:buClr>
              <a:buSzPct val="50000"/>
              <a:buFont typeface="Monotype Sorts" pitchFamily="2" charset="2"/>
              <a:buChar char="l"/>
              <a:defRPr sz="2800">
                <a:solidFill>
                  <a:schemeClr val="bg2"/>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en-US" altLang="en-US" sz="1800" b="1" dirty="0">
                <a:solidFill>
                  <a:schemeClr val="tx1"/>
                </a:solidFill>
                <a:latin typeface="Courier New" panose="02070309020205020404" pitchFamily="49" charset="0"/>
              </a:rPr>
              <a:t>for(initialization expression; </a:t>
            </a:r>
            <a:r>
              <a:rPr kumimoji="1" lang="en-US" altLang="en-US" sz="1800" b="1" dirty="0" err="1">
                <a:solidFill>
                  <a:schemeClr val="tx1"/>
                </a:solidFill>
                <a:latin typeface="Courier New" panose="02070309020205020404" pitchFamily="49" charset="0"/>
              </a:rPr>
              <a:t>testCondition</a:t>
            </a:r>
            <a:r>
              <a:rPr kumimoji="1" lang="en-US" altLang="en-US" sz="1800" b="1" dirty="0">
                <a:solidFill>
                  <a:schemeClr val="tx1"/>
                </a:solidFill>
                <a:latin typeface="Courier New" panose="02070309020205020404" pitchFamily="49" charset="0"/>
              </a:rPr>
              <a:t>; increment){</a:t>
            </a:r>
          </a:p>
          <a:p>
            <a:pPr>
              <a:spcBef>
                <a:spcPct val="0"/>
              </a:spcBef>
              <a:buClrTx/>
              <a:buSzTx/>
              <a:buFontTx/>
              <a:buNone/>
            </a:pPr>
            <a:r>
              <a:rPr kumimoji="1" lang="en-US" altLang="en-US" sz="1800" b="1" dirty="0">
                <a:solidFill>
                  <a:schemeClr val="tx1"/>
                </a:solidFill>
                <a:latin typeface="Courier New" panose="02070309020205020404" pitchFamily="49" charset="0"/>
              </a:rPr>
              <a:t>  </a:t>
            </a:r>
          </a:p>
          <a:p>
            <a:pPr>
              <a:spcBef>
                <a:spcPct val="0"/>
              </a:spcBef>
              <a:buClrTx/>
              <a:buSzTx/>
              <a:buFontTx/>
              <a:buNone/>
            </a:pPr>
            <a:r>
              <a:rPr kumimoji="1" lang="en-US" altLang="en-US" sz="1800" b="1" dirty="0">
                <a:solidFill>
                  <a:schemeClr val="tx1"/>
                </a:solidFill>
                <a:latin typeface="Courier New" panose="02070309020205020404" pitchFamily="49" charset="0"/>
              </a:rPr>
              <a:t>	// statement</a:t>
            </a:r>
          </a:p>
          <a:p>
            <a:pPr>
              <a:spcBef>
                <a:spcPct val="0"/>
              </a:spcBef>
              <a:buClrTx/>
              <a:buSzTx/>
              <a:buFontTx/>
              <a:buNone/>
            </a:pPr>
            <a:endParaRPr kumimoji="1" lang="en-US" altLang="en-US" sz="1800" b="1" dirty="0">
              <a:solidFill>
                <a:schemeClr val="tx1"/>
              </a:solidFill>
              <a:latin typeface="Courier New" panose="02070309020205020404" pitchFamily="49" charset="0"/>
            </a:endParaRPr>
          </a:p>
          <a:p>
            <a:pPr>
              <a:spcBef>
                <a:spcPct val="0"/>
              </a:spcBef>
              <a:buClrTx/>
              <a:buSzTx/>
              <a:buFontTx/>
              <a:buNone/>
            </a:pPr>
            <a:r>
              <a:rPr kumimoji="1" lang="en-US" altLang="en-US" sz="1800" b="1" dirty="0">
                <a:solidFill>
                  <a:schemeClr val="tx1"/>
                </a:solidFill>
                <a:latin typeface="Courier New" panose="02070309020205020404" pitchFamily="49" charset="0"/>
              </a:rPr>
              <a:t>}</a:t>
            </a:r>
          </a:p>
        </p:txBody>
      </p:sp>
      <p:sp>
        <p:nvSpPr>
          <p:cNvPr id="2" name="Arrow: Down 1">
            <a:extLst>
              <a:ext uri="{FF2B5EF4-FFF2-40B4-BE49-F238E27FC236}">
                <a16:creationId xmlns:a16="http://schemas.microsoft.com/office/drawing/2014/main" id="{2CEF3C07-01E2-4408-8B9A-6ECF6C2B6CB8}"/>
              </a:ext>
            </a:extLst>
          </p:cNvPr>
          <p:cNvSpPr/>
          <p:nvPr/>
        </p:nvSpPr>
        <p:spPr>
          <a:xfrm>
            <a:off x="3293258" y="1739458"/>
            <a:ext cx="301336" cy="70658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 name="Arrow: Curved Down 2">
            <a:extLst>
              <a:ext uri="{FF2B5EF4-FFF2-40B4-BE49-F238E27FC236}">
                <a16:creationId xmlns:a16="http://schemas.microsoft.com/office/drawing/2014/main" id="{BF9C3DBE-D1E9-4030-AAE2-F5BB29926714}"/>
              </a:ext>
            </a:extLst>
          </p:cNvPr>
          <p:cNvSpPr/>
          <p:nvPr/>
        </p:nvSpPr>
        <p:spPr>
          <a:xfrm>
            <a:off x="5233990" y="1846200"/>
            <a:ext cx="1461613" cy="545854"/>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endParaRPr>
          </a:p>
        </p:txBody>
      </p:sp>
      <p:sp>
        <p:nvSpPr>
          <p:cNvPr id="8" name="Arrow: Curved Down 7">
            <a:extLst>
              <a:ext uri="{FF2B5EF4-FFF2-40B4-BE49-F238E27FC236}">
                <a16:creationId xmlns:a16="http://schemas.microsoft.com/office/drawing/2014/main" id="{FFC53D04-5EC7-4AE2-8AD1-62AC6C1C5983}"/>
              </a:ext>
            </a:extLst>
          </p:cNvPr>
          <p:cNvSpPr/>
          <p:nvPr/>
        </p:nvSpPr>
        <p:spPr>
          <a:xfrm flipH="1">
            <a:off x="7621545" y="1764328"/>
            <a:ext cx="1461613" cy="533256"/>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endParaRPr>
          </a:p>
        </p:txBody>
      </p:sp>
      <p:sp>
        <p:nvSpPr>
          <p:cNvPr id="5" name="Arrow: Bent-Up 4">
            <a:extLst>
              <a:ext uri="{FF2B5EF4-FFF2-40B4-BE49-F238E27FC236}">
                <a16:creationId xmlns:a16="http://schemas.microsoft.com/office/drawing/2014/main" id="{30E6AE49-CC64-4AA7-8915-2C4CEE24E828}"/>
              </a:ext>
            </a:extLst>
          </p:cNvPr>
          <p:cNvSpPr/>
          <p:nvPr/>
        </p:nvSpPr>
        <p:spPr>
          <a:xfrm rot="10800000">
            <a:off x="4946073" y="2791223"/>
            <a:ext cx="1149927" cy="731520"/>
          </a:xfrm>
          <a:prstGeom prst="ben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 name="Rectangle 5">
            <a:extLst>
              <a:ext uri="{FF2B5EF4-FFF2-40B4-BE49-F238E27FC236}">
                <a16:creationId xmlns:a16="http://schemas.microsoft.com/office/drawing/2014/main" id="{DEB8F5B9-A381-4209-B125-C1F0F5714E4D}"/>
              </a:ext>
            </a:extLst>
          </p:cNvPr>
          <p:cNvSpPr/>
          <p:nvPr/>
        </p:nvSpPr>
        <p:spPr>
          <a:xfrm>
            <a:off x="2671085" y="1706700"/>
            <a:ext cx="497251" cy="830997"/>
          </a:xfrm>
          <a:prstGeom prst="rect">
            <a:avLst/>
          </a:prstGeom>
        </p:spPr>
        <p:txBody>
          <a:bodyPr wrap="none">
            <a:spAutoFit/>
          </a:bodyPr>
          <a:lstStyle/>
          <a:p>
            <a:pPr algn="ctr"/>
            <a:r>
              <a:rPr lang="en-US" sz="4800" dirty="0">
                <a:ln w="0"/>
                <a:effectLst>
                  <a:outerShdw blurRad="38100" dist="19050" dir="2700000" algn="tl" rotWithShape="0">
                    <a:schemeClr val="dk1">
                      <a:alpha val="40000"/>
                    </a:schemeClr>
                  </a:outerShdw>
                </a:effectLst>
              </a:rPr>
              <a:t>1</a:t>
            </a:r>
          </a:p>
        </p:txBody>
      </p:sp>
      <p:sp>
        <p:nvSpPr>
          <p:cNvPr id="9" name="Rectangle 8">
            <a:extLst>
              <a:ext uri="{FF2B5EF4-FFF2-40B4-BE49-F238E27FC236}">
                <a16:creationId xmlns:a16="http://schemas.microsoft.com/office/drawing/2014/main" id="{18A92D34-A258-4CC9-B32E-A85A27D61A87}"/>
              </a:ext>
            </a:extLst>
          </p:cNvPr>
          <p:cNvSpPr/>
          <p:nvPr/>
        </p:nvSpPr>
        <p:spPr>
          <a:xfrm>
            <a:off x="5643997" y="1781145"/>
            <a:ext cx="497252" cy="830997"/>
          </a:xfrm>
          <a:prstGeom prst="rect">
            <a:avLst/>
          </a:prstGeom>
        </p:spPr>
        <p:txBody>
          <a:bodyPr wrap="none">
            <a:spAutoFit/>
          </a:bodyPr>
          <a:lstStyle/>
          <a:p>
            <a:pPr algn="ctr"/>
            <a:r>
              <a:rPr lang="en-US" sz="4800" dirty="0">
                <a:ln w="0"/>
                <a:effectLst>
                  <a:outerShdw blurRad="38100" dist="19050" dir="2700000" algn="tl" rotWithShape="0">
                    <a:schemeClr val="dk1">
                      <a:alpha val="40000"/>
                    </a:schemeClr>
                  </a:outerShdw>
                </a:effectLst>
              </a:rPr>
              <a:t>2</a:t>
            </a:r>
          </a:p>
        </p:txBody>
      </p:sp>
      <p:sp>
        <p:nvSpPr>
          <p:cNvPr id="10" name="Rectangle 9">
            <a:extLst>
              <a:ext uri="{FF2B5EF4-FFF2-40B4-BE49-F238E27FC236}">
                <a16:creationId xmlns:a16="http://schemas.microsoft.com/office/drawing/2014/main" id="{C5192805-35AE-4F60-9BDC-17426B2A8BA9}"/>
              </a:ext>
            </a:extLst>
          </p:cNvPr>
          <p:cNvSpPr/>
          <p:nvPr/>
        </p:nvSpPr>
        <p:spPr>
          <a:xfrm>
            <a:off x="5500505" y="3005731"/>
            <a:ext cx="497252" cy="830997"/>
          </a:xfrm>
          <a:prstGeom prst="rect">
            <a:avLst/>
          </a:prstGeom>
        </p:spPr>
        <p:txBody>
          <a:bodyPr wrap="none">
            <a:spAutoFit/>
          </a:bodyPr>
          <a:lstStyle/>
          <a:p>
            <a:pPr lvl="0" algn="ctr"/>
            <a:r>
              <a:rPr lang="en-US" sz="4800">
                <a:ln w="0"/>
                <a:solidFill>
                  <a:prstClr val="black"/>
                </a:solidFill>
                <a:effectLst>
                  <a:outerShdw blurRad="38100" dist="19050" dir="2700000" algn="tl" rotWithShape="0">
                    <a:prstClr val="black">
                      <a:alpha val="40000"/>
                    </a:prstClr>
                  </a:outerShdw>
                </a:effectLst>
              </a:rPr>
              <a:t>3</a:t>
            </a:r>
          </a:p>
        </p:txBody>
      </p:sp>
      <p:sp>
        <p:nvSpPr>
          <p:cNvPr id="11" name="Rectangle 10">
            <a:extLst>
              <a:ext uri="{FF2B5EF4-FFF2-40B4-BE49-F238E27FC236}">
                <a16:creationId xmlns:a16="http://schemas.microsoft.com/office/drawing/2014/main" id="{7C4B10F1-551C-4F28-8792-16B80D62C372}"/>
              </a:ext>
            </a:extLst>
          </p:cNvPr>
          <p:cNvSpPr/>
          <p:nvPr/>
        </p:nvSpPr>
        <p:spPr>
          <a:xfrm>
            <a:off x="8190653" y="1809613"/>
            <a:ext cx="452135" cy="826373"/>
          </a:xfrm>
          <a:prstGeom prst="rect">
            <a:avLst/>
          </a:prstGeom>
        </p:spPr>
        <p:txBody>
          <a:bodyPr wrap="square">
            <a:spAutoFit/>
          </a:bodyPr>
          <a:lstStyle/>
          <a:p>
            <a:pPr lvl="0" algn="ctr"/>
            <a:r>
              <a:rPr lang="en-US" sz="4800" dirty="0">
                <a:ln w="0"/>
                <a:solidFill>
                  <a:prstClr val="black"/>
                </a:solidFill>
                <a:effectLst>
                  <a:outerShdw blurRad="38100" dist="19050" dir="2700000" algn="tl" rotWithShape="0">
                    <a:prstClr val="black">
                      <a:alpha val="40000"/>
                    </a:prstClr>
                  </a:outerShdw>
                </a:effectLst>
              </a:rPr>
              <a:t>5</a:t>
            </a:r>
          </a:p>
        </p:txBody>
      </p:sp>
      <p:sp>
        <p:nvSpPr>
          <p:cNvPr id="14" name="Rectangle 13">
            <a:extLst>
              <a:ext uri="{FF2B5EF4-FFF2-40B4-BE49-F238E27FC236}">
                <a16:creationId xmlns:a16="http://schemas.microsoft.com/office/drawing/2014/main" id="{A36F5C46-766D-4E5B-8C41-1B37DBBB7901}"/>
              </a:ext>
            </a:extLst>
          </p:cNvPr>
          <p:cNvSpPr/>
          <p:nvPr/>
        </p:nvSpPr>
        <p:spPr>
          <a:xfrm>
            <a:off x="7220519" y="3183317"/>
            <a:ext cx="401026" cy="830997"/>
          </a:xfrm>
          <a:prstGeom prst="rect">
            <a:avLst/>
          </a:prstGeom>
        </p:spPr>
        <p:txBody>
          <a:bodyPr wrap="square">
            <a:spAutoFit/>
          </a:bodyPr>
          <a:lstStyle/>
          <a:p>
            <a:pPr lvl="0" algn="ctr"/>
            <a:r>
              <a:rPr lang="en-US" sz="4800">
                <a:ln w="0"/>
                <a:solidFill>
                  <a:prstClr val="black"/>
                </a:solidFill>
                <a:effectLst>
                  <a:outerShdw blurRad="38100" dist="19050" dir="2700000" algn="tl" rotWithShape="0">
                    <a:prstClr val="black">
                      <a:alpha val="40000"/>
                    </a:prstClr>
                  </a:outerShdw>
                </a:effectLst>
              </a:rPr>
              <a:t>4</a:t>
            </a:r>
          </a:p>
        </p:txBody>
      </p:sp>
      <p:sp>
        <p:nvSpPr>
          <p:cNvPr id="16" name="Arrow: Curved Up 15">
            <a:extLst>
              <a:ext uri="{FF2B5EF4-FFF2-40B4-BE49-F238E27FC236}">
                <a16:creationId xmlns:a16="http://schemas.microsoft.com/office/drawing/2014/main" id="{A3EC5271-B042-448F-BC63-E98DB83905A4}"/>
              </a:ext>
            </a:extLst>
          </p:cNvPr>
          <p:cNvSpPr/>
          <p:nvPr/>
        </p:nvSpPr>
        <p:spPr>
          <a:xfrm rot="20103360">
            <a:off x="7049215" y="3320651"/>
            <a:ext cx="1949645" cy="830997"/>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endParaRPr>
          </a:p>
        </p:txBody>
      </p:sp>
      <p:sp>
        <p:nvSpPr>
          <p:cNvPr id="4" name="Slide Number Placeholder 3">
            <a:extLst>
              <a:ext uri="{FF2B5EF4-FFF2-40B4-BE49-F238E27FC236}">
                <a16:creationId xmlns:a16="http://schemas.microsoft.com/office/drawing/2014/main" id="{FFF4ADB9-126E-42F5-9EB7-41E6FFE9EC8A}"/>
              </a:ext>
            </a:extLst>
          </p:cNvPr>
          <p:cNvSpPr>
            <a:spLocks noGrp="1"/>
          </p:cNvSpPr>
          <p:nvPr>
            <p:ph type="sldNum" sz="quarter" idx="12"/>
          </p:nvPr>
        </p:nvSpPr>
        <p:spPr/>
        <p:txBody>
          <a:bodyPr/>
          <a:lstStyle/>
          <a:p>
            <a:fld id="{6B7CECC9-8688-4C14-9F38-24140407CAFB}" type="slidenum">
              <a:rPr lang="en-CA" smtClean="0"/>
              <a:t>4</a:t>
            </a:fld>
            <a:endParaRPr lang="en-CA"/>
          </a:p>
        </p:txBody>
      </p:sp>
    </p:spTree>
    <p:extLst>
      <p:ext uri="{BB962C8B-B14F-4D97-AF65-F5344CB8AC3E}">
        <p14:creationId xmlns:p14="http://schemas.microsoft.com/office/powerpoint/2010/main" val="36077970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BFAD2-AE91-49BC-A58B-408BE40639D2}"/>
              </a:ext>
            </a:extLst>
          </p:cNvPr>
          <p:cNvSpPr>
            <a:spLocks noGrp="1"/>
          </p:cNvSpPr>
          <p:nvPr>
            <p:ph type="title"/>
          </p:nvPr>
        </p:nvSpPr>
        <p:spPr/>
        <p:txBody>
          <a:bodyPr/>
          <a:lstStyle/>
          <a:p>
            <a:r>
              <a:rPr lang="en-US" altLang="en-US" dirty="0"/>
              <a:t>The </a:t>
            </a:r>
            <a:r>
              <a:rPr lang="en-US" altLang="en-US" dirty="0">
                <a:latin typeface="Courier New" panose="02070309020205020404" pitchFamily="49" charset="0"/>
              </a:rPr>
              <a:t>for</a:t>
            </a:r>
            <a:r>
              <a:rPr lang="en-US" altLang="en-US" dirty="0"/>
              <a:t> Statement – An Example</a:t>
            </a:r>
            <a:endParaRPr lang="en-CA" dirty="0"/>
          </a:p>
        </p:txBody>
      </p:sp>
      <p:sp>
        <p:nvSpPr>
          <p:cNvPr id="3" name="Content Placeholder 2">
            <a:extLst>
              <a:ext uri="{FF2B5EF4-FFF2-40B4-BE49-F238E27FC236}">
                <a16:creationId xmlns:a16="http://schemas.microsoft.com/office/drawing/2014/main" id="{138CA566-E7FC-474D-BA11-8FFD8AE87B66}"/>
              </a:ext>
            </a:extLst>
          </p:cNvPr>
          <p:cNvSpPr>
            <a:spLocks noGrp="1"/>
          </p:cNvSpPr>
          <p:nvPr>
            <p:ph idx="1"/>
          </p:nvPr>
        </p:nvSpPr>
        <p:spPr/>
        <p:txBody>
          <a:bodyPr/>
          <a:lstStyle/>
          <a:p>
            <a:endParaRPr lang="en-CA"/>
          </a:p>
        </p:txBody>
      </p:sp>
      <p:sp>
        <p:nvSpPr>
          <p:cNvPr id="4" name="Text Box 1033">
            <a:extLst>
              <a:ext uri="{FF2B5EF4-FFF2-40B4-BE49-F238E27FC236}">
                <a16:creationId xmlns:a16="http://schemas.microsoft.com/office/drawing/2014/main" id="{5BCEF8D3-9874-4DA1-BD0D-E24CC6D3A875}"/>
              </a:ext>
            </a:extLst>
          </p:cNvPr>
          <p:cNvSpPr txBox="1">
            <a:spLocks noChangeArrowheads="1"/>
          </p:cNvSpPr>
          <p:nvPr/>
        </p:nvSpPr>
        <p:spPr bwMode="auto">
          <a:xfrm>
            <a:off x="1699691" y="2891850"/>
            <a:ext cx="8559599" cy="1754326"/>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console.log('using the for loop')</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let languages = ['French', 'English', 'Spanish'];</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console.log(languages)</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for(let index = 0; index &lt; </a:t>
            </a:r>
            <a:r>
              <a:rPr kumimoji="1" lang="en-US" altLang="en-US" sz="1800" b="1" kern="0" err="1">
                <a:solidFill>
                  <a:srgbClr val="000000"/>
                </a:solidFill>
                <a:latin typeface="Courier New" panose="02070309020205020404" pitchFamily="49" charset="0"/>
              </a:rPr>
              <a:t>languages.length</a:t>
            </a:r>
            <a:r>
              <a:rPr kumimoji="1" lang="en-US" altLang="en-US" sz="1800" b="1" kern="0">
                <a:solidFill>
                  <a:srgbClr val="000000"/>
                </a:solidFill>
                <a:latin typeface="Courier New" panose="02070309020205020404" pitchFamily="49" charset="0"/>
              </a:rPr>
              <a:t>; index++) {</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    console.log(`languages[${index}] = ${languages[index]}`);</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a:t>
            </a:r>
          </a:p>
        </p:txBody>
      </p:sp>
      <p:sp>
        <p:nvSpPr>
          <p:cNvPr id="5" name="Slide Number Placeholder 4">
            <a:extLst>
              <a:ext uri="{FF2B5EF4-FFF2-40B4-BE49-F238E27FC236}">
                <a16:creationId xmlns:a16="http://schemas.microsoft.com/office/drawing/2014/main" id="{E8532D0D-0311-4D55-AC28-AA51BD623470}"/>
              </a:ext>
            </a:extLst>
          </p:cNvPr>
          <p:cNvSpPr>
            <a:spLocks noGrp="1"/>
          </p:cNvSpPr>
          <p:nvPr>
            <p:ph type="sldNum" sz="quarter" idx="12"/>
          </p:nvPr>
        </p:nvSpPr>
        <p:spPr/>
        <p:txBody>
          <a:bodyPr/>
          <a:lstStyle/>
          <a:p>
            <a:fld id="{6B7CECC9-8688-4C14-9F38-24140407CAFB}" type="slidenum">
              <a:rPr lang="en-CA" smtClean="0"/>
              <a:t>5</a:t>
            </a:fld>
            <a:endParaRPr lang="en-CA"/>
          </a:p>
        </p:txBody>
      </p:sp>
    </p:spTree>
    <p:extLst>
      <p:ext uri="{BB962C8B-B14F-4D97-AF65-F5344CB8AC3E}">
        <p14:creationId xmlns:p14="http://schemas.microsoft.com/office/powerpoint/2010/main" val="13910706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3">
            <a:extLst>
              <a:ext uri="{FF2B5EF4-FFF2-40B4-BE49-F238E27FC236}">
                <a16:creationId xmlns:a16="http://schemas.microsoft.com/office/drawing/2014/main" id="{AB0ABEBA-F4C9-48D1-A539-8254A2C6330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0000"/>
              </a:buClr>
              <a:buSzPct val="50000"/>
              <a:buFont typeface="Monotype Sorts" pitchFamily="2" charset="2"/>
              <a:buChar char="l"/>
              <a:defRPr sz="2800">
                <a:solidFill>
                  <a:schemeClr val="bg2"/>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latin typeface="Times New Roman" panose="02020603050405020304" pitchFamily="18" charset="0"/>
              </a:rPr>
              <a:t>4-</a:t>
            </a:r>
            <a:fld id="{E5DD8BEF-4133-4247-8AFF-66D8E31D0ED6}" type="slidenum">
              <a:rPr lang="en-US" altLang="en-US" sz="1400">
                <a:latin typeface="Times New Roman" panose="02020603050405020304" pitchFamily="18" charset="0"/>
              </a:rPr>
              <a:pPr>
                <a:spcBef>
                  <a:spcPct val="0"/>
                </a:spcBef>
                <a:buClrTx/>
                <a:buSzTx/>
                <a:buFontTx/>
                <a:buNone/>
              </a:pPr>
              <a:t>6</a:t>
            </a:fld>
            <a:endParaRPr lang="en-US" altLang="en-US" sz="1400">
              <a:latin typeface="Times New Roman" panose="02020603050405020304" pitchFamily="18" charset="0"/>
            </a:endParaRPr>
          </a:p>
        </p:txBody>
      </p:sp>
      <p:sp>
        <p:nvSpPr>
          <p:cNvPr id="46083" name="Rectangle 1026">
            <a:extLst>
              <a:ext uri="{FF2B5EF4-FFF2-40B4-BE49-F238E27FC236}">
                <a16:creationId xmlns:a16="http://schemas.microsoft.com/office/drawing/2014/main" id="{FA990E8D-7F14-43A7-B65A-EF2A42C80A76}"/>
              </a:ext>
            </a:extLst>
          </p:cNvPr>
          <p:cNvSpPr>
            <a:spLocks noGrp="1" noChangeArrowheads="1"/>
          </p:cNvSpPr>
          <p:nvPr>
            <p:ph type="title"/>
          </p:nvPr>
        </p:nvSpPr>
        <p:spPr/>
        <p:txBody>
          <a:bodyPr/>
          <a:lstStyle/>
          <a:p>
            <a:pPr eaLnBrk="1" hangingPunct="1"/>
            <a:r>
              <a:rPr lang="en-US" altLang="en-US"/>
              <a:t>The </a:t>
            </a:r>
            <a:r>
              <a:rPr lang="en-US" altLang="en-US">
                <a:latin typeface="Courier New" panose="02070309020205020404" pitchFamily="49" charset="0"/>
              </a:rPr>
              <a:t>break</a:t>
            </a:r>
            <a:r>
              <a:rPr lang="en-US" altLang="en-US"/>
              <a:t> Statement</a:t>
            </a:r>
          </a:p>
        </p:txBody>
      </p:sp>
      <p:sp>
        <p:nvSpPr>
          <p:cNvPr id="46084" name="Rectangle 1027">
            <a:extLst>
              <a:ext uri="{FF2B5EF4-FFF2-40B4-BE49-F238E27FC236}">
                <a16:creationId xmlns:a16="http://schemas.microsoft.com/office/drawing/2014/main" id="{BF1749A4-1E89-4042-A6BD-2B26E9CEB3C0}"/>
              </a:ext>
            </a:extLst>
          </p:cNvPr>
          <p:cNvSpPr>
            <a:spLocks noGrp="1" noChangeArrowheads="1"/>
          </p:cNvSpPr>
          <p:nvPr>
            <p:ph type="body" idx="1"/>
          </p:nvPr>
        </p:nvSpPr>
        <p:spPr/>
        <p:txBody>
          <a:bodyPr/>
          <a:lstStyle/>
          <a:p>
            <a:pPr eaLnBrk="1" hangingPunct="1"/>
            <a:r>
              <a:rPr lang="en-US" altLang="en-US"/>
              <a:t>The break</a:t>
            </a:r>
            <a:r>
              <a:rPr lang="en-US" altLang="en-US" b="1"/>
              <a:t> </a:t>
            </a:r>
            <a:r>
              <a:rPr lang="en-US" altLang="en-US"/>
              <a:t>statement is used to terminate further iterations of the loop containing the break statement</a:t>
            </a:r>
          </a:p>
          <a:p>
            <a:pPr eaLnBrk="1" hangingPunct="1"/>
            <a:endParaRPr lang="en-US" altLang="en-US"/>
          </a:p>
          <a:p>
            <a:pPr eaLnBrk="1" hangingPunct="1"/>
            <a:endParaRPr lang="en-US" altLang="en-US"/>
          </a:p>
          <a:p>
            <a:pPr eaLnBrk="1" hangingPunct="1"/>
            <a:endParaRPr lang="en-US" altLang="en-US"/>
          </a:p>
          <a:p>
            <a:pPr eaLnBrk="1" hangingPunct="1"/>
            <a:endParaRPr lang="en-US" altLang="en-US"/>
          </a:p>
          <a:p>
            <a:pPr lvl="1" eaLnBrk="1" hangingPunct="1"/>
            <a:r>
              <a:rPr lang="en-US" altLang="en-US"/>
              <a:t>No statements after the break in the current loop will be executed</a:t>
            </a:r>
          </a:p>
        </p:txBody>
      </p:sp>
      <p:sp>
        <p:nvSpPr>
          <p:cNvPr id="46085" name="Text Box 1028">
            <a:extLst>
              <a:ext uri="{FF2B5EF4-FFF2-40B4-BE49-F238E27FC236}">
                <a16:creationId xmlns:a16="http://schemas.microsoft.com/office/drawing/2014/main" id="{40A7D74C-8B14-4184-B07B-D7BC58154A97}"/>
              </a:ext>
            </a:extLst>
          </p:cNvPr>
          <p:cNvSpPr txBox="1">
            <a:spLocks noChangeArrowheads="1"/>
          </p:cNvSpPr>
          <p:nvPr/>
        </p:nvSpPr>
        <p:spPr bwMode="auto">
          <a:xfrm>
            <a:off x="2247900" y="2870201"/>
            <a:ext cx="7696200" cy="1754326"/>
          </a:xfrm>
          <a:prstGeom prst="rect">
            <a:avLst/>
          </a:prstGeom>
          <a:noFill/>
          <a:ln w="38100" cap="sq">
            <a:solidFill>
              <a:schemeClr val="tx1"/>
            </a:solidFill>
            <a:miter lim="800000"/>
            <a:headEnd/>
            <a:tailEnd/>
          </a:ln>
        </p:spPr>
        <p:txBody>
          <a:bodyPr>
            <a:spAutoFit/>
          </a:bodyPr>
          <a:lstStyle>
            <a:lvl1pPr>
              <a:spcBef>
                <a:spcPct val="20000"/>
              </a:spcBef>
              <a:buClr>
                <a:srgbClr val="FF0000"/>
              </a:buClr>
              <a:buSzPct val="50000"/>
              <a:buFont typeface="Monotype Sorts" pitchFamily="2" charset="2"/>
              <a:buChar char="l"/>
              <a:defRPr sz="2800">
                <a:solidFill>
                  <a:schemeClr val="bg2"/>
                </a:solidFill>
                <a:latin typeface="Arial" panose="020B0604020202020204" pitchFamily="34" charset="0"/>
              </a:defRPr>
            </a:lvl1pPr>
            <a:lvl2pPr>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2pPr>
            <a:lvl3pPr>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en-US" altLang="en-US" sz="1800" b="1">
                <a:solidFill>
                  <a:schemeClr val="tx1"/>
                </a:solidFill>
                <a:latin typeface="Courier New" panose="02070309020205020404" pitchFamily="49" charset="0"/>
              </a:rPr>
              <a:t>for (let inner = 0; inner &lt; 10; inner++) {</a:t>
            </a:r>
          </a:p>
          <a:p>
            <a:pPr lvl="1">
              <a:spcBef>
                <a:spcPct val="0"/>
              </a:spcBef>
              <a:buClrTx/>
              <a:buSzTx/>
              <a:buFontTx/>
              <a:buNone/>
            </a:pPr>
            <a:r>
              <a:rPr kumimoji="1" lang="en-US" altLang="en-US" sz="1800" b="1">
                <a:solidFill>
                  <a:schemeClr val="tx1"/>
                </a:solidFill>
                <a:latin typeface="Courier New" panose="02070309020205020404" pitchFamily="49" charset="0"/>
              </a:rPr>
              <a:t>if (inner == 3){</a:t>
            </a:r>
          </a:p>
          <a:p>
            <a:pPr lvl="2">
              <a:spcBef>
                <a:spcPct val="0"/>
              </a:spcBef>
              <a:buClrTx/>
              <a:buSzTx/>
              <a:buFontTx/>
              <a:buNone/>
            </a:pPr>
            <a:r>
              <a:rPr kumimoji="1" lang="en-US" altLang="en-US" sz="1800" b="1">
                <a:solidFill>
                  <a:schemeClr val="tx1"/>
                </a:solidFill>
                <a:latin typeface="Courier New" panose="02070309020205020404" pitchFamily="49" charset="0"/>
              </a:rPr>
              <a:t>break;</a:t>
            </a:r>
          </a:p>
          <a:p>
            <a:pPr lvl="1">
              <a:spcBef>
                <a:spcPct val="0"/>
              </a:spcBef>
              <a:buClrTx/>
              <a:buSzTx/>
              <a:buNone/>
            </a:pPr>
            <a:r>
              <a:rPr kumimoji="1" lang="en-US" altLang="en-US" sz="1800" b="1">
                <a:solidFill>
                  <a:schemeClr val="tx1"/>
                </a:solidFill>
                <a:latin typeface="Courier New" panose="02070309020205020404" pitchFamily="49" charset="0"/>
              </a:rPr>
              <a:t>}</a:t>
            </a:r>
          </a:p>
          <a:p>
            <a:pPr lvl="1">
              <a:spcBef>
                <a:spcPct val="0"/>
              </a:spcBef>
              <a:buClrTx/>
              <a:buSzTx/>
              <a:buNone/>
            </a:pPr>
            <a:r>
              <a:rPr kumimoji="1" lang="en-US" altLang="en-US" sz="1800" b="1">
                <a:solidFill>
                  <a:schemeClr val="tx1"/>
                </a:solidFill>
                <a:latin typeface="Courier New" panose="02070309020205020404" pitchFamily="49" charset="0"/>
              </a:rPr>
              <a:t>console.log(inner)</a:t>
            </a:r>
          </a:p>
          <a:p>
            <a:pPr>
              <a:spcBef>
                <a:spcPct val="0"/>
              </a:spcBef>
              <a:buClrTx/>
              <a:buSzTx/>
              <a:buFontTx/>
              <a:buNone/>
            </a:pPr>
            <a:r>
              <a:rPr kumimoji="1" lang="en-US" altLang="en-US" sz="1800" b="1">
                <a:solidFill>
                  <a:schemeClr val="tx1"/>
                </a:solidFill>
                <a:latin typeface="Courier New" panose="02070309020205020404" pitchFamily="49" charset="0"/>
              </a:rPr>
              <a:t>}</a:t>
            </a:r>
          </a:p>
        </p:txBody>
      </p:sp>
      <p:sp>
        <p:nvSpPr>
          <p:cNvPr id="46086" name="Text Box 1029">
            <a:extLst>
              <a:ext uri="{FF2B5EF4-FFF2-40B4-BE49-F238E27FC236}">
                <a16:creationId xmlns:a16="http://schemas.microsoft.com/office/drawing/2014/main" id="{74704B28-4374-4C94-BA34-F83137C9B7D9}"/>
              </a:ext>
            </a:extLst>
          </p:cNvPr>
          <p:cNvSpPr txBox="1">
            <a:spLocks noChangeArrowheads="1"/>
          </p:cNvSpPr>
          <p:nvPr/>
        </p:nvSpPr>
        <p:spPr bwMode="auto">
          <a:xfrm>
            <a:off x="8343900" y="3020627"/>
            <a:ext cx="266700" cy="925511"/>
          </a:xfrm>
          <a:prstGeom prst="rect">
            <a:avLst/>
          </a:prstGeom>
          <a:noFill/>
          <a:ln w="38100">
            <a:solidFill>
              <a:schemeClr val="tx1"/>
            </a:solidFill>
            <a:miter lim="800000"/>
            <a:headEnd/>
            <a:tailEnd/>
          </a:ln>
        </p:spPr>
        <p:txBody>
          <a:bodyPr wrap="square" lIns="90000" tIns="46800" rIns="90000" bIns="46800">
            <a:spAutoFit/>
          </a:bodyPr>
          <a:lstStyle>
            <a:lvl1pPr>
              <a:spcBef>
                <a:spcPct val="20000"/>
              </a:spcBef>
              <a:buClr>
                <a:srgbClr val="FF0000"/>
              </a:buClr>
              <a:buSzPct val="50000"/>
              <a:buFont typeface="Monotype Sorts" pitchFamily="2" charset="2"/>
              <a:buChar char="l"/>
              <a:defRPr sz="2800">
                <a:solidFill>
                  <a:schemeClr val="bg2"/>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ClrTx/>
              <a:buSzTx/>
              <a:buFontTx/>
              <a:buNone/>
            </a:pPr>
            <a:r>
              <a:rPr lang="en-US" altLang="en-US" sz="1800" b="1">
                <a:solidFill>
                  <a:schemeClr val="tx1"/>
                </a:solidFill>
                <a:latin typeface="+mn-lt"/>
              </a:rPr>
              <a:t>012</a:t>
            </a:r>
          </a:p>
        </p:txBody>
      </p:sp>
      <p:sp>
        <p:nvSpPr>
          <p:cNvPr id="7" name="Slide Number Placeholder 4">
            <a:extLst>
              <a:ext uri="{FF2B5EF4-FFF2-40B4-BE49-F238E27FC236}">
                <a16:creationId xmlns:a16="http://schemas.microsoft.com/office/drawing/2014/main" id="{CD76782B-8C93-4F5C-83B7-A8862311269D}"/>
              </a:ext>
            </a:extLst>
          </p:cNvPr>
          <p:cNvSpPr>
            <a:spLocks noGrp="1"/>
          </p:cNvSpPr>
          <p:nvPr>
            <p:ph type="sldNum" sz="quarter" idx="12"/>
          </p:nvPr>
        </p:nvSpPr>
        <p:spPr>
          <a:xfrm>
            <a:off x="8610600" y="6356350"/>
            <a:ext cx="2743200" cy="365125"/>
          </a:xfrm>
        </p:spPr>
        <p:txBody>
          <a:bodyPr/>
          <a:lstStyle/>
          <a:p>
            <a:fld id="{6B7CECC9-8688-4C14-9F38-24140407CAFB}" type="slidenum">
              <a:rPr lang="en-CA" smtClean="0"/>
              <a:t>6</a:t>
            </a:fld>
            <a:endParaRPr lang="en-CA"/>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3">
            <a:extLst>
              <a:ext uri="{FF2B5EF4-FFF2-40B4-BE49-F238E27FC236}">
                <a16:creationId xmlns:a16="http://schemas.microsoft.com/office/drawing/2014/main" id="{AB0ABEBA-F4C9-48D1-A539-8254A2C6330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0000"/>
              </a:buClr>
              <a:buSzPct val="50000"/>
              <a:buFont typeface="Monotype Sorts" pitchFamily="2" charset="2"/>
              <a:buChar char="l"/>
              <a:defRPr sz="2800">
                <a:solidFill>
                  <a:schemeClr val="bg2"/>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a:latin typeface="Times New Roman" panose="02020603050405020304" pitchFamily="18" charset="0"/>
              </a:rPr>
              <a:t>4-</a:t>
            </a:r>
            <a:fld id="{E5DD8BEF-4133-4247-8AFF-66D8E31D0ED6}" type="slidenum">
              <a:rPr lang="en-US" altLang="en-US" sz="1400">
                <a:latin typeface="Times New Roman" panose="02020603050405020304" pitchFamily="18" charset="0"/>
              </a:rPr>
              <a:pPr>
                <a:spcBef>
                  <a:spcPct val="0"/>
                </a:spcBef>
                <a:buClrTx/>
                <a:buSzTx/>
                <a:buFontTx/>
                <a:buNone/>
              </a:pPr>
              <a:t>7</a:t>
            </a:fld>
            <a:endParaRPr lang="en-US" altLang="en-US" sz="1400">
              <a:latin typeface="Times New Roman" panose="02020603050405020304" pitchFamily="18" charset="0"/>
            </a:endParaRPr>
          </a:p>
        </p:txBody>
      </p:sp>
      <p:sp>
        <p:nvSpPr>
          <p:cNvPr id="46083" name="Rectangle 1026">
            <a:extLst>
              <a:ext uri="{FF2B5EF4-FFF2-40B4-BE49-F238E27FC236}">
                <a16:creationId xmlns:a16="http://schemas.microsoft.com/office/drawing/2014/main" id="{FA990E8D-7F14-43A7-B65A-EF2A42C80A76}"/>
              </a:ext>
            </a:extLst>
          </p:cNvPr>
          <p:cNvSpPr>
            <a:spLocks noGrp="1" noChangeArrowheads="1"/>
          </p:cNvSpPr>
          <p:nvPr>
            <p:ph type="title"/>
          </p:nvPr>
        </p:nvSpPr>
        <p:spPr/>
        <p:txBody>
          <a:bodyPr/>
          <a:lstStyle/>
          <a:p>
            <a:pPr eaLnBrk="1" hangingPunct="1"/>
            <a:r>
              <a:rPr lang="en-US" altLang="en-US"/>
              <a:t>The </a:t>
            </a:r>
            <a:r>
              <a:rPr lang="en-US" altLang="en-US">
                <a:latin typeface="Courier New" panose="02070309020205020404" pitchFamily="49" charset="0"/>
              </a:rPr>
              <a:t>continue </a:t>
            </a:r>
            <a:r>
              <a:rPr lang="en-US" altLang="en-US"/>
              <a:t>Statement</a:t>
            </a:r>
          </a:p>
        </p:txBody>
      </p:sp>
      <p:sp>
        <p:nvSpPr>
          <p:cNvPr id="46084" name="Rectangle 1027">
            <a:extLst>
              <a:ext uri="{FF2B5EF4-FFF2-40B4-BE49-F238E27FC236}">
                <a16:creationId xmlns:a16="http://schemas.microsoft.com/office/drawing/2014/main" id="{BF1749A4-1E89-4042-A6BD-2B26E9CEB3C0}"/>
              </a:ext>
            </a:extLst>
          </p:cNvPr>
          <p:cNvSpPr>
            <a:spLocks noGrp="1" noChangeArrowheads="1"/>
          </p:cNvSpPr>
          <p:nvPr>
            <p:ph type="body" idx="1"/>
          </p:nvPr>
        </p:nvSpPr>
        <p:spPr/>
        <p:txBody>
          <a:bodyPr>
            <a:normAutofit/>
          </a:bodyPr>
          <a:lstStyle/>
          <a:p>
            <a:r>
              <a:rPr lang="en-US" altLang="en-US"/>
              <a:t>The continue keyword is used to terminate the current iteration of a control loop</a:t>
            </a:r>
          </a:p>
          <a:p>
            <a:pPr lvl="1"/>
            <a:r>
              <a:rPr lang="en-US" altLang="en-US"/>
              <a:t>Execution continues as if the iteration had finished naturally but without processing any statements after the continue for that iteration</a:t>
            </a:r>
          </a:p>
          <a:p>
            <a:pPr eaLnBrk="1" hangingPunct="1"/>
            <a:endParaRPr lang="en-US" altLang="en-US"/>
          </a:p>
          <a:p>
            <a:pPr eaLnBrk="1" hangingPunct="1"/>
            <a:endParaRPr lang="en-US" altLang="en-US"/>
          </a:p>
          <a:p>
            <a:pPr eaLnBrk="1" hangingPunct="1"/>
            <a:endParaRPr lang="en-US" altLang="en-US"/>
          </a:p>
          <a:p>
            <a:pPr eaLnBrk="1" hangingPunct="1"/>
            <a:endParaRPr lang="en-US" altLang="en-US"/>
          </a:p>
          <a:p>
            <a:pPr marL="457200" lvl="1" indent="0" eaLnBrk="1" hangingPunct="1">
              <a:buNone/>
            </a:pPr>
            <a:endParaRPr lang="en-US" altLang="en-US"/>
          </a:p>
        </p:txBody>
      </p:sp>
      <p:sp>
        <p:nvSpPr>
          <p:cNvPr id="46085" name="Text Box 1028">
            <a:extLst>
              <a:ext uri="{FF2B5EF4-FFF2-40B4-BE49-F238E27FC236}">
                <a16:creationId xmlns:a16="http://schemas.microsoft.com/office/drawing/2014/main" id="{40A7D74C-8B14-4184-B07B-D7BC58154A97}"/>
              </a:ext>
            </a:extLst>
          </p:cNvPr>
          <p:cNvSpPr txBox="1">
            <a:spLocks noChangeArrowheads="1"/>
          </p:cNvSpPr>
          <p:nvPr/>
        </p:nvSpPr>
        <p:spPr bwMode="auto">
          <a:xfrm>
            <a:off x="2209800" y="3663813"/>
            <a:ext cx="7696200" cy="1754326"/>
          </a:xfrm>
          <a:prstGeom prst="rect">
            <a:avLst/>
          </a:prstGeom>
          <a:noFill/>
          <a:ln w="38100" cap="sq">
            <a:solidFill>
              <a:schemeClr val="tx1"/>
            </a:solidFill>
            <a:miter lim="800000"/>
            <a:headEnd/>
            <a:tailEnd/>
          </a:ln>
        </p:spPr>
        <p:txBody>
          <a:bodyPr>
            <a:spAutoFit/>
          </a:bodyPr>
          <a:lstStyle>
            <a:lvl1pPr>
              <a:spcBef>
                <a:spcPct val="20000"/>
              </a:spcBef>
              <a:buClr>
                <a:srgbClr val="FF0000"/>
              </a:buClr>
              <a:buSzPct val="50000"/>
              <a:buFont typeface="Monotype Sorts" pitchFamily="2" charset="2"/>
              <a:buChar char="l"/>
              <a:defRPr sz="2800">
                <a:solidFill>
                  <a:schemeClr val="bg2"/>
                </a:solidFill>
                <a:latin typeface="Arial" panose="020B0604020202020204" pitchFamily="34" charset="0"/>
              </a:defRPr>
            </a:lvl1pPr>
            <a:lvl2pPr>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2pPr>
            <a:lvl3pPr>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en-US" altLang="en-US" sz="1800" b="1">
                <a:solidFill>
                  <a:schemeClr val="tx1"/>
                </a:solidFill>
                <a:latin typeface="Courier New" panose="02070309020205020404" pitchFamily="49" charset="0"/>
              </a:rPr>
              <a:t>for (let inner = 0; inner &lt; 5; inner++) {</a:t>
            </a:r>
          </a:p>
          <a:p>
            <a:pPr lvl="1">
              <a:spcBef>
                <a:spcPct val="0"/>
              </a:spcBef>
              <a:buClrTx/>
              <a:buSzTx/>
              <a:buFontTx/>
              <a:buNone/>
            </a:pPr>
            <a:r>
              <a:rPr kumimoji="1" lang="en-US" altLang="en-US" sz="1800" b="1">
                <a:solidFill>
                  <a:schemeClr val="tx1"/>
                </a:solidFill>
                <a:latin typeface="Courier New" panose="02070309020205020404" pitchFamily="49" charset="0"/>
              </a:rPr>
              <a:t>if (inner == 3){</a:t>
            </a:r>
          </a:p>
          <a:p>
            <a:pPr lvl="2">
              <a:spcBef>
                <a:spcPct val="0"/>
              </a:spcBef>
              <a:buClrTx/>
              <a:buSzTx/>
              <a:buFontTx/>
              <a:buNone/>
            </a:pPr>
            <a:r>
              <a:rPr kumimoji="1" lang="en-US" altLang="en-US" sz="1800" b="1">
                <a:solidFill>
                  <a:schemeClr val="tx1"/>
                </a:solidFill>
                <a:latin typeface="Courier New" panose="02070309020205020404" pitchFamily="49" charset="0"/>
              </a:rPr>
              <a:t>continue;</a:t>
            </a:r>
          </a:p>
          <a:p>
            <a:pPr lvl="1">
              <a:spcBef>
                <a:spcPct val="0"/>
              </a:spcBef>
              <a:buClrTx/>
              <a:buSzTx/>
              <a:buNone/>
            </a:pPr>
            <a:r>
              <a:rPr kumimoji="1" lang="en-US" altLang="en-US" sz="1800" b="1">
                <a:solidFill>
                  <a:schemeClr val="tx1"/>
                </a:solidFill>
                <a:latin typeface="Courier New" panose="02070309020205020404" pitchFamily="49" charset="0"/>
              </a:rPr>
              <a:t>}</a:t>
            </a:r>
          </a:p>
          <a:p>
            <a:pPr lvl="1">
              <a:spcBef>
                <a:spcPct val="0"/>
              </a:spcBef>
              <a:buClrTx/>
              <a:buSzTx/>
              <a:buNone/>
            </a:pPr>
            <a:r>
              <a:rPr kumimoji="1" lang="en-US" altLang="en-US" sz="1800" b="1">
                <a:solidFill>
                  <a:schemeClr val="tx1"/>
                </a:solidFill>
                <a:latin typeface="Courier New" panose="02070309020205020404" pitchFamily="49" charset="0"/>
              </a:rPr>
              <a:t>console.log(inner)</a:t>
            </a:r>
          </a:p>
          <a:p>
            <a:pPr>
              <a:spcBef>
                <a:spcPct val="0"/>
              </a:spcBef>
              <a:buClrTx/>
              <a:buSzTx/>
              <a:buFontTx/>
              <a:buNone/>
            </a:pPr>
            <a:r>
              <a:rPr kumimoji="1" lang="en-US" altLang="en-US" sz="1800" b="1">
                <a:solidFill>
                  <a:schemeClr val="tx1"/>
                </a:solidFill>
                <a:latin typeface="Courier New" panose="02070309020205020404" pitchFamily="49" charset="0"/>
              </a:rPr>
              <a:t>}</a:t>
            </a:r>
          </a:p>
        </p:txBody>
      </p:sp>
      <p:sp>
        <p:nvSpPr>
          <p:cNvPr id="46086" name="Text Box 1029">
            <a:extLst>
              <a:ext uri="{FF2B5EF4-FFF2-40B4-BE49-F238E27FC236}">
                <a16:creationId xmlns:a16="http://schemas.microsoft.com/office/drawing/2014/main" id="{74704B28-4374-4C94-BA34-F83137C9B7D9}"/>
              </a:ext>
            </a:extLst>
          </p:cNvPr>
          <p:cNvSpPr txBox="1">
            <a:spLocks noChangeArrowheads="1"/>
          </p:cNvSpPr>
          <p:nvPr/>
        </p:nvSpPr>
        <p:spPr bwMode="auto">
          <a:xfrm>
            <a:off x="8477250" y="4001294"/>
            <a:ext cx="266700" cy="1202510"/>
          </a:xfrm>
          <a:prstGeom prst="rect">
            <a:avLst/>
          </a:prstGeom>
          <a:noFill/>
          <a:ln w="38100">
            <a:solidFill>
              <a:schemeClr val="tx1"/>
            </a:solidFill>
            <a:miter lim="800000"/>
            <a:headEnd/>
            <a:tailEnd/>
          </a:ln>
        </p:spPr>
        <p:txBody>
          <a:bodyPr wrap="square" lIns="90000" tIns="46800" rIns="90000" bIns="46800">
            <a:spAutoFit/>
          </a:bodyPr>
          <a:lstStyle>
            <a:lvl1pPr>
              <a:spcBef>
                <a:spcPct val="20000"/>
              </a:spcBef>
              <a:buClr>
                <a:srgbClr val="FF0000"/>
              </a:buClr>
              <a:buSzPct val="50000"/>
              <a:buFont typeface="Monotype Sorts" pitchFamily="2" charset="2"/>
              <a:buChar char="l"/>
              <a:defRPr sz="2800">
                <a:solidFill>
                  <a:schemeClr val="bg2"/>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None/>
            </a:pPr>
            <a:r>
              <a:rPr lang="en-US" altLang="en-US" sz="1800" b="1">
                <a:solidFill>
                  <a:schemeClr val="tx1"/>
                </a:solidFill>
                <a:latin typeface="+mn-lt"/>
              </a:rPr>
              <a:t>0124</a:t>
            </a:r>
          </a:p>
        </p:txBody>
      </p:sp>
      <p:sp>
        <p:nvSpPr>
          <p:cNvPr id="7" name="Slide Number Placeholder 4">
            <a:extLst>
              <a:ext uri="{FF2B5EF4-FFF2-40B4-BE49-F238E27FC236}">
                <a16:creationId xmlns:a16="http://schemas.microsoft.com/office/drawing/2014/main" id="{96819338-4F75-403F-B63C-0BE25FF3B62C}"/>
              </a:ext>
            </a:extLst>
          </p:cNvPr>
          <p:cNvSpPr>
            <a:spLocks noGrp="1"/>
          </p:cNvSpPr>
          <p:nvPr>
            <p:ph type="sldNum" sz="quarter" idx="12"/>
          </p:nvPr>
        </p:nvSpPr>
        <p:spPr>
          <a:xfrm>
            <a:off x="8610600" y="6356350"/>
            <a:ext cx="2743200" cy="365125"/>
          </a:xfrm>
        </p:spPr>
        <p:txBody>
          <a:bodyPr/>
          <a:lstStyle/>
          <a:p>
            <a:fld id="{6B7CECC9-8688-4C14-9F38-24140407CAFB}" type="slidenum">
              <a:rPr lang="en-CA" smtClean="0"/>
              <a:t>7</a:t>
            </a:fld>
            <a:endParaRPr lang="en-CA"/>
          </a:p>
        </p:txBody>
      </p:sp>
    </p:spTree>
    <p:extLst>
      <p:ext uri="{BB962C8B-B14F-4D97-AF65-F5344CB8AC3E}">
        <p14:creationId xmlns:p14="http://schemas.microsoft.com/office/powerpoint/2010/main" val="37982026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F94C1-0C3D-41D4-8CD3-DFCCBDD3BF16}"/>
              </a:ext>
            </a:extLst>
          </p:cNvPr>
          <p:cNvSpPr>
            <a:spLocks noGrp="1"/>
          </p:cNvSpPr>
          <p:nvPr>
            <p:ph type="title"/>
          </p:nvPr>
        </p:nvSpPr>
        <p:spPr/>
        <p:txBody>
          <a:bodyPr/>
          <a:lstStyle/>
          <a:p>
            <a:r>
              <a:rPr lang="en-CA"/>
              <a:t>The </a:t>
            </a:r>
            <a:r>
              <a:rPr lang="en-CA">
                <a:latin typeface="Courier New" panose="02070309020205020404" pitchFamily="49" charset="0"/>
                <a:cs typeface="Courier New" panose="02070309020205020404" pitchFamily="49" charset="0"/>
              </a:rPr>
              <a:t>for…of </a:t>
            </a:r>
            <a:r>
              <a:rPr lang="en-CA"/>
              <a:t>Statement</a:t>
            </a:r>
          </a:p>
        </p:txBody>
      </p:sp>
      <p:sp>
        <p:nvSpPr>
          <p:cNvPr id="3" name="Content Placeholder 2">
            <a:extLst>
              <a:ext uri="{FF2B5EF4-FFF2-40B4-BE49-F238E27FC236}">
                <a16:creationId xmlns:a16="http://schemas.microsoft.com/office/drawing/2014/main" id="{5ADB09C8-B2A4-49C9-9F0A-02A409906067}"/>
              </a:ext>
            </a:extLst>
          </p:cNvPr>
          <p:cNvSpPr>
            <a:spLocks noGrp="1"/>
          </p:cNvSpPr>
          <p:nvPr>
            <p:ph idx="1"/>
          </p:nvPr>
        </p:nvSpPr>
        <p:spPr/>
        <p:txBody>
          <a:bodyPr>
            <a:normAutofit/>
          </a:bodyPr>
          <a:lstStyle/>
          <a:p>
            <a:r>
              <a:rPr lang="en-US" altLang="en-US"/>
              <a:t>Designed to cycle thru an array sequentially, from start to finish</a:t>
            </a:r>
          </a:p>
          <a:p>
            <a:endParaRPr lang="en-US"/>
          </a:p>
          <a:p>
            <a:pPr lvl="1"/>
            <a:endParaRPr lang="en-US"/>
          </a:p>
          <a:p>
            <a:pPr lvl="1"/>
            <a:endParaRPr lang="en-US"/>
          </a:p>
          <a:p>
            <a:pPr lvl="2"/>
            <a:endParaRPr lang="en-US" altLang="en-US"/>
          </a:p>
          <a:p>
            <a:pPr lvl="1"/>
            <a:r>
              <a:rPr lang="en-US" altLang="en-US" err="1"/>
              <a:t>iterable</a:t>
            </a:r>
            <a:r>
              <a:rPr lang="en-US" altLang="en-US"/>
              <a:t> - an array </a:t>
            </a:r>
          </a:p>
          <a:p>
            <a:pPr lvl="1"/>
            <a:r>
              <a:rPr lang="en-US" altLang="en-US"/>
              <a:t>element - name of an iteration variable that will receive the elements contained in the </a:t>
            </a:r>
            <a:r>
              <a:rPr lang="en-US" altLang="en-US" err="1"/>
              <a:t>iterable</a:t>
            </a:r>
            <a:r>
              <a:rPr lang="en-US" altLang="en-US"/>
              <a:t> </a:t>
            </a:r>
          </a:p>
          <a:p>
            <a:pPr lvl="2"/>
            <a:endParaRPr lang="en-US" altLang="en-US"/>
          </a:p>
          <a:p>
            <a:pPr lvl="1"/>
            <a:endParaRPr lang="en-US"/>
          </a:p>
          <a:p>
            <a:pPr marL="0" indent="0">
              <a:buNone/>
            </a:pPr>
            <a:endParaRPr lang="en-CA"/>
          </a:p>
        </p:txBody>
      </p:sp>
      <p:sp>
        <p:nvSpPr>
          <p:cNvPr id="4" name="Text Box 1033">
            <a:extLst>
              <a:ext uri="{FF2B5EF4-FFF2-40B4-BE49-F238E27FC236}">
                <a16:creationId xmlns:a16="http://schemas.microsoft.com/office/drawing/2014/main" id="{9DCAB211-5D63-4188-B5C0-2826AC79DB1B}"/>
              </a:ext>
            </a:extLst>
          </p:cNvPr>
          <p:cNvSpPr txBox="1">
            <a:spLocks noChangeArrowheads="1"/>
          </p:cNvSpPr>
          <p:nvPr/>
        </p:nvSpPr>
        <p:spPr bwMode="auto">
          <a:xfrm>
            <a:off x="2442520" y="2599499"/>
            <a:ext cx="6712112" cy="923330"/>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for(</a:t>
            </a:r>
            <a:r>
              <a:rPr kumimoji="1" lang="en-US" altLang="en-US" sz="1800" b="1" kern="0" err="1">
                <a:solidFill>
                  <a:srgbClr val="000000"/>
                </a:solidFill>
                <a:latin typeface="Courier New" panose="02070309020205020404" pitchFamily="49" charset="0"/>
              </a:rPr>
              <a:t>iterable</a:t>
            </a:r>
            <a:r>
              <a:rPr kumimoji="1" lang="en-US" altLang="en-US" sz="1800" b="1" kern="0">
                <a:solidFill>
                  <a:srgbClr val="000000"/>
                </a:solidFill>
                <a:latin typeface="Courier New" panose="02070309020205020404" pitchFamily="49" charset="0"/>
              </a:rPr>
              <a:t> of element) {</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	. . .</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a:t>
            </a:r>
          </a:p>
        </p:txBody>
      </p:sp>
      <p:sp>
        <p:nvSpPr>
          <p:cNvPr id="5" name="Slide Number Placeholder 4">
            <a:extLst>
              <a:ext uri="{FF2B5EF4-FFF2-40B4-BE49-F238E27FC236}">
                <a16:creationId xmlns:a16="http://schemas.microsoft.com/office/drawing/2014/main" id="{E299567E-F504-47BC-A6F5-1CA20110ED40}"/>
              </a:ext>
            </a:extLst>
          </p:cNvPr>
          <p:cNvSpPr>
            <a:spLocks noGrp="1"/>
          </p:cNvSpPr>
          <p:nvPr>
            <p:ph type="sldNum" sz="quarter" idx="12"/>
          </p:nvPr>
        </p:nvSpPr>
        <p:spPr/>
        <p:txBody>
          <a:bodyPr/>
          <a:lstStyle/>
          <a:p>
            <a:fld id="{6B7CECC9-8688-4C14-9F38-24140407CAFB}" type="slidenum">
              <a:rPr lang="en-CA" smtClean="0"/>
              <a:t>8</a:t>
            </a:fld>
            <a:endParaRPr lang="en-CA"/>
          </a:p>
        </p:txBody>
      </p:sp>
    </p:spTree>
    <p:extLst>
      <p:ext uri="{BB962C8B-B14F-4D97-AF65-F5344CB8AC3E}">
        <p14:creationId xmlns:p14="http://schemas.microsoft.com/office/powerpoint/2010/main" val="8639823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BFAD2-AE91-49BC-A58B-408BE40639D2}"/>
              </a:ext>
            </a:extLst>
          </p:cNvPr>
          <p:cNvSpPr>
            <a:spLocks noGrp="1"/>
          </p:cNvSpPr>
          <p:nvPr>
            <p:ph type="title"/>
          </p:nvPr>
        </p:nvSpPr>
        <p:spPr/>
        <p:txBody>
          <a:bodyPr/>
          <a:lstStyle/>
          <a:p>
            <a:r>
              <a:rPr lang="en-US" altLang="en-US" dirty="0"/>
              <a:t>The </a:t>
            </a:r>
            <a:r>
              <a:rPr lang="en-US" altLang="en-US" dirty="0">
                <a:latin typeface="Courier New" panose="02070309020205020404" pitchFamily="49" charset="0"/>
                <a:cs typeface="Courier New" panose="02070309020205020404" pitchFamily="49" charset="0"/>
              </a:rPr>
              <a:t>for…of </a:t>
            </a:r>
            <a:r>
              <a:rPr lang="en-US" altLang="en-US" dirty="0"/>
              <a:t>Statement – An Example</a:t>
            </a:r>
            <a:endParaRPr lang="en-CA" dirty="0"/>
          </a:p>
        </p:txBody>
      </p:sp>
      <p:sp>
        <p:nvSpPr>
          <p:cNvPr id="3" name="Content Placeholder 2">
            <a:extLst>
              <a:ext uri="{FF2B5EF4-FFF2-40B4-BE49-F238E27FC236}">
                <a16:creationId xmlns:a16="http://schemas.microsoft.com/office/drawing/2014/main" id="{138CA566-E7FC-474D-BA11-8FFD8AE87B66}"/>
              </a:ext>
            </a:extLst>
          </p:cNvPr>
          <p:cNvSpPr>
            <a:spLocks noGrp="1"/>
          </p:cNvSpPr>
          <p:nvPr>
            <p:ph idx="1"/>
          </p:nvPr>
        </p:nvSpPr>
        <p:spPr/>
        <p:txBody>
          <a:bodyPr/>
          <a:lstStyle/>
          <a:p>
            <a:endParaRPr lang="en-CA"/>
          </a:p>
        </p:txBody>
      </p:sp>
      <p:sp>
        <p:nvSpPr>
          <p:cNvPr id="4" name="Text Box 1033">
            <a:extLst>
              <a:ext uri="{FF2B5EF4-FFF2-40B4-BE49-F238E27FC236}">
                <a16:creationId xmlns:a16="http://schemas.microsoft.com/office/drawing/2014/main" id="{5BCEF8D3-9874-4DA1-BD0D-E24CC6D3A875}"/>
              </a:ext>
            </a:extLst>
          </p:cNvPr>
          <p:cNvSpPr txBox="1">
            <a:spLocks noChangeArrowheads="1"/>
          </p:cNvSpPr>
          <p:nvPr/>
        </p:nvSpPr>
        <p:spPr bwMode="auto">
          <a:xfrm>
            <a:off x="1699691" y="2891850"/>
            <a:ext cx="8559599" cy="1754326"/>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console.log('using the for…of loop')</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let languages = ['French', 'English', 'Spanish'];</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console.log(languages)</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for(let language of languages) {</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    console.log(`${language}`);</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a:t>
            </a:r>
          </a:p>
        </p:txBody>
      </p:sp>
      <p:sp>
        <p:nvSpPr>
          <p:cNvPr id="5" name="Slide Number Placeholder 4">
            <a:extLst>
              <a:ext uri="{FF2B5EF4-FFF2-40B4-BE49-F238E27FC236}">
                <a16:creationId xmlns:a16="http://schemas.microsoft.com/office/drawing/2014/main" id="{4CA1BA1A-BBCF-4E59-8DDF-6141A8DBE55E}"/>
              </a:ext>
            </a:extLst>
          </p:cNvPr>
          <p:cNvSpPr>
            <a:spLocks noGrp="1"/>
          </p:cNvSpPr>
          <p:nvPr>
            <p:ph type="sldNum" sz="quarter" idx="12"/>
          </p:nvPr>
        </p:nvSpPr>
        <p:spPr/>
        <p:txBody>
          <a:bodyPr/>
          <a:lstStyle/>
          <a:p>
            <a:fld id="{6B7CECC9-8688-4C14-9F38-24140407CAFB}" type="slidenum">
              <a:rPr lang="en-CA" smtClean="0"/>
              <a:t>9</a:t>
            </a:fld>
            <a:endParaRPr lang="en-CA"/>
          </a:p>
        </p:txBody>
      </p:sp>
    </p:spTree>
    <p:extLst>
      <p:ext uri="{BB962C8B-B14F-4D97-AF65-F5344CB8AC3E}">
        <p14:creationId xmlns:p14="http://schemas.microsoft.com/office/powerpoint/2010/main" val="19652202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744D7-33D9-47D6-926B-05B65C76E5F8}"/>
              </a:ext>
            </a:extLst>
          </p:cNvPr>
          <p:cNvSpPr>
            <a:spLocks noGrp="1"/>
          </p:cNvSpPr>
          <p:nvPr>
            <p:ph type="ctrTitle"/>
          </p:nvPr>
        </p:nvSpPr>
        <p:spPr/>
        <p:txBody>
          <a:bodyPr/>
          <a:lstStyle/>
          <a:p>
            <a:r>
              <a:rPr lang="en-CA" dirty="0"/>
              <a:t>06_arrays</a:t>
            </a:r>
          </a:p>
        </p:txBody>
      </p:sp>
      <p:sp>
        <p:nvSpPr>
          <p:cNvPr id="3" name="Subtitle 2">
            <a:extLst>
              <a:ext uri="{FF2B5EF4-FFF2-40B4-BE49-F238E27FC236}">
                <a16:creationId xmlns:a16="http://schemas.microsoft.com/office/drawing/2014/main" id="{C0C0F5C5-2C9A-4E6F-B208-F76EA88E5036}"/>
              </a:ext>
            </a:extLst>
          </p:cNvPr>
          <p:cNvSpPr>
            <a:spLocks noGrp="1"/>
          </p:cNvSpPr>
          <p:nvPr>
            <p:ph type="subTitle" idx="1"/>
          </p:nvPr>
        </p:nvSpPr>
        <p:spPr/>
        <p:txBody>
          <a:bodyPr/>
          <a:lstStyle/>
          <a:p>
            <a:endParaRPr lang="en-CA"/>
          </a:p>
        </p:txBody>
      </p:sp>
      <p:sp>
        <p:nvSpPr>
          <p:cNvPr id="4" name="Slide Number Placeholder 3">
            <a:extLst>
              <a:ext uri="{FF2B5EF4-FFF2-40B4-BE49-F238E27FC236}">
                <a16:creationId xmlns:a16="http://schemas.microsoft.com/office/drawing/2014/main" id="{D62BF661-21AC-45A1-A3E8-EC3229821BA0}"/>
              </a:ext>
            </a:extLst>
          </p:cNvPr>
          <p:cNvSpPr>
            <a:spLocks noGrp="1"/>
          </p:cNvSpPr>
          <p:nvPr>
            <p:ph type="sldNum" sz="quarter" idx="12"/>
          </p:nvPr>
        </p:nvSpPr>
        <p:spPr/>
        <p:txBody>
          <a:bodyPr/>
          <a:lstStyle/>
          <a:p>
            <a:fld id="{6B7CECC9-8688-4C14-9F38-24140407CAFB}" type="slidenum">
              <a:rPr lang="en-CA" smtClean="0"/>
              <a:t>10</a:t>
            </a:fld>
            <a:endParaRPr lang="en-CA"/>
          </a:p>
        </p:txBody>
      </p:sp>
    </p:spTree>
    <p:extLst>
      <p:ext uri="{BB962C8B-B14F-4D97-AF65-F5344CB8AC3E}">
        <p14:creationId xmlns:p14="http://schemas.microsoft.com/office/powerpoint/2010/main" val="39177398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9F6F9-0EAE-41BE-ADC6-0A58457DFEEF}"/>
              </a:ext>
            </a:extLst>
          </p:cNvPr>
          <p:cNvSpPr>
            <a:spLocks noGrp="1"/>
          </p:cNvSpPr>
          <p:nvPr>
            <p:ph type="title"/>
          </p:nvPr>
        </p:nvSpPr>
        <p:spPr/>
        <p:txBody>
          <a:bodyPr/>
          <a:lstStyle/>
          <a:p>
            <a:r>
              <a:rPr lang="en-CA"/>
              <a:t>Array Basics</a:t>
            </a:r>
          </a:p>
        </p:txBody>
      </p:sp>
      <p:sp>
        <p:nvSpPr>
          <p:cNvPr id="3" name="Content Placeholder 2">
            <a:extLst>
              <a:ext uri="{FF2B5EF4-FFF2-40B4-BE49-F238E27FC236}">
                <a16:creationId xmlns:a16="http://schemas.microsoft.com/office/drawing/2014/main" id="{AD740D3F-2CBB-4FA8-B4AB-1BB5BFD43B39}"/>
              </a:ext>
            </a:extLst>
          </p:cNvPr>
          <p:cNvSpPr>
            <a:spLocks noGrp="1"/>
          </p:cNvSpPr>
          <p:nvPr>
            <p:ph idx="1"/>
          </p:nvPr>
        </p:nvSpPr>
        <p:spPr/>
        <p:txBody>
          <a:bodyPr/>
          <a:lstStyle/>
          <a:p>
            <a:r>
              <a:rPr lang="en-CA"/>
              <a:t>Special type of variable that stores a list of values</a:t>
            </a:r>
          </a:p>
          <a:p>
            <a:pPr lvl="1"/>
            <a:r>
              <a:rPr lang="en-CA"/>
              <a:t>Declare an array</a:t>
            </a:r>
          </a:p>
          <a:p>
            <a:endParaRPr lang="en-CA"/>
          </a:p>
          <a:p>
            <a:pPr lvl="1"/>
            <a:r>
              <a:rPr lang="en-CA"/>
              <a:t>To create an empty array</a:t>
            </a:r>
          </a:p>
          <a:p>
            <a:pPr lvl="1"/>
            <a:endParaRPr lang="en-CA"/>
          </a:p>
          <a:p>
            <a:pPr lvl="1"/>
            <a:endParaRPr lang="en-CA"/>
          </a:p>
          <a:p>
            <a:pPr lvl="1"/>
            <a:r>
              <a:rPr lang="en-CA"/>
              <a:t>To initialize an array</a:t>
            </a:r>
          </a:p>
        </p:txBody>
      </p:sp>
      <p:sp>
        <p:nvSpPr>
          <p:cNvPr id="4" name="Text Box 1033">
            <a:extLst>
              <a:ext uri="{FF2B5EF4-FFF2-40B4-BE49-F238E27FC236}">
                <a16:creationId xmlns:a16="http://schemas.microsoft.com/office/drawing/2014/main" id="{2542F924-A6A8-4D6B-AF6F-02C70A5CFD8B}"/>
              </a:ext>
            </a:extLst>
          </p:cNvPr>
          <p:cNvSpPr txBox="1">
            <a:spLocks noChangeArrowheads="1"/>
          </p:cNvSpPr>
          <p:nvPr/>
        </p:nvSpPr>
        <p:spPr bwMode="auto">
          <a:xfrm>
            <a:off x="2796460" y="2716823"/>
            <a:ext cx="4332129" cy="369332"/>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1" lang="en-US" altLang="en-US" sz="1800" b="1" kern="0">
                <a:solidFill>
                  <a:srgbClr val="000000"/>
                </a:solidFill>
                <a:latin typeface="Courier New" panose="02070309020205020404" pitchFamily="49" charset="0"/>
              </a:rPr>
              <a:t>let </a:t>
            </a:r>
            <a:r>
              <a:rPr kumimoji="1" lang="en-US" altLang="en-US" sz="1800" b="1" kern="0" err="1">
                <a:solidFill>
                  <a:srgbClr val="000000"/>
                </a:solidFill>
                <a:latin typeface="Courier New" panose="02070309020205020404" pitchFamily="49" charset="0"/>
              </a:rPr>
              <a:t>arrayName</a:t>
            </a:r>
            <a:r>
              <a:rPr kumimoji="1" lang="en-US" altLang="en-US" sz="1800" b="1" kern="0">
                <a:solidFill>
                  <a:srgbClr val="000000"/>
                </a:solidFill>
                <a:latin typeface="Courier New" panose="02070309020205020404" pitchFamily="49" charset="0"/>
              </a:rPr>
              <a:t>;</a:t>
            </a:r>
          </a:p>
        </p:txBody>
      </p:sp>
      <p:sp>
        <p:nvSpPr>
          <p:cNvPr id="6" name="Text Box 1033">
            <a:extLst>
              <a:ext uri="{FF2B5EF4-FFF2-40B4-BE49-F238E27FC236}">
                <a16:creationId xmlns:a16="http://schemas.microsoft.com/office/drawing/2014/main" id="{84421EEA-0A6B-4EEB-9ACB-1B254BA423B2}"/>
              </a:ext>
            </a:extLst>
          </p:cNvPr>
          <p:cNvSpPr txBox="1">
            <a:spLocks noChangeArrowheads="1"/>
          </p:cNvSpPr>
          <p:nvPr/>
        </p:nvSpPr>
        <p:spPr bwMode="auto">
          <a:xfrm>
            <a:off x="2796460" y="4074831"/>
            <a:ext cx="4332129" cy="369332"/>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1" lang="en-US" altLang="en-US" sz="1800" b="1" kern="0">
                <a:solidFill>
                  <a:srgbClr val="000000"/>
                </a:solidFill>
                <a:latin typeface="Courier New" panose="02070309020205020404" pitchFamily="49" charset="0"/>
              </a:rPr>
              <a:t>let </a:t>
            </a:r>
            <a:r>
              <a:rPr kumimoji="1" lang="en-US" altLang="en-US" sz="1800" b="1" kern="0" err="1">
                <a:solidFill>
                  <a:srgbClr val="000000"/>
                </a:solidFill>
                <a:latin typeface="Courier New" panose="02070309020205020404" pitchFamily="49" charset="0"/>
              </a:rPr>
              <a:t>arrayName</a:t>
            </a:r>
            <a:r>
              <a:rPr kumimoji="1" lang="en-US" altLang="en-US" sz="1800" b="1" kern="0">
                <a:solidFill>
                  <a:srgbClr val="000000"/>
                </a:solidFill>
                <a:latin typeface="Courier New" panose="02070309020205020404" pitchFamily="49" charset="0"/>
              </a:rPr>
              <a:t> = new Array();</a:t>
            </a:r>
            <a:endParaRPr kumimoji="1" lang="en-US" altLang="en-US" sz="1800" b="1" i="0" u="none" strike="noStrike" kern="0" cap="none" spc="0" normalizeH="0" baseline="0" noProof="0">
              <a:ln>
                <a:noFill/>
              </a:ln>
              <a:solidFill>
                <a:srgbClr val="000000"/>
              </a:solidFill>
              <a:effectLst/>
              <a:uLnTx/>
              <a:uFillTx/>
              <a:latin typeface="Courier New" panose="02070309020205020404" pitchFamily="49" charset="0"/>
            </a:endParaRPr>
          </a:p>
        </p:txBody>
      </p:sp>
      <p:sp>
        <p:nvSpPr>
          <p:cNvPr id="8" name="Text Box 1033">
            <a:extLst>
              <a:ext uri="{FF2B5EF4-FFF2-40B4-BE49-F238E27FC236}">
                <a16:creationId xmlns:a16="http://schemas.microsoft.com/office/drawing/2014/main" id="{17A166B1-495B-4BB2-B933-2555DFC61AA2}"/>
              </a:ext>
            </a:extLst>
          </p:cNvPr>
          <p:cNvSpPr txBox="1">
            <a:spLocks noChangeArrowheads="1"/>
          </p:cNvSpPr>
          <p:nvPr/>
        </p:nvSpPr>
        <p:spPr bwMode="auto">
          <a:xfrm>
            <a:off x="2796460" y="3608117"/>
            <a:ext cx="4332129" cy="369332"/>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1" lang="en-US" altLang="en-US" sz="1800" b="1" kern="0">
                <a:solidFill>
                  <a:srgbClr val="000000"/>
                </a:solidFill>
                <a:latin typeface="Courier New" panose="02070309020205020404" pitchFamily="49" charset="0"/>
              </a:rPr>
              <a:t>let </a:t>
            </a:r>
            <a:r>
              <a:rPr kumimoji="1" lang="en-US" altLang="en-US" sz="1800" b="1" kern="0" err="1">
                <a:solidFill>
                  <a:srgbClr val="000000"/>
                </a:solidFill>
                <a:latin typeface="Courier New" panose="02070309020205020404" pitchFamily="49" charset="0"/>
              </a:rPr>
              <a:t>arrayName</a:t>
            </a:r>
            <a:r>
              <a:rPr kumimoji="1" lang="en-US" altLang="en-US" sz="1800" b="1" kern="0">
                <a:solidFill>
                  <a:srgbClr val="000000"/>
                </a:solidFill>
                <a:latin typeface="Courier New" panose="02070309020205020404" pitchFamily="49" charset="0"/>
              </a:rPr>
              <a:t> = [];</a:t>
            </a:r>
            <a:endParaRPr kumimoji="1" lang="en-US" altLang="en-US" sz="1800" b="1" i="0" u="none" strike="noStrike" kern="0" cap="none" spc="0" normalizeH="0" baseline="0" noProof="0">
              <a:ln>
                <a:noFill/>
              </a:ln>
              <a:solidFill>
                <a:srgbClr val="000000"/>
              </a:solidFill>
              <a:effectLst/>
              <a:uLnTx/>
              <a:uFillTx/>
              <a:latin typeface="Courier New" panose="02070309020205020404" pitchFamily="49" charset="0"/>
            </a:endParaRPr>
          </a:p>
        </p:txBody>
      </p:sp>
      <p:sp>
        <p:nvSpPr>
          <p:cNvPr id="9" name="TextBox 8">
            <a:extLst>
              <a:ext uri="{FF2B5EF4-FFF2-40B4-BE49-F238E27FC236}">
                <a16:creationId xmlns:a16="http://schemas.microsoft.com/office/drawing/2014/main" id="{9777381C-33DA-4385-B009-56FF3F0A7505}"/>
              </a:ext>
            </a:extLst>
          </p:cNvPr>
          <p:cNvSpPr txBox="1"/>
          <p:nvPr/>
        </p:nvSpPr>
        <p:spPr>
          <a:xfrm>
            <a:off x="7128589" y="3532274"/>
            <a:ext cx="3415751" cy="461665"/>
          </a:xfrm>
          <a:prstGeom prst="rect">
            <a:avLst/>
          </a:prstGeom>
          <a:noFill/>
        </p:spPr>
        <p:txBody>
          <a:bodyPr wrap="square" rtlCol="0">
            <a:spAutoFit/>
          </a:bodyPr>
          <a:lstStyle/>
          <a:p>
            <a:r>
              <a:rPr lang="en-CA" sz="2400" b="1">
                <a:solidFill>
                  <a:srgbClr val="FF0000"/>
                </a:solidFill>
              </a:rPr>
              <a:t>array literal</a:t>
            </a:r>
          </a:p>
        </p:txBody>
      </p:sp>
      <p:sp>
        <p:nvSpPr>
          <p:cNvPr id="10" name="TextBox 9">
            <a:extLst>
              <a:ext uri="{FF2B5EF4-FFF2-40B4-BE49-F238E27FC236}">
                <a16:creationId xmlns:a16="http://schemas.microsoft.com/office/drawing/2014/main" id="{2DA76787-E06D-4250-885E-54943677D860}"/>
              </a:ext>
            </a:extLst>
          </p:cNvPr>
          <p:cNvSpPr txBox="1"/>
          <p:nvPr/>
        </p:nvSpPr>
        <p:spPr>
          <a:xfrm>
            <a:off x="7128589" y="3977449"/>
            <a:ext cx="3415751" cy="461665"/>
          </a:xfrm>
          <a:prstGeom prst="rect">
            <a:avLst/>
          </a:prstGeom>
          <a:noFill/>
        </p:spPr>
        <p:txBody>
          <a:bodyPr wrap="square" rtlCol="0">
            <a:spAutoFit/>
          </a:bodyPr>
          <a:lstStyle/>
          <a:p>
            <a:r>
              <a:rPr lang="en-CA" sz="2400" b="1">
                <a:solidFill>
                  <a:srgbClr val="FF0000"/>
                </a:solidFill>
              </a:rPr>
              <a:t>array constructor</a:t>
            </a:r>
          </a:p>
        </p:txBody>
      </p:sp>
      <p:sp>
        <p:nvSpPr>
          <p:cNvPr id="11" name="Text Box 1033">
            <a:extLst>
              <a:ext uri="{FF2B5EF4-FFF2-40B4-BE49-F238E27FC236}">
                <a16:creationId xmlns:a16="http://schemas.microsoft.com/office/drawing/2014/main" id="{59F4A152-9988-40BF-8953-7F4CC0328A22}"/>
              </a:ext>
            </a:extLst>
          </p:cNvPr>
          <p:cNvSpPr txBox="1">
            <a:spLocks noChangeArrowheads="1"/>
          </p:cNvSpPr>
          <p:nvPr/>
        </p:nvSpPr>
        <p:spPr bwMode="auto">
          <a:xfrm>
            <a:off x="2097987" y="5285669"/>
            <a:ext cx="7485818" cy="369332"/>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1" lang="en-US" altLang="en-US" sz="1800" b="1" kern="0">
                <a:solidFill>
                  <a:srgbClr val="000000"/>
                </a:solidFill>
                <a:latin typeface="Courier New" panose="02070309020205020404" pitchFamily="49" charset="0"/>
              </a:rPr>
              <a:t>let </a:t>
            </a:r>
            <a:r>
              <a:rPr kumimoji="1" lang="en-US" altLang="en-US" sz="1800" b="1" kern="0" err="1">
                <a:solidFill>
                  <a:srgbClr val="000000"/>
                </a:solidFill>
                <a:latin typeface="Courier New" panose="02070309020205020404" pitchFamily="49" charset="0"/>
              </a:rPr>
              <a:t>arrayName</a:t>
            </a:r>
            <a:r>
              <a:rPr kumimoji="1" lang="en-US" altLang="en-US" sz="1800" b="1" kern="0">
                <a:solidFill>
                  <a:srgbClr val="000000"/>
                </a:solidFill>
                <a:latin typeface="Courier New" panose="02070309020205020404" pitchFamily="49" charset="0"/>
              </a:rPr>
              <a:t> = new Array(value1, value2, value3 …);</a:t>
            </a:r>
            <a:endParaRPr kumimoji="1" lang="en-US" altLang="en-US" sz="1800" b="1" i="0" u="none" strike="noStrike" kern="0" cap="none" spc="0" normalizeH="0" baseline="0" noProof="0">
              <a:ln>
                <a:noFill/>
              </a:ln>
              <a:solidFill>
                <a:srgbClr val="000000"/>
              </a:solidFill>
              <a:effectLst/>
              <a:uLnTx/>
              <a:uFillTx/>
              <a:latin typeface="Courier New" panose="02070309020205020404" pitchFamily="49" charset="0"/>
            </a:endParaRPr>
          </a:p>
        </p:txBody>
      </p:sp>
      <p:sp>
        <p:nvSpPr>
          <p:cNvPr id="12" name="Text Box 1033">
            <a:extLst>
              <a:ext uri="{FF2B5EF4-FFF2-40B4-BE49-F238E27FC236}">
                <a16:creationId xmlns:a16="http://schemas.microsoft.com/office/drawing/2014/main" id="{39AE0093-3807-4E46-9F39-6414EEBEF128}"/>
              </a:ext>
            </a:extLst>
          </p:cNvPr>
          <p:cNvSpPr txBox="1">
            <a:spLocks noChangeArrowheads="1"/>
          </p:cNvSpPr>
          <p:nvPr/>
        </p:nvSpPr>
        <p:spPr bwMode="auto">
          <a:xfrm>
            <a:off x="2097987" y="4772902"/>
            <a:ext cx="6738477" cy="369332"/>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1" lang="en-US" altLang="en-US" sz="1800" b="1" kern="0">
                <a:solidFill>
                  <a:srgbClr val="000000"/>
                </a:solidFill>
                <a:latin typeface="Courier New" panose="02070309020205020404" pitchFamily="49" charset="0"/>
              </a:rPr>
              <a:t>let </a:t>
            </a:r>
            <a:r>
              <a:rPr kumimoji="1" lang="en-US" altLang="en-US" sz="1800" b="1" kern="0" err="1">
                <a:solidFill>
                  <a:srgbClr val="000000"/>
                </a:solidFill>
                <a:latin typeface="Courier New" panose="02070309020205020404" pitchFamily="49" charset="0"/>
              </a:rPr>
              <a:t>arrayName</a:t>
            </a:r>
            <a:r>
              <a:rPr kumimoji="1" lang="en-US" altLang="en-US" sz="1800" b="1" kern="0">
                <a:solidFill>
                  <a:srgbClr val="000000"/>
                </a:solidFill>
                <a:latin typeface="Courier New" panose="02070309020205020404" pitchFamily="49" charset="0"/>
              </a:rPr>
              <a:t> = [value1, value2, value3 …];</a:t>
            </a:r>
            <a:endParaRPr kumimoji="1" lang="en-US" altLang="en-US" sz="1800" b="1" i="0" u="none" strike="noStrike" kern="0" cap="none" spc="0" normalizeH="0" baseline="0" noProof="0">
              <a:ln>
                <a:noFill/>
              </a:ln>
              <a:solidFill>
                <a:srgbClr val="000000"/>
              </a:solidFill>
              <a:effectLst/>
              <a:uLnTx/>
              <a:uFillTx/>
              <a:latin typeface="Courier New" panose="02070309020205020404" pitchFamily="49" charset="0"/>
            </a:endParaRPr>
          </a:p>
        </p:txBody>
      </p:sp>
      <p:sp>
        <p:nvSpPr>
          <p:cNvPr id="5" name="Slide Number Placeholder 4">
            <a:extLst>
              <a:ext uri="{FF2B5EF4-FFF2-40B4-BE49-F238E27FC236}">
                <a16:creationId xmlns:a16="http://schemas.microsoft.com/office/drawing/2014/main" id="{E0C9ACA7-4A53-452B-B647-1F4FB4267974}"/>
              </a:ext>
            </a:extLst>
          </p:cNvPr>
          <p:cNvSpPr>
            <a:spLocks noGrp="1"/>
          </p:cNvSpPr>
          <p:nvPr>
            <p:ph type="sldNum" sz="quarter" idx="12"/>
          </p:nvPr>
        </p:nvSpPr>
        <p:spPr/>
        <p:txBody>
          <a:bodyPr/>
          <a:lstStyle/>
          <a:p>
            <a:fld id="{6B7CECC9-8688-4C14-9F38-24140407CAFB}" type="slidenum">
              <a:rPr lang="en-CA" smtClean="0"/>
              <a:t>11</a:t>
            </a:fld>
            <a:endParaRPr lang="en-CA"/>
          </a:p>
        </p:txBody>
      </p:sp>
    </p:spTree>
    <p:extLst>
      <p:ext uri="{BB962C8B-B14F-4D97-AF65-F5344CB8AC3E}">
        <p14:creationId xmlns:p14="http://schemas.microsoft.com/office/powerpoint/2010/main" val="21829592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A5F06-C3A0-443D-B38D-00B025FD1B32}"/>
              </a:ext>
            </a:extLst>
          </p:cNvPr>
          <p:cNvSpPr>
            <a:spLocks noGrp="1"/>
          </p:cNvSpPr>
          <p:nvPr>
            <p:ph type="title"/>
          </p:nvPr>
        </p:nvSpPr>
        <p:spPr/>
        <p:txBody>
          <a:bodyPr/>
          <a:lstStyle/>
          <a:p>
            <a:r>
              <a:rPr lang="en-CA"/>
              <a:t>Accessing Elements of an Array</a:t>
            </a:r>
          </a:p>
        </p:txBody>
      </p:sp>
      <p:sp>
        <p:nvSpPr>
          <p:cNvPr id="3" name="Content Placeholder 2">
            <a:extLst>
              <a:ext uri="{FF2B5EF4-FFF2-40B4-BE49-F238E27FC236}">
                <a16:creationId xmlns:a16="http://schemas.microsoft.com/office/drawing/2014/main" id="{99B933E2-E54F-44EB-917F-6C58E97E87C2}"/>
              </a:ext>
            </a:extLst>
          </p:cNvPr>
          <p:cNvSpPr>
            <a:spLocks noGrp="1"/>
          </p:cNvSpPr>
          <p:nvPr>
            <p:ph idx="1"/>
          </p:nvPr>
        </p:nvSpPr>
        <p:spPr/>
        <p:txBody>
          <a:bodyPr>
            <a:normAutofit lnSpcReduction="10000"/>
          </a:bodyPr>
          <a:lstStyle/>
          <a:p>
            <a:r>
              <a:rPr lang="en-US" altLang="en-US"/>
              <a:t>Elements of the array can be accessed using the index number</a:t>
            </a:r>
          </a:p>
          <a:p>
            <a:pPr lvl="1"/>
            <a:r>
              <a:rPr lang="en-US" altLang="en-US"/>
              <a:t>The indexing always starts at zero</a:t>
            </a:r>
          </a:p>
          <a:p>
            <a:pPr lvl="1"/>
            <a:endParaRPr lang="en-US" altLang="en-US"/>
          </a:p>
          <a:p>
            <a:pPr lvl="1"/>
            <a:endParaRPr lang="en-US" altLang="en-US"/>
          </a:p>
          <a:p>
            <a:pPr lvl="1"/>
            <a:endParaRPr lang="en-US" altLang="en-US"/>
          </a:p>
          <a:p>
            <a:pPr lvl="1"/>
            <a:endParaRPr lang="en-US" altLang="en-US"/>
          </a:p>
          <a:p>
            <a:pPr lvl="1"/>
            <a:endParaRPr lang="en-US" altLang="en-US"/>
          </a:p>
          <a:p>
            <a:pPr lvl="1"/>
            <a:endParaRPr lang="en-US" altLang="en-US"/>
          </a:p>
          <a:p>
            <a:pPr lvl="1"/>
            <a:endParaRPr lang="en-US" altLang="en-US"/>
          </a:p>
          <a:p>
            <a:pPr lvl="1"/>
            <a:endParaRPr lang="en-US" altLang="en-US"/>
          </a:p>
          <a:p>
            <a:pPr lvl="1"/>
            <a:endParaRPr lang="en-US" altLang="en-US"/>
          </a:p>
          <a:p>
            <a:pPr lvl="1"/>
            <a:r>
              <a:rPr lang="en-US" altLang="en-US"/>
              <a:t>Determine the size of an array, use </a:t>
            </a:r>
            <a:r>
              <a:rPr lang="en-US" altLang="en-US" err="1"/>
              <a:t>arrayName.length</a:t>
            </a:r>
            <a:endParaRPr lang="en-US" altLang="en-US"/>
          </a:p>
          <a:p>
            <a:pPr lvl="1"/>
            <a:endParaRPr lang="en-US" altLang="en-US"/>
          </a:p>
          <a:p>
            <a:pPr lvl="1"/>
            <a:endParaRPr lang="en-US" altLang="en-US"/>
          </a:p>
          <a:p>
            <a:pPr lvl="1"/>
            <a:endParaRPr lang="en-US" altLang="en-US"/>
          </a:p>
          <a:p>
            <a:endParaRPr lang="en-CA"/>
          </a:p>
        </p:txBody>
      </p:sp>
      <p:sp>
        <p:nvSpPr>
          <p:cNvPr id="4" name="Rectangle 10">
            <a:extLst>
              <a:ext uri="{FF2B5EF4-FFF2-40B4-BE49-F238E27FC236}">
                <a16:creationId xmlns:a16="http://schemas.microsoft.com/office/drawing/2014/main" id="{3FA55C52-9292-4A93-BC4B-291450B78FA7}"/>
              </a:ext>
            </a:extLst>
          </p:cNvPr>
          <p:cNvSpPr>
            <a:spLocks noChangeArrowheads="1"/>
          </p:cNvSpPr>
          <p:nvPr/>
        </p:nvSpPr>
        <p:spPr bwMode="auto">
          <a:xfrm>
            <a:off x="4813300" y="2714173"/>
            <a:ext cx="1676400" cy="457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90000" tIns="46800" rIns="90000" bIns="46800" anchor="ctr">
            <a:spAutoFit/>
          </a:bodyPr>
          <a:lstStyle/>
          <a:p>
            <a:endParaRPr lang="en-CA"/>
          </a:p>
        </p:txBody>
      </p:sp>
      <p:sp>
        <p:nvSpPr>
          <p:cNvPr id="5" name="Text Box 11">
            <a:extLst>
              <a:ext uri="{FF2B5EF4-FFF2-40B4-BE49-F238E27FC236}">
                <a16:creationId xmlns:a16="http://schemas.microsoft.com/office/drawing/2014/main" id="{AD5068E4-CBA1-42F6-9FDD-758C07A1CCFB}"/>
              </a:ext>
            </a:extLst>
          </p:cNvPr>
          <p:cNvSpPr txBox="1">
            <a:spLocks noChangeArrowheads="1"/>
          </p:cNvSpPr>
          <p:nvPr/>
        </p:nvSpPr>
        <p:spPr bwMode="auto">
          <a:xfrm>
            <a:off x="4813300" y="2790373"/>
            <a:ext cx="319616" cy="37151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1</a:t>
            </a:r>
          </a:p>
        </p:txBody>
      </p:sp>
      <p:sp>
        <p:nvSpPr>
          <p:cNvPr id="6" name="Text Box 12">
            <a:extLst>
              <a:ext uri="{FF2B5EF4-FFF2-40B4-BE49-F238E27FC236}">
                <a16:creationId xmlns:a16="http://schemas.microsoft.com/office/drawing/2014/main" id="{2A1DBAD3-3A33-44F7-961C-C2099EF26F3C}"/>
              </a:ext>
            </a:extLst>
          </p:cNvPr>
          <p:cNvSpPr txBox="1">
            <a:spLocks noChangeArrowheads="1"/>
          </p:cNvSpPr>
          <p:nvPr/>
        </p:nvSpPr>
        <p:spPr bwMode="auto">
          <a:xfrm>
            <a:off x="5156200" y="2790373"/>
            <a:ext cx="319616" cy="37151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2</a:t>
            </a:r>
          </a:p>
        </p:txBody>
      </p:sp>
      <p:sp>
        <p:nvSpPr>
          <p:cNvPr id="7" name="Text Box 13">
            <a:extLst>
              <a:ext uri="{FF2B5EF4-FFF2-40B4-BE49-F238E27FC236}">
                <a16:creationId xmlns:a16="http://schemas.microsoft.com/office/drawing/2014/main" id="{17A5833C-225F-41EE-A789-3D0EF0C7A294}"/>
              </a:ext>
            </a:extLst>
          </p:cNvPr>
          <p:cNvSpPr txBox="1">
            <a:spLocks noChangeArrowheads="1"/>
          </p:cNvSpPr>
          <p:nvPr/>
        </p:nvSpPr>
        <p:spPr bwMode="auto">
          <a:xfrm>
            <a:off x="5499100" y="2790373"/>
            <a:ext cx="319616" cy="37151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3</a:t>
            </a:r>
          </a:p>
        </p:txBody>
      </p:sp>
      <p:sp>
        <p:nvSpPr>
          <p:cNvPr id="8" name="Text Box 14">
            <a:extLst>
              <a:ext uri="{FF2B5EF4-FFF2-40B4-BE49-F238E27FC236}">
                <a16:creationId xmlns:a16="http://schemas.microsoft.com/office/drawing/2014/main" id="{B14F2774-BD78-4D39-9DEC-6A440957BFCB}"/>
              </a:ext>
            </a:extLst>
          </p:cNvPr>
          <p:cNvSpPr txBox="1">
            <a:spLocks noChangeArrowheads="1"/>
          </p:cNvSpPr>
          <p:nvPr/>
        </p:nvSpPr>
        <p:spPr bwMode="auto">
          <a:xfrm>
            <a:off x="5842000" y="2790373"/>
            <a:ext cx="319616" cy="37151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4</a:t>
            </a:r>
          </a:p>
        </p:txBody>
      </p:sp>
      <p:sp>
        <p:nvSpPr>
          <p:cNvPr id="9" name="Text Box 15">
            <a:extLst>
              <a:ext uri="{FF2B5EF4-FFF2-40B4-BE49-F238E27FC236}">
                <a16:creationId xmlns:a16="http://schemas.microsoft.com/office/drawing/2014/main" id="{128F5C4E-F038-45A4-873D-08A344783CA9}"/>
              </a:ext>
            </a:extLst>
          </p:cNvPr>
          <p:cNvSpPr txBox="1">
            <a:spLocks noChangeArrowheads="1"/>
          </p:cNvSpPr>
          <p:nvPr/>
        </p:nvSpPr>
        <p:spPr bwMode="auto">
          <a:xfrm>
            <a:off x="6184900" y="2790373"/>
            <a:ext cx="319616" cy="37151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5</a:t>
            </a:r>
          </a:p>
        </p:txBody>
      </p:sp>
      <p:sp>
        <p:nvSpPr>
          <p:cNvPr id="10" name="Text Box 16">
            <a:extLst>
              <a:ext uri="{FF2B5EF4-FFF2-40B4-BE49-F238E27FC236}">
                <a16:creationId xmlns:a16="http://schemas.microsoft.com/office/drawing/2014/main" id="{A3C606DC-E620-4362-8139-6970AABAAE49}"/>
              </a:ext>
            </a:extLst>
          </p:cNvPr>
          <p:cNvSpPr txBox="1">
            <a:spLocks noChangeArrowheads="1"/>
          </p:cNvSpPr>
          <p:nvPr/>
        </p:nvSpPr>
        <p:spPr bwMode="auto">
          <a:xfrm>
            <a:off x="3800901" y="3441248"/>
            <a:ext cx="1560340" cy="37151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numbers[0]</a:t>
            </a:r>
          </a:p>
        </p:txBody>
      </p:sp>
      <p:sp>
        <p:nvSpPr>
          <p:cNvPr id="11" name="Text Box 17">
            <a:extLst>
              <a:ext uri="{FF2B5EF4-FFF2-40B4-BE49-F238E27FC236}">
                <a16:creationId xmlns:a16="http://schemas.microsoft.com/office/drawing/2014/main" id="{AB191410-98FA-4B55-83EA-235F11435791}"/>
              </a:ext>
            </a:extLst>
          </p:cNvPr>
          <p:cNvSpPr txBox="1">
            <a:spLocks noChangeArrowheads="1"/>
          </p:cNvSpPr>
          <p:nvPr/>
        </p:nvSpPr>
        <p:spPr bwMode="auto">
          <a:xfrm>
            <a:off x="5915025" y="3399973"/>
            <a:ext cx="1560340" cy="37151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numbers[4]</a:t>
            </a:r>
          </a:p>
        </p:txBody>
      </p:sp>
      <p:sp>
        <p:nvSpPr>
          <p:cNvPr id="12" name="Line 19">
            <a:extLst>
              <a:ext uri="{FF2B5EF4-FFF2-40B4-BE49-F238E27FC236}">
                <a16:creationId xmlns:a16="http://schemas.microsoft.com/office/drawing/2014/main" id="{8F1922D8-EBE0-4F86-8C54-4D4102223A67}"/>
              </a:ext>
            </a:extLst>
          </p:cNvPr>
          <p:cNvSpPr>
            <a:spLocks noChangeShapeType="1"/>
          </p:cNvSpPr>
          <p:nvPr/>
        </p:nvSpPr>
        <p:spPr bwMode="auto">
          <a:xfrm>
            <a:off x="5118100" y="2714173"/>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endParaRPr lang="en-CA"/>
          </a:p>
        </p:txBody>
      </p:sp>
      <p:sp>
        <p:nvSpPr>
          <p:cNvPr id="13" name="Line 20">
            <a:extLst>
              <a:ext uri="{FF2B5EF4-FFF2-40B4-BE49-F238E27FC236}">
                <a16:creationId xmlns:a16="http://schemas.microsoft.com/office/drawing/2014/main" id="{238D48EC-68BC-43A3-807D-1C3410E941F7}"/>
              </a:ext>
            </a:extLst>
          </p:cNvPr>
          <p:cNvSpPr>
            <a:spLocks noChangeShapeType="1"/>
          </p:cNvSpPr>
          <p:nvPr/>
        </p:nvSpPr>
        <p:spPr bwMode="auto">
          <a:xfrm>
            <a:off x="5473700" y="2714173"/>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endParaRPr lang="en-CA"/>
          </a:p>
        </p:txBody>
      </p:sp>
      <p:sp>
        <p:nvSpPr>
          <p:cNvPr id="14" name="Line 21">
            <a:extLst>
              <a:ext uri="{FF2B5EF4-FFF2-40B4-BE49-F238E27FC236}">
                <a16:creationId xmlns:a16="http://schemas.microsoft.com/office/drawing/2014/main" id="{BB96B1D3-5146-468A-A1D9-864BE2549C8F}"/>
              </a:ext>
            </a:extLst>
          </p:cNvPr>
          <p:cNvSpPr>
            <a:spLocks noChangeShapeType="1"/>
          </p:cNvSpPr>
          <p:nvPr/>
        </p:nvSpPr>
        <p:spPr bwMode="auto">
          <a:xfrm>
            <a:off x="5829300" y="2714173"/>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endParaRPr lang="en-CA"/>
          </a:p>
        </p:txBody>
      </p:sp>
      <p:sp>
        <p:nvSpPr>
          <p:cNvPr id="15" name="Line 22">
            <a:extLst>
              <a:ext uri="{FF2B5EF4-FFF2-40B4-BE49-F238E27FC236}">
                <a16:creationId xmlns:a16="http://schemas.microsoft.com/office/drawing/2014/main" id="{F19B2AB5-C198-4B0E-BD37-8E421B430379}"/>
              </a:ext>
            </a:extLst>
          </p:cNvPr>
          <p:cNvSpPr>
            <a:spLocks noChangeShapeType="1"/>
          </p:cNvSpPr>
          <p:nvPr/>
        </p:nvSpPr>
        <p:spPr bwMode="auto">
          <a:xfrm>
            <a:off x="6184900" y="2714173"/>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endParaRPr lang="en-CA"/>
          </a:p>
        </p:txBody>
      </p:sp>
      <p:sp>
        <p:nvSpPr>
          <p:cNvPr id="16" name="Line 23">
            <a:extLst>
              <a:ext uri="{FF2B5EF4-FFF2-40B4-BE49-F238E27FC236}">
                <a16:creationId xmlns:a16="http://schemas.microsoft.com/office/drawing/2014/main" id="{451D055F-66EB-4383-9130-EF80BC8AE7FD}"/>
              </a:ext>
            </a:extLst>
          </p:cNvPr>
          <p:cNvSpPr>
            <a:spLocks noChangeShapeType="1"/>
          </p:cNvSpPr>
          <p:nvPr/>
        </p:nvSpPr>
        <p:spPr bwMode="auto">
          <a:xfrm flipV="1">
            <a:off x="4965700" y="317137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endParaRPr lang="en-CA"/>
          </a:p>
        </p:txBody>
      </p:sp>
      <p:sp>
        <p:nvSpPr>
          <p:cNvPr id="17" name="Line 24">
            <a:extLst>
              <a:ext uri="{FF2B5EF4-FFF2-40B4-BE49-F238E27FC236}">
                <a16:creationId xmlns:a16="http://schemas.microsoft.com/office/drawing/2014/main" id="{0FB1E935-02AB-40C9-90C9-1EE06230460B}"/>
              </a:ext>
            </a:extLst>
          </p:cNvPr>
          <p:cNvSpPr>
            <a:spLocks noChangeShapeType="1"/>
          </p:cNvSpPr>
          <p:nvPr/>
        </p:nvSpPr>
        <p:spPr bwMode="auto">
          <a:xfrm flipV="1">
            <a:off x="6337300" y="3171373"/>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endParaRPr lang="en-CA"/>
          </a:p>
        </p:txBody>
      </p:sp>
      <p:sp>
        <p:nvSpPr>
          <p:cNvPr id="24" name="Text Box 1033">
            <a:extLst>
              <a:ext uri="{FF2B5EF4-FFF2-40B4-BE49-F238E27FC236}">
                <a16:creationId xmlns:a16="http://schemas.microsoft.com/office/drawing/2014/main" id="{5BB8DC59-621A-4C96-990D-A88BF1095444}"/>
              </a:ext>
            </a:extLst>
          </p:cNvPr>
          <p:cNvSpPr txBox="1">
            <a:spLocks noChangeArrowheads="1"/>
          </p:cNvSpPr>
          <p:nvPr/>
        </p:nvSpPr>
        <p:spPr bwMode="auto">
          <a:xfrm>
            <a:off x="3019574" y="3918314"/>
            <a:ext cx="6635451" cy="1754326"/>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1" lang="en-US" altLang="en-US" sz="1800" b="1" kern="0">
                <a:solidFill>
                  <a:srgbClr val="000000"/>
                </a:solidFill>
                <a:latin typeface="Courier New" panose="02070309020205020404" pitchFamily="49" charset="0"/>
              </a:rPr>
              <a:t>let numbers = [1, 2, 3, 4, 5];</a:t>
            </a:r>
          </a:p>
          <a:p>
            <a:pPr marL="0" marR="0" lvl="0" indent="0" defTabSz="914400" eaLnBrk="0" fontAlgn="base" latinLnBrk="0" hangingPunct="0">
              <a:lnSpc>
                <a:spcPct val="100000"/>
              </a:lnSpc>
              <a:spcBef>
                <a:spcPct val="0"/>
              </a:spcBef>
              <a:spcAft>
                <a:spcPct val="0"/>
              </a:spcAft>
              <a:buClrTx/>
              <a:buSzTx/>
              <a:buFontTx/>
              <a:buNone/>
              <a:tabLst/>
              <a:defRPr/>
            </a:pPr>
            <a:r>
              <a:rPr kumimoji="1" lang="en-US" altLang="en-US" sz="1800" b="1" kern="0">
                <a:solidFill>
                  <a:srgbClr val="000000"/>
                </a:solidFill>
                <a:latin typeface="Courier New" panose="02070309020205020404" pitchFamily="49" charset="0"/>
              </a:rPr>
              <a:t>// let numbers = [1, 2, 3, 4, 5,];</a:t>
            </a:r>
          </a:p>
          <a:p>
            <a:pPr marL="0" marR="0" lvl="0" indent="0" defTabSz="914400" eaLnBrk="0" fontAlgn="base" latinLnBrk="0" hangingPunct="0">
              <a:lnSpc>
                <a:spcPct val="100000"/>
              </a:lnSpc>
              <a:spcBef>
                <a:spcPct val="0"/>
              </a:spcBef>
              <a:spcAft>
                <a:spcPct val="0"/>
              </a:spcAft>
              <a:buClrTx/>
              <a:buSzTx/>
              <a:buFontTx/>
              <a:buNone/>
              <a:tabLst/>
              <a:defRPr/>
            </a:pPr>
            <a:r>
              <a:rPr kumimoji="1" lang="en-US" altLang="en-US" sz="1800" b="1" kern="0">
                <a:solidFill>
                  <a:srgbClr val="000000"/>
                </a:solidFill>
                <a:latin typeface="Courier New" panose="02070309020205020404" pitchFamily="49" charset="0"/>
              </a:rPr>
              <a:t>console.log(numbers[0]);	// 1</a:t>
            </a:r>
          </a:p>
          <a:p>
            <a:pPr marL="0" marR="0" lvl="0" indent="0" defTabSz="914400" eaLnBrk="0" fontAlgn="base" latinLnBrk="0" hangingPunct="0">
              <a:lnSpc>
                <a:spcPct val="100000"/>
              </a:lnSpc>
              <a:spcBef>
                <a:spcPct val="0"/>
              </a:spcBef>
              <a:spcAft>
                <a:spcPct val="0"/>
              </a:spcAft>
              <a:buClrTx/>
              <a:buSzTx/>
              <a:buFontTx/>
              <a:buNone/>
              <a:tabLst/>
              <a:defRPr/>
            </a:pPr>
            <a:r>
              <a:rPr kumimoji="1" lang="en-US" altLang="en-US" sz="1800" b="1" kern="0">
                <a:solidFill>
                  <a:srgbClr val="000000"/>
                </a:solidFill>
                <a:latin typeface="Courier New" panose="02070309020205020404" pitchFamily="49" charset="0"/>
              </a:rPr>
              <a:t>numbers[0] = 20;		// assign new value</a:t>
            </a:r>
          </a:p>
          <a:p>
            <a:pPr marL="0" marR="0" lvl="0" indent="0" defTabSz="914400" eaLnBrk="0" fontAlgn="base" latinLnBrk="0" hangingPunct="0">
              <a:lnSpc>
                <a:spcPct val="100000"/>
              </a:lnSpc>
              <a:spcBef>
                <a:spcPct val="0"/>
              </a:spcBef>
              <a:spcAft>
                <a:spcPct val="0"/>
              </a:spcAft>
              <a:buClrTx/>
              <a:buSzTx/>
              <a:buFontTx/>
              <a:buNone/>
              <a:tabLst/>
              <a:defRPr/>
            </a:pPr>
            <a:r>
              <a:rPr kumimoji="1" lang="en-US" altLang="en-US" sz="1800" b="1" kern="0">
                <a:solidFill>
                  <a:srgbClr val="000000"/>
                </a:solidFill>
                <a:latin typeface="Courier New" panose="02070309020205020404" pitchFamily="49" charset="0"/>
              </a:rPr>
              <a:t>console.log(numbers[0]);	// 20</a:t>
            </a:r>
          </a:p>
          <a:p>
            <a:pPr marL="0" marR="0" lvl="0" indent="0" defTabSz="914400" eaLnBrk="0" fontAlgn="base" latinLnBrk="0" hangingPunct="0">
              <a:lnSpc>
                <a:spcPct val="100000"/>
              </a:lnSpc>
              <a:spcBef>
                <a:spcPct val="0"/>
              </a:spcBef>
              <a:spcAft>
                <a:spcPct val="0"/>
              </a:spcAft>
              <a:buClrTx/>
              <a:buSzTx/>
              <a:buFontTx/>
              <a:buNone/>
              <a:tabLst/>
              <a:defRPr/>
            </a:pPr>
            <a:r>
              <a:rPr kumimoji="1" lang="en-US" altLang="en-US" sz="1800" b="1" kern="0">
                <a:solidFill>
                  <a:srgbClr val="000000"/>
                </a:solidFill>
                <a:latin typeface="Courier New" panose="02070309020205020404" pitchFamily="49" charset="0"/>
              </a:rPr>
              <a:t>console.log(numbers[5]);	// undefined</a:t>
            </a:r>
          </a:p>
        </p:txBody>
      </p:sp>
      <p:sp>
        <p:nvSpPr>
          <p:cNvPr id="19" name="Arrow: Left 18">
            <a:extLst>
              <a:ext uri="{FF2B5EF4-FFF2-40B4-BE49-F238E27FC236}">
                <a16:creationId xmlns:a16="http://schemas.microsoft.com/office/drawing/2014/main" id="{C5FEE3D7-6F4D-4908-8B92-4D8F783055A7}"/>
              </a:ext>
            </a:extLst>
          </p:cNvPr>
          <p:cNvSpPr/>
          <p:nvPr/>
        </p:nvSpPr>
        <p:spPr>
          <a:xfrm>
            <a:off x="7861835" y="4278344"/>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 name="TextBox 19">
            <a:extLst>
              <a:ext uri="{FF2B5EF4-FFF2-40B4-BE49-F238E27FC236}">
                <a16:creationId xmlns:a16="http://schemas.microsoft.com/office/drawing/2014/main" id="{A1256521-07F6-40CF-BB30-5C670831B184}"/>
              </a:ext>
            </a:extLst>
          </p:cNvPr>
          <p:cNvSpPr txBox="1"/>
          <p:nvPr/>
        </p:nvSpPr>
        <p:spPr>
          <a:xfrm>
            <a:off x="8014352" y="3959641"/>
            <a:ext cx="2792557" cy="646331"/>
          </a:xfrm>
          <a:prstGeom prst="rect">
            <a:avLst/>
          </a:prstGeom>
          <a:noFill/>
        </p:spPr>
        <p:txBody>
          <a:bodyPr wrap="square" rtlCol="0">
            <a:spAutoFit/>
          </a:bodyPr>
          <a:lstStyle/>
          <a:p>
            <a:r>
              <a:rPr lang="en-CA" b="1">
                <a:solidFill>
                  <a:srgbClr val="FF0000"/>
                </a:solidFill>
              </a:rPr>
              <a:t>Allows trailing </a:t>
            </a:r>
          </a:p>
          <a:p>
            <a:r>
              <a:rPr lang="en-CA" b="1">
                <a:solidFill>
                  <a:srgbClr val="FF0000"/>
                </a:solidFill>
              </a:rPr>
              <a:t>         commas</a:t>
            </a:r>
          </a:p>
        </p:txBody>
      </p:sp>
      <p:sp>
        <p:nvSpPr>
          <p:cNvPr id="18" name="Slide Number Placeholder 17">
            <a:extLst>
              <a:ext uri="{FF2B5EF4-FFF2-40B4-BE49-F238E27FC236}">
                <a16:creationId xmlns:a16="http://schemas.microsoft.com/office/drawing/2014/main" id="{D2D8B307-DFA4-428A-8CA6-1C607A4342CB}"/>
              </a:ext>
            </a:extLst>
          </p:cNvPr>
          <p:cNvSpPr>
            <a:spLocks noGrp="1"/>
          </p:cNvSpPr>
          <p:nvPr>
            <p:ph type="sldNum" sz="quarter" idx="12"/>
          </p:nvPr>
        </p:nvSpPr>
        <p:spPr/>
        <p:txBody>
          <a:bodyPr/>
          <a:lstStyle/>
          <a:p>
            <a:fld id="{6B7CECC9-8688-4C14-9F38-24140407CAFB}" type="slidenum">
              <a:rPr lang="en-CA" smtClean="0"/>
              <a:t>12</a:t>
            </a:fld>
            <a:endParaRPr lang="en-CA"/>
          </a:p>
        </p:txBody>
      </p:sp>
    </p:spTree>
    <p:extLst>
      <p:ext uri="{BB962C8B-B14F-4D97-AF65-F5344CB8AC3E}">
        <p14:creationId xmlns:p14="http://schemas.microsoft.com/office/powerpoint/2010/main" val="20295963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05471-EA9D-4E67-BA81-447D86719785}"/>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98A2AA54-19B8-45DD-8F66-9289B13A48A7}"/>
              </a:ext>
            </a:extLst>
          </p:cNvPr>
          <p:cNvSpPr>
            <a:spLocks noGrp="1"/>
          </p:cNvSpPr>
          <p:nvPr>
            <p:ph idx="1"/>
          </p:nvPr>
        </p:nvSpPr>
        <p:spPr/>
        <p:txBody>
          <a:bodyPr/>
          <a:lstStyle/>
          <a:p>
            <a:endParaRPr lang="en-CA"/>
          </a:p>
        </p:txBody>
      </p:sp>
      <p:sp>
        <p:nvSpPr>
          <p:cNvPr id="4" name="Slide Number Placeholder 3">
            <a:extLst>
              <a:ext uri="{FF2B5EF4-FFF2-40B4-BE49-F238E27FC236}">
                <a16:creationId xmlns:a16="http://schemas.microsoft.com/office/drawing/2014/main" id="{8C70B0B0-4299-470E-BD37-4FF8FE5B01CD}"/>
              </a:ext>
            </a:extLst>
          </p:cNvPr>
          <p:cNvSpPr>
            <a:spLocks noGrp="1"/>
          </p:cNvSpPr>
          <p:nvPr>
            <p:ph type="sldNum" sz="quarter" idx="12"/>
          </p:nvPr>
        </p:nvSpPr>
        <p:spPr/>
        <p:txBody>
          <a:bodyPr/>
          <a:lstStyle/>
          <a:p>
            <a:fld id="{6B7CECC9-8688-4C14-9F38-24140407CAFB}" type="slidenum">
              <a:rPr lang="en-CA" smtClean="0"/>
              <a:t>13</a:t>
            </a:fld>
            <a:endParaRPr lang="en-CA"/>
          </a:p>
        </p:txBody>
      </p:sp>
    </p:spTree>
    <p:extLst>
      <p:ext uri="{BB962C8B-B14F-4D97-AF65-F5344CB8AC3E}">
        <p14:creationId xmlns:p14="http://schemas.microsoft.com/office/powerpoint/2010/main" val="28798607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10716-7C32-422E-B48A-C0609CC6B125}"/>
              </a:ext>
            </a:extLst>
          </p:cNvPr>
          <p:cNvSpPr>
            <a:spLocks noGrp="1"/>
          </p:cNvSpPr>
          <p:nvPr>
            <p:ph type="title"/>
          </p:nvPr>
        </p:nvSpPr>
        <p:spPr/>
        <p:txBody>
          <a:bodyPr/>
          <a:lstStyle/>
          <a:p>
            <a:r>
              <a:rPr lang="en-CA"/>
              <a:t>Adding Elements in an Array</a:t>
            </a:r>
          </a:p>
        </p:txBody>
      </p:sp>
      <p:sp>
        <p:nvSpPr>
          <p:cNvPr id="3" name="Content Placeholder 2">
            <a:extLst>
              <a:ext uri="{FF2B5EF4-FFF2-40B4-BE49-F238E27FC236}">
                <a16:creationId xmlns:a16="http://schemas.microsoft.com/office/drawing/2014/main" id="{DB9C5C6C-9ED9-4612-8FAD-17AC2903C5A1}"/>
              </a:ext>
            </a:extLst>
          </p:cNvPr>
          <p:cNvSpPr>
            <a:spLocks noGrp="1"/>
          </p:cNvSpPr>
          <p:nvPr>
            <p:ph idx="1"/>
          </p:nvPr>
        </p:nvSpPr>
        <p:spPr/>
        <p:txBody>
          <a:bodyPr>
            <a:normAutofit fontScale="92500" lnSpcReduction="20000"/>
          </a:bodyPr>
          <a:lstStyle/>
          <a:p>
            <a:r>
              <a:rPr lang="en-CA"/>
              <a:t>Append at the end of array</a:t>
            </a:r>
          </a:p>
          <a:p>
            <a:pPr lvl="1"/>
            <a:r>
              <a:rPr lang="en-CA"/>
              <a:t>Use the Array's object length property to determine the size</a:t>
            </a:r>
          </a:p>
          <a:p>
            <a:endParaRPr lang="en-CA"/>
          </a:p>
          <a:p>
            <a:pPr lvl="1"/>
            <a:endParaRPr lang="en-CA"/>
          </a:p>
          <a:p>
            <a:pPr lvl="1"/>
            <a:r>
              <a:rPr lang="en-CA"/>
              <a:t>Use the Array's object push() method</a:t>
            </a:r>
          </a:p>
          <a:p>
            <a:pPr lvl="1"/>
            <a:endParaRPr lang="en-CA"/>
          </a:p>
          <a:p>
            <a:endParaRPr lang="en-CA"/>
          </a:p>
          <a:p>
            <a:r>
              <a:rPr lang="en-CA"/>
              <a:t>Append at the beginning of the array</a:t>
            </a:r>
          </a:p>
          <a:p>
            <a:endParaRPr lang="en-CA"/>
          </a:p>
          <a:p>
            <a:pPr lvl="1"/>
            <a:endParaRPr lang="en-CA"/>
          </a:p>
          <a:p>
            <a:pPr lvl="1"/>
            <a:r>
              <a:rPr lang="en-CA"/>
              <a:t>The push() and unshift() methods </a:t>
            </a:r>
            <a:r>
              <a:rPr lang="en-US"/>
              <a:t>returns a number with the new length of the array</a:t>
            </a:r>
            <a:endParaRPr lang="en-CA"/>
          </a:p>
          <a:p>
            <a:pPr lvl="1"/>
            <a:endParaRPr lang="en-CA"/>
          </a:p>
        </p:txBody>
      </p:sp>
      <p:sp>
        <p:nvSpPr>
          <p:cNvPr id="4" name="Text Box 1033">
            <a:extLst>
              <a:ext uri="{FF2B5EF4-FFF2-40B4-BE49-F238E27FC236}">
                <a16:creationId xmlns:a16="http://schemas.microsoft.com/office/drawing/2014/main" id="{643B9AFD-E455-4370-B77E-4CCE29F9C1A0}"/>
              </a:ext>
            </a:extLst>
          </p:cNvPr>
          <p:cNvSpPr txBox="1">
            <a:spLocks noChangeArrowheads="1"/>
          </p:cNvSpPr>
          <p:nvPr/>
        </p:nvSpPr>
        <p:spPr bwMode="auto">
          <a:xfrm>
            <a:off x="2693372" y="2561588"/>
            <a:ext cx="5803303" cy="646331"/>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1" lang="en-US" altLang="en-US" sz="1800" b="1" kern="0">
                <a:solidFill>
                  <a:srgbClr val="000000"/>
                </a:solidFill>
                <a:latin typeface="Courier New" panose="02070309020205020404" pitchFamily="49" charset="0"/>
              </a:rPr>
              <a:t>let </a:t>
            </a:r>
            <a:r>
              <a:rPr kumimoji="1" lang="en-US" altLang="en-US" sz="1800" b="1" kern="0" err="1">
                <a:solidFill>
                  <a:srgbClr val="000000"/>
                </a:solidFill>
                <a:latin typeface="Courier New" panose="02070309020205020404" pitchFamily="49" charset="0"/>
              </a:rPr>
              <a:t>arrayName</a:t>
            </a:r>
            <a:r>
              <a:rPr kumimoji="1" lang="en-US" altLang="en-US" sz="1800" b="1" kern="0">
                <a:solidFill>
                  <a:srgbClr val="000000"/>
                </a:solidFill>
                <a:latin typeface="Courier New" panose="02070309020205020404" pitchFamily="49" charset="0"/>
              </a:rPr>
              <a:t> = [value1 ,value2, …]</a:t>
            </a:r>
          </a:p>
          <a:p>
            <a:pPr eaLnBrk="0" fontAlgn="base" hangingPunct="0">
              <a:spcBef>
                <a:spcPct val="0"/>
              </a:spcBef>
              <a:spcAft>
                <a:spcPct val="0"/>
              </a:spcAft>
              <a:buClrTx/>
              <a:buSzTx/>
              <a:buNone/>
              <a:defRPr/>
            </a:pPr>
            <a:r>
              <a:rPr kumimoji="1" lang="en-US" altLang="en-US" sz="1800" b="1" kern="0" err="1">
                <a:solidFill>
                  <a:srgbClr val="000000"/>
                </a:solidFill>
                <a:latin typeface="Courier New" panose="02070309020205020404" pitchFamily="49" charset="0"/>
              </a:rPr>
              <a:t>arrayName</a:t>
            </a:r>
            <a:r>
              <a:rPr kumimoji="1" lang="en-US" altLang="en-US" sz="1800" b="1" kern="0">
                <a:solidFill>
                  <a:srgbClr val="000000"/>
                </a:solidFill>
                <a:latin typeface="Courier New" panose="02070309020205020404" pitchFamily="49" charset="0"/>
              </a:rPr>
              <a:t>[</a:t>
            </a:r>
            <a:r>
              <a:rPr kumimoji="1" lang="en-US" altLang="en-US" sz="1800" b="1" kern="0" err="1">
                <a:solidFill>
                  <a:srgbClr val="000000"/>
                </a:solidFill>
                <a:latin typeface="Courier New" panose="02070309020205020404" pitchFamily="49" charset="0"/>
              </a:rPr>
              <a:t>arrayName.length</a:t>
            </a:r>
            <a:r>
              <a:rPr kumimoji="1" lang="en-US" altLang="en-US" sz="1800" b="1" kern="0">
                <a:solidFill>
                  <a:srgbClr val="000000"/>
                </a:solidFill>
                <a:latin typeface="Courier New" panose="02070309020205020404" pitchFamily="49" charset="0"/>
              </a:rPr>
              <a:t>] = value1</a:t>
            </a:r>
          </a:p>
        </p:txBody>
      </p:sp>
      <p:sp>
        <p:nvSpPr>
          <p:cNvPr id="6" name="Text Box 1033">
            <a:extLst>
              <a:ext uri="{FF2B5EF4-FFF2-40B4-BE49-F238E27FC236}">
                <a16:creationId xmlns:a16="http://schemas.microsoft.com/office/drawing/2014/main" id="{92647749-AF13-435E-BF4A-61D35CD1CCAD}"/>
              </a:ext>
            </a:extLst>
          </p:cNvPr>
          <p:cNvSpPr txBox="1">
            <a:spLocks noChangeArrowheads="1"/>
          </p:cNvSpPr>
          <p:nvPr/>
        </p:nvSpPr>
        <p:spPr bwMode="auto">
          <a:xfrm>
            <a:off x="2034980" y="3869436"/>
            <a:ext cx="7393353" cy="369332"/>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1" lang="en-US" altLang="en-US" sz="1800" b="1" kern="0">
                <a:solidFill>
                  <a:srgbClr val="000000"/>
                </a:solidFill>
                <a:latin typeface="Courier New" panose="02070309020205020404" pitchFamily="49" charset="0"/>
              </a:rPr>
              <a:t>let </a:t>
            </a:r>
            <a:r>
              <a:rPr kumimoji="1" lang="en-US" altLang="en-US" sz="1800" b="1" kern="0" err="1">
                <a:solidFill>
                  <a:srgbClr val="000000"/>
                </a:solidFill>
                <a:latin typeface="Courier New" panose="02070309020205020404" pitchFamily="49" charset="0"/>
              </a:rPr>
              <a:t>arrayLength</a:t>
            </a:r>
            <a:r>
              <a:rPr kumimoji="1" lang="en-US" altLang="en-US" sz="1800" b="1" kern="0">
                <a:solidFill>
                  <a:srgbClr val="000000"/>
                </a:solidFill>
                <a:latin typeface="Courier New" panose="02070309020205020404" pitchFamily="49" charset="0"/>
              </a:rPr>
              <a:t> = </a:t>
            </a:r>
            <a:r>
              <a:rPr kumimoji="1" lang="en-US" altLang="en-US" sz="1800" b="1" kern="0" err="1">
                <a:solidFill>
                  <a:srgbClr val="000000"/>
                </a:solidFill>
                <a:latin typeface="Courier New" panose="02070309020205020404" pitchFamily="49" charset="0"/>
              </a:rPr>
              <a:t>arrayName.push</a:t>
            </a:r>
            <a:r>
              <a:rPr kumimoji="1" lang="en-US" altLang="en-US" sz="1800" b="1" kern="0">
                <a:solidFill>
                  <a:srgbClr val="000000"/>
                </a:solidFill>
                <a:latin typeface="Courier New" panose="02070309020205020404" pitchFamily="49" charset="0"/>
              </a:rPr>
              <a:t>(value1, value 2 …)</a:t>
            </a:r>
          </a:p>
        </p:txBody>
      </p:sp>
      <p:sp>
        <p:nvSpPr>
          <p:cNvPr id="7" name="Text Box 1033">
            <a:extLst>
              <a:ext uri="{FF2B5EF4-FFF2-40B4-BE49-F238E27FC236}">
                <a16:creationId xmlns:a16="http://schemas.microsoft.com/office/drawing/2014/main" id="{AE170651-28D4-45ED-AB4E-12A7F610EC3B}"/>
              </a:ext>
            </a:extLst>
          </p:cNvPr>
          <p:cNvSpPr txBox="1">
            <a:spLocks noChangeArrowheads="1"/>
          </p:cNvSpPr>
          <p:nvPr/>
        </p:nvSpPr>
        <p:spPr bwMode="auto">
          <a:xfrm>
            <a:off x="2091049" y="5023199"/>
            <a:ext cx="7393353" cy="369332"/>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1" lang="en-US" altLang="en-US" sz="1800" b="1" kern="0">
                <a:solidFill>
                  <a:srgbClr val="000000"/>
                </a:solidFill>
                <a:latin typeface="Courier New" panose="02070309020205020404" pitchFamily="49" charset="0"/>
              </a:rPr>
              <a:t>let </a:t>
            </a:r>
            <a:r>
              <a:rPr kumimoji="1" lang="en-US" altLang="en-US" sz="1800" b="1" kern="0" err="1">
                <a:solidFill>
                  <a:srgbClr val="000000"/>
                </a:solidFill>
                <a:latin typeface="Courier New" panose="02070309020205020404" pitchFamily="49" charset="0"/>
              </a:rPr>
              <a:t>arrayLength</a:t>
            </a:r>
            <a:r>
              <a:rPr kumimoji="1" lang="en-US" altLang="en-US" sz="1800" b="1" kern="0">
                <a:solidFill>
                  <a:srgbClr val="000000"/>
                </a:solidFill>
                <a:latin typeface="Courier New" panose="02070309020205020404" pitchFamily="49" charset="0"/>
              </a:rPr>
              <a:t> = </a:t>
            </a:r>
            <a:r>
              <a:rPr kumimoji="1" lang="en-US" altLang="en-US" sz="1800" b="1" kern="0" err="1">
                <a:solidFill>
                  <a:srgbClr val="000000"/>
                </a:solidFill>
                <a:latin typeface="Courier New" panose="02070309020205020404" pitchFamily="49" charset="0"/>
              </a:rPr>
              <a:t>arrayName.unshift</a:t>
            </a:r>
            <a:r>
              <a:rPr kumimoji="1" lang="en-US" altLang="en-US" sz="1800" b="1" kern="0">
                <a:solidFill>
                  <a:srgbClr val="000000"/>
                </a:solidFill>
                <a:latin typeface="Courier New" panose="02070309020205020404" pitchFamily="49" charset="0"/>
              </a:rPr>
              <a:t>(value)</a:t>
            </a:r>
          </a:p>
        </p:txBody>
      </p:sp>
      <p:sp>
        <p:nvSpPr>
          <p:cNvPr id="5" name="Slide Number Placeholder 4">
            <a:extLst>
              <a:ext uri="{FF2B5EF4-FFF2-40B4-BE49-F238E27FC236}">
                <a16:creationId xmlns:a16="http://schemas.microsoft.com/office/drawing/2014/main" id="{E2415A55-5103-4356-BEAA-52736D33C30E}"/>
              </a:ext>
            </a:extLst>
          </p:cNvPr>
          <p:cNvSpPr>
            <a:spLocks noGrp="1"/>
          </p:cNvSpPr>
          <p:nvPr>
            <p:ph type="sldNum" sz="quarter" idx="12"/>
          </p:nvPr>
        </p:nvSpPr>
        <p:spPr/>
        <p:txBody>
          <a:bodyPr/>
          <a:lstStyle/>
          <a:p>
            <a:fld id="{6B7CECC9-8688-4C14-9F38-24140407CAFB}" type="slidenum">
              <a:rPr lang="en-CA" smtClean="0"/>
              <a:t>14</a:t>
            </a:fld>
            <a:endParaRPr lang="en-CA"/>
          </a:p>
        </p:txBody>
      </p:sp>
    </p:spTree>
    <p:extLst>
      <p:ext uri="{BB962C8B-B14F-4D97-AF65-F5344CB8AC3E}">
        <p14:creationId xmlns:p14="http://schemas.microsoft.com/office/powerpoint/2010/main" val="34308972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EFF31-6322-441A-BA90-A54C73922C63}"/>
              </a:ext>
            </a:extLst>
          </p:cNvPr>
          <p:cNvSpPr>
            <a:spLocks noGrp="1"/>
          </p:cNvSpPr>
          <p:nvPr>
            <p:ph type="title"/>
          </p:nvPr>
        </p:nvSpPr>
        <p:spPr/>
        <p:txBody>
          <a:bodyPr/>
          <a:lstStyle/>
          <a:p>
            <a:r>
              <a:rPr lang="en-CA"/>
              <a:t>Adding Elements in an Array – An  example</a:t>
            </a:r>
          </a:p>
        </p:txBody>
      </p:sp>
      <p:sp>
        <p:nvSpPr>
          <p:cNvPr id="3" name="Content Placeholder 2">
            <a:extLst>
              <a:ext uri="{FF2B5EF4-FFF2-40B4-BE49-F238E27FC236}">
                <a16:creationId xmlns:a16="http://schemas.microsoft.com/office/drawing/2014/main" id="{25454EFB-1C0A-4DDA-8379-03BA16008DD0}"/>
              </a:ext>
            </a:extLst>
          </p:cNvPr>
          <p:cNvSpPr>
            <a:spLocks noGrp="1"/>
          </p:cNvSpPr>
          <p:nvPr>
            <p:ph idx="1"/>
          </p:nvPr>
        </p:nvSpPr>
        <p:spPr/>
        <p:txBody>
          <a:bodyPr/>
          <a:lstStyle/>
          <a:p>
            <a:endParaRPr lang="en-CA"/>
          </a:p>
        </p:txBody>
      </p:sp>
      <p:sp>
        <p:nvSpPr>
          <p:cNvPr id="5" name="Rectangle 10">
            <a:extLst>
              <a:ext uri="{FF2B5EF4-FFF2-40B4-BE49-F238E27FC236}">
                <a16:creationId xmlns:a16="http://schemas.microsoft.com/office/drawing/2014/main" id="{B697BC0F-1C9A-4126-8B84-DF496E76AA1F}"/>
              </a:ext>
            </a:extLst>
          </p:cNvPr>
          <p:cNvSpPr>
            <a:spLocks noChangeArrowheads="1"/>
          </p:cNvSpPr>
          <p:nvPr/>
        </p:nvSpPr>
        <p:spPr bwMode="auto">
          <a:xfrm>
            <a:off x="6881565" y="2366215"/>
            <a:ext cx="1676400" cy="457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90000" tIns="46800" rIns="90000" bIns="46800" anchor="ctr">
            <a:spAutoFit/>
          </a:bodyPr>
          <a:lstStyle/>
          <a:p>
            <a:endParaRPr lang="en-CA"/>
          </a:p>
        </p:txBody>
      </p:sp>
      <p:sp>
        <p:nvSpPr>
          <p:cNvPr id="6" name="Text Box 11">
            <a:extLst>
              <a:ext uri="{FF2B5EF4-FFF2-40B4-BE49-F238E27FC236}">
                <a16:creationId xmlns:a16="http://schemas.microsoft.com/office/drawing/2014/main" id="{8548D181-96A6-4EFD-8C81-1E73CAF36B1C}"/>
              </a:ext>
            </a:extLst>
          </p:cNvPr>
          <p:cNvSpPr txBox="1">
            <a:spLocks noChangeArrowheads="1"/>
          </p:cNvSpPr>
          <p:nvPr/>
        </p:nvSpPr>
        <p:spPr bwMode="auto">
          <a:xfrm>
            <a:off x="6881565" y="2442415"/>
            <a:ext cx="317500" cy="339725"/>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0</a:t>
            </a:r>
          </a:p>
        </p:txBody>
      </p:sp>
      <p:sp>
        <p:nvSpPr>
          <p:cNvPr id="7" name="Text Box 12">
            <a:extLst>
              <a:ext uri="{FF2B5EF4-FFF2-40B4-BE49-F238E27FC236}">
                <a16:creationId xmlns:a16="http://schemas.microsoft.com/office/drawing/2014/main" id="{D3FCCD65-49D6-4B77-98FF-113CEA0B967A}"/>
              </a:ext>
            </a:extLst>
          </p:cNvPr>
          <p:cNvSpPr txBox="1">
            <a:spLocks noChangeArrowheads="1"/>
          </p:cNvSpPr>
          <p:nvPr/>
        </p:nvSpPr>
        <p:spPr bwMode="auto">
          <a:xfrm>
            <a:off x="7224465" y="2442415"/>
            <a:ext cx="317500" cy="339725"/>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1</a:t>
            </a:r>
          </a:p>
        </p:txBody>
      </p:sp>
      <p:sp>
        <p:nvSpPr>
          <p:cNvPr id="8" name="Text Box 13">
            <a:extLst>
              <a:ext uri="{FF2B5EF4-FFF2-40B4-BE49-F238E27FC236}">
                <a16:creationId xmlns:a16="http://schemas.microsoft.com/office/drawing/2014/main" id="{0288AC09-330E-4B29-B078-B00B83720F5A}"/>
              </a:ext>
            </a:extLst>
          </p:cNvPr>
          <p:cNvSpPr txBox="1">
            <a:spLocks noChangeArrowheads="1"/>
          </p:cNvSpPr>
          <p:nvPr/>
        </p:nvSpPr>
        <p:spPr bwMode="auto">
          <a:xfrm>
            <a:off x="7567365" y="2442415"/>
            <a:ext cx="317500" cy="339725"/>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2</a:t>
            </a:r>
          </a:p>
        </p:txBody>
      </p:sp>
      <p:sp>
        <p:nvSpPr>
          <p:cNvPr id="9" name="Text Box 14">
            <a:extLst>
              <a:ext uri="{FF2B5EF4-FFF2-40B4-BE49-F238E27FC236}">
                <a16:creationId xmlns:a16="http://schemas.microsoft.com/office/drawing/2014/main" id="{8518BF5F-025A-490C-9404-BBA3E0807974}"/>
              </a:ext>
            </a:extLst>
          </p:cNvPr>
          <p:cNvSpPr txBox="1">
            <a:spLocks noChangeArrowheads="1"/>
          </p:cNvSpPr>
          <p:nvPr/>
        </p:nvSpPr>
        <p:spPr bwMode="auto">
          <a:xfrm>
            <a:off x="7910265" y="2442415"/>
            <a:ext cx="317500" cy="339725"/>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3</a:t>
            </a:r>
          </a:p>
        </p:txBody>
      </p:sp>
      <p:sp>
        <p:nvSpPr>
          <p:cNvPr id="10" name="Text Box 15">
            <a:extLst>
              <a:ext uri="{FF2B5EF4-FFF2-40B4-BE49-F238E27FC236}">
                <a16:creationId xmlns:a16="http://schemas.microsoft.com/office/drawing/2014/main" id="{6124C6D4-4146-48D9-B65D-32FE00031943}"/>
              </a:ext>
            </a:extLst>
          </p:cNvPr>
          <p:cNvSpPr txBox="1">
            <a:spLocks noChangeArrowheads="1"/>
          </p:cNvSpPr>
          <p:nvPr/>
        </p:nvSpPr>
        <p:spPr bwMode="auto">
          <a:xfrm>
            <a:off x="8253165" y="2442415"/>
            <a:ext cx="317500" cy="339725"/>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4</a:t>
            </a:r>
          </a:p>
        </p:txBody>
      </p:sp>
      <p:sp>
        <p:nvSpPr>
          <p:cNvPr id="11" name="Line 19">
            <a:extLst>
              <a:ext uri="{FF2B5EF4-FFF2-40B4-BE49-F238E27FC236}">
                <a16:creationId xmlns:a16="http://schemas.microsoft.com/office/drawing/2014/main" id="{6A22133C-61FD-4609-8BD7-4CB5DAF6122A}"/>
              </a:ext>
            </a:extLst>
          </p:cNvPr>
          <p:cNvSpPr>
            <a:spLocks noChangeShapeType="1"/>
          </p:cNvSpPr>
          <p:nvPr/>
        </p:nvSpPr>
        <p:spPr bwMode="auto">
          <a:xfrm>
            <a:off x="7186365" y="2366215"/>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endParaRPr lang="en-CA"/>
          </a:p>
        </p:txBody>
      </p:sp>
      <p:sp>
        <p:nvSpPr>
          <p:cNvPr id="12" name="Line 20">
            <a:extLst>
              <a:ext uri="{FF2B5EF4-FFF2-40B4-BE49-F238E27FC236}">
                <a16:creationId xmlns:a16="http://schemas.microsoft.com/office/drawing/2014/main" id="{87A88947-3B05-49E0-9435-CC53E16E7451}"/>
              </a:ext>
            </a:extLst>
          </p:cNvPr>
          <p:cNvSpPr>
            <a:spLocks noChangeShapeType="1"/>
          </p:cNvSpPr>
          <p:nvPr/>
        </p:nvSpPr>
        <p:spPr bwMode="auto">
          <a:xfrm>
            <a:off x="7541965" y="2366215"/>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endParaRPr lang="en-CA"/>
          </a:p>
        </p:txBody>
      </p:sp>
      <p:sp>
        <p:nvSpPr>
          <p:cNvPr id="13" name="Line 21">
            <a:extLst>
              <a:ext uri="{FF2B5EF4-FFF2-40B4-BE49-F238E27FC236}">
                <a16:creationId xmlns:a16="http://schemas.microsoft.com/office/drawing/2014/main" id="{CAADBB9D-B33E-469A-906C-F8D29525AE96}"/>
              </a:ext>
            </a:extLst>
          </p:cNvPr>
          <p:cNvSpPr>
            <a:spLocks noChangeShapeType="1"/>
          </p:cNvSpPr>
          <p:nvPr/>
        </p:nvSpPr>
        <p:spPr bwMode="auto">
          <a:xfrm>
            <a:off x="7897565" y="2366215"/>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endParaRPr lang="en-CA"/>
          </a:p>
        </p:txBody>
      </p:sp>
      <p:sp>
        <p:nvSpPr>
          <p:cNvPr id="14" name="Line 22">
            <a:extLst>
              <a:ext uri="{FF2B5EF4-FFF2-40B4-BE49-F238E27FC236}">
                <a16:creationId xmlns:a16="http://schemas.microsoft.com/office/drawing/2014/main" id="{DFCCBDC7-3543-4146-96B5-94678719292A}"/>
              </a:ext>
            </a:extLst>
          </p:cNvPr>
          <p:cNvSpPr>
            <a:spLocks noChangeShapeType="1"/>
          </p:cNvSpPr>
          <p:nvPr/>
        </p:nvSpPr>
        <p:spPr bwMode="auto">
          <a:xfrm>
            <a:off x="8253165" y="2366215"/>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endParaRPr lang="en-CA"/>
          </a:p>
        </p:txBody>
      </p:sp>
      <p:sp>
        <p:nvSpPr>
          <p:cNvPr id="17" name="Rectangle 10">
            <a:extLst>
              <a:ext uri="{FF2B5EF4-FFF2-40B4-BE49-F238E27FC236}">
                <a16:creationId xmlns:a16="http://schemas.microsoft.com/office/drawing/2014/main" id="{8EF14648-FEF6-47C9-ADFA-FE2AF7A3CC13}"/>
              </a:ext>
            </a:extLst>
          </p:cNvPr>
          <p:cNvSpPr>
            <a:spLocks noChangeArrowheads="1"/>
          </p:cNvSpPr>
          <p:nvPr/>
        </p:nvSpPr>
        <p:spPr bwMode="auto">
          <a:xfrm>
            <a:off x="6899740" y="3250975"/>
            <a:ext cx="1676400" cy="457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90000" tIns="46800" rIns="90000" bIns="46800" anchor="ctr">
            <a:spAutoFit/>
          </a:bodyPr>
          <a:lstStyle/>
          <a:p>
            <a:endParaRPr lang="en-CA"/>
          </a:p>
        </p:txBody>
      </p:sp>
      <p:sp>
        <p:nvSpPr>
          <p:cNvPr id="18" name="Text Box 11">
            <a:extLst>
              <a:ext uri="{FF2B5EF4-FFF2-40B4-BE49-F238E27FC236}">
                <a16:creationId xmlns:a16="http://schemas.microsoft.com/office/drawing/2014/main" id="{CD66189F-5DF1-4154-BADD-6459FD5902EF}"/>
              </a:ext>
            </a:extLst>
          </p:cNvPr>
          <p:cNvSpPr txBox="1">
            <a:spLocks noChangeArrowheads="1"/>
          </p:cNvSpPr>
          <p:nvPr/>
        </p:nvSpPr>
        <p:spPr bwMode="auto">
          <a:xfrm>
            <a:off x="6865517" y="3340775"/>
            <a:ext cx="317500" cy="339725"/>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0</a:t>
            </a:r>
          </a:p>
        </p:txBody>
      </p:sp>
      <p:sp>
        <p:nvSpPr>
          <p:cNvPr id="19" name="Text Box 12">
            <a:extLst>
              <a:ext uri="{FF2B5EF4-FFF2-40B4-BE49-F238E27FC236}">
                <a16:creationId xmlns:a16="http://schemas.microsoft.com/office/drawing/2014/main" id="{B014DABB-9D9A-48A1-97BE-D0EB03565BA4}"/>
              </a:ext>
            </a:extLst>
          </p:cNvPr>
          <p:cNvSpPr txBox="1">
            <a:spLocks noChangeArrowheads="1"/>
          </p:cNvSpPr>
          <p:nvPr/>
        </p:nvSpPr>
        <p:spPr bwMode="auto">
          <a:xfrm>
            <a:off x="7208417" y="3340775"/>
            <a:ext cx="317500" cy="339725"/>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1</a:t>
            </a:r>
          </a:p>
        </p:txBody>
      </p:sp>
      <p:sp>
        <p:nvSpPr>
          <p:cNvPr id="20" name="Text Box 13">
            <a:extLst>
              <a:ext uri="{FF2B5EF4-FFF2-40B4-BE49-F238E27FC236}">
                <a16:creationId xmlns:a16="http://schemas.microsoft.com/office/drawing/2014/main" id="{2716065A-978B-4798-B427-7340B95B5830}"/>
              </a:ext>
            </a:extLst>
          </p:cNvPr>
          <p:cNvSpPr txBox="1">
            <a:spLocks noChangeArrowheads="1"/>
          </p:cNvSpPr>
          <p:nvPr/>
        </p:nvSpPr>
        <p:spPr bwMode="auto">
          <a:xfrm>
            <a:off x="7551317" y="3340775"/>
            <a:ext cx="317500" cy="339725"/>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2</a:t>
            </a:r>
          </a:p>
        </p:txBody>
      </p:sp>
      <p:sp>
        <p:nvSpPr>
          <p:cNvPr id="21" name="Text Box 14">
            <a:extLst>
              <a:ext uri="{FF2B5EF4-FFF2-40B4-BE49-F238E27FC236}">
                <a16:creationId xmlns:a16="http://schemas.microsoft.com/office/drawing/2014/main" id="{1DFE4D76-A6E4-40CB-A56E-37D5F8359517}"/>
              </a:ext>
            </a:extLst>
          </p:cNvPr>
          <p:cNvSpPr txBox="1">
            <a:spLocks noChangeArrowheads="1"/>
          </p:cNvSpPr>
          <p:nvPr/>
        </p:nvSpPr>
        <p:spPr bwMode="auto">
          <a:xfrm>
            <a:off x="7894217" y="3340775"/>
            <a:ext cx="317500" cy="339725"/>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3</a:t>
            </a:r>
          </a:p>
        </p:txBody>
      </p:sp>
      <p:sp>
        <p:nvSpPr>
          <p:cNvPr id="22" name="Text Box 15">
            <a:extLst>
              <a:ext uri="{FF2B5EF4-FFF2-40B4-BE49-F238E27FC236}">
                <a16:creationId xmlns:a16="http://schemas.microsoft.com/office/drawing/2014/main" id="{CF733280-09D8-43D3-B546-174994067DAE}"/>
              </a:ext>
            </a:extLst>
          </p:cNvPr>
          <p:cNvSpPr txBox="1">
            <a:spLocks noChangeArrowheads="1"/>
          </p:cNvSpPr>
          <p:nvPr/>
        </p:nvSpPr>
        <p:spPr bwMode="auto">
          <a:xfrm>
            <a:off x="8236978" y="3340774"/>
            <a:ext cx="317500" cy="339725"/>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4</a:t>
            </a:r>
          </a:p>
        </p:txBody>
      </p:sp>
      <p:sp>
        <p:nvSpPr>
          <p:cNvPr id="23" name="Line 19">
            <a:extLst>
              <a:ext uri="{FF2B5EF4-FFF2-40B4-BE49-F238E27FC236}">
                <a16:creationId xmlns:a16="http://schemas.microsoft.com/office/drawing/2014/main" id="{513B7D79-185A-4726-AC9E-38BDF49B3DD3}"/>
              </a:ext>
            </a:extLst>
          </p:cNvPr>
          <p:cNvSpPr>
            <a:spLocks noChangeShapeType="1"/>
          </p:cNvSpPr>
          <p:nvPr/>
        </p:nvSpPr>
        <p:spPr bwMode="auto">
          <a:xfrm>
            <a:off x="7170317" y="3264575"/>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endParaRPr lang="en-CA"/>
          </a:p>
        </p:txBody>
      </p:sp>
      <p:sp>
        <p:nvSpPr>
          <p:cNvPr id="24" name="Line 20">
            <a:extLst>
              <a:ext uri="{FF2B5EF4-FFF2-40B4-BE49-F238E27FC236}">
                <a16:creationId xmlns:a16="http://schemas.microsoft.com/office/drawing/2014/main" id="{2A48EBB3-A547-446C-B6F2-B4C3A999BEDC}"/>
              </a:ext>
            </a:extLst>
          </p:cNvPr>
          <p:cNvSpPr>
            <a:spLocks noChangeShapeType="1"/>
          </p:cNvSpPr>
          <p:nvPr/>
        </p:nvSpPr>
        <p:spPr bwMode="auto">
          <a:xfrm>
            <a:off x="7525917" y="3264575"/>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endParaRPr lang="en-CA"/>
          </a:p>
        </p:txBody>
      </p:sp>
      <p:sp>
        <p:nvSpPr>
          <p:cNvPr id="25" name="Line 21">
            <a:extLst>
              <a:ext uri="{FF2B5EF4-FFF2-40B4-BE49-F238E27FC236}">
                <a16:creationId xmlns:a16="http://schemas.microsoft.com/office/drawing/2014/main" id="{63495E3D-850B-4BC8-8957-E1BBD4171842}"/>
              </a:ext>
            </a:extLst>
          </p:cNvPr>
          <p:cNvSpPr>
            <a:spLocks noChangeShapeType="1"/>
          </p:cNvSpPr>
          <p:nvPr/>
        </p:nvSpPr>
        <p:spPr bwMode="auto">
          <a:xfrm>
            <a:off x="7881517" y="3264575"/>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endParaRPr lang="en-CA"/>
          </a:p>
        </p:txBody>
      </p:sp>
      <p:sp>
        <p:nvSpPr>
          <p:cNvPr id="26" name="Line 22">
            <a:extLst>
              <a:ext uri="{FF2B5EF4-FFF2-40B4-BE49-F238E27FC236}">
                <a16:creationId xmlns:a16="http://schemas.microsoft.com/office/drawing/2014/main" id="{89847830-B9BF-483F-A012-8A5100FC0037}"/>
              </a:ext>
            </a:extLst>
          </p:cNvPr>
          <p:cNvSpPr>
            <a:spLocks noChangeShapeType="1"/>
          </p:cNvSpPr>
          <p:nvPr/>
        </p:nvSpPr>
        <p:spPr bwMode="auto">
          <a:xfrm>
            <a:off x="8237117" y="3264575"/>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endParaRPr lang="en-CA"/>
          </a:p>
        </p:txBody>
      </p:sp>
      <p:sp>
        <p:nvSpPr>
          <p:cNvPr id="28" name="Line 22">
            <a:extLst>
              <a:ext uri="{FF2B5EF4-FFF2-40B4-BE49-F238E27FC236}">
                <a16:creationId xmlns:a16="http://schemas.microsoft.com/office/drawing/2014/main" id="{7C55F896-925D-4A22-A9B6-AADA53D9C5A2}"/>
              </a:ext>
            </a:extLst>
          </p:cNvPr>
          <p:cNvSpPr>
            <a:spLocks noChangeShapeType="1"/>
          </p:cNvSpPr>
          <p:nvPr/>
        </p:nvSpPr>
        <p:spPr bwMode="auto">
          <a:xfrm>
            <a:off x="8569991" y="3296655"/>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endParaRPr lang="en-CA"/>
          </a:p>
        </p:txBody>
      </p:sp>
      <p:sp>
        <p:nvSpPr>
          <p:cNvPr id="33" name="Rectangle 32">
            <a:extLst>
              <a:ext uri="{FF2B5EF4-FFF2-40B4-BE49-F238E27FC236}">
                <a16:creationId xmlns:a16="http://schemas.microsoft.com/office/drawing/2014/main" id="{6D6B0C0F-4A5F-4E2D-AAD5-99864C636C51}"/>
              </a:ext>
            </a:extLst>
          </p:cNvPr>
          <p:cNvSpPr/>
          <p:nvPr/>
        </p:nvSpPr>
        <p:spPr>
          <a:xfrm>
            <a:off x="10580345" y="5636848"/>
            <a:ext cx="303604"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5" name="Rectangle 34">
            <a:extLst>
              <a:ext uri="{FF2B5EF4-FFF2-40B4-BE49-F238E27FC236}">
                <a16:creationId xmlns:a16="http://schemas.microsoft.com/office/drawing/2014/main" id="{6D43C6AE-0B1E-4DC9-A6B9-EBF17B05B4D8}"/>
              </a:ext>
            </a:extLst>
          </p:cNvPr>
          <p:cNvSpPr/>
          <p:nvPr/>
        </p:nvSpPr>
        <p:spPr>
          <a:xfrm>
            <a:off x="9100508" y="4477708"/>
            <a:ext cx="303604"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6" name="Text Box 15">
            <a:extLst>
              <a:ext uri="{FF2B5EF4-FFF2-40B4-BE49-F238E27FC236}">
                <a16:creationId xmlns:a16="http://schemas.microsoft.com/office/drawing/2014/main" id="{26F5504C-058D-4846-865A-EA2833634C14}"/>
              </a:ext>
            </a:extLst>
          </p:cNvPr>
          <p:cNvSpPr txBox="1">
            <a:spLocks noChangeArrowheads="1"/>
          </p:cNvSpPr>
          <p:nvPr/>
        </p:nvSpPr>
        <p:spPr bwMode="auto">
          <a:xfrm>
            <a:off x="8572801" y="3328036"/>
            <a:ext cx="319616" cy="37151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5</a:t>
            </a:r>
          </a:p>
        </p:txBody>
      </p:sp>
      <p:sp>
        <p:nvSpPr>
          <p:cNvPr id="37" name="Rectangle 36">
            <a:extLst>
              <a:ext uri="{FF2B5EF4-FFF2-40B4-BE49-F238E27FC236}">
                <a16:creationId xmlns:a16="http://schemas.microsoft.com/office/drawing/2014/main" id="{0F8FD145-345E-4E44-8BB9-2D4CED473225}"/>
              </a:ext>
            </a:extLst>
          </p:cNvPr>
          <p:cNvSpPr/>
          <p:nvPr/>
        </p:nvSpPr>
        <p:spPr>
          <a:xfrm>
            <a:off x="8579749" y="3247256"/>
            <a:ext cx="303604"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9" name="Rectangle 10">
            <a:extLst>
              <a:ext uri="{FF2B5EF4-FFF2-40B4-BE49-F238E27FC236}">
                <a16:creationId xmlns:a16="http://schemas.microsoft.com/office/drawing/2014/main" id="{D71C070A-652E-4130-A787-682D0B9005E4}"/>
              </a:ext>
            </a:extLst>
          </p:cNvPr>
          <p:cNvSpPr>
            <a:spLocks noChangeArrowheads="1"/>
          </p:cNvSpPr>
          <p:nvPr/>
        </p:nvSpPr>
        <p:spPr bwMode="auto">
          <a:xfrm>
            <a:off x="7109275" y="4480511"/>
            <a:ext cx="1676400" cy="457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90000" tIns="46800" rIns="90000" bIns="46800" anchor="ctr">
            <a:spAutoFit/>
          </a:bodyPr>
          <a:lstStyle/>
          <a:p>
            <a:endParaRPr lang="en-CA"/>
          </a:p>
        </p:txBody>
      </p:sp>
      <p:sp>
        <p:nvSpPr>
          <p:cNvPr id="40" name="Text Box 11">
            <a:extLst>
              <a:ext uri="{FF2B5EF4-FFF2-40B4-BE49-F238E27FC236}">
                <a16:creationId xmlns:a16="http://schemas.microsoft.com/office/drawing/2014/main" id="{EA4F4632-DB40-49A5-AA2A-4EB8DC552675}"/>
              </a:ext>
            </a:extLst>
          </p:cNvPr>
          <p:cNvSpPr txBox="1">
            <a:spLocks noChangeArrowheads="1"/>
          </p:cNvSpPr>
          <p:nvPr/>
        </p:nvSpPr>
        <p:spPr bwMode="auto">
          <a:xfrm>
            <a:off x="7075052" y="4570311"/>
            <a:ext cx="317500" cy="339725"/>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0</a:t>
            </a:r>
          </a:p>
        </p:txBody>
      </p:sp>
      <p:sp>
        <p:nvSpPr>
          <p:cNvPr id="41" name="Text Box 12">
            <a:extLst>
              <a:ext uri="{FF2B5EF4-FFF2-40B4-BE49-F238E27FC236}">
                <a16:creationId xmlns:a16="http://schemas.microsoft.com/office/drawing/2014/main" id="{43CD120B-3197-4649-9EBA-A425EDFD67E1}"/>
              </a:ext>
            </a:extLst>
          </p:cNvPr>
          <p:cNvSpPr txBox="1">
            <a:spLocks noChangeArrowheads="1"/>
          </p:cNvSpPr>
          <p:nvPr/>
        </p:nvSpPr>
        <p:spPr bwMode="auto">
          <a:xfrm>
            <a:off x="7417952" y="4570311"/>
            <a:ext cx="317500" cy="339725"/>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1</a:t>
            </a:r>
          </a:p>
        </p:txBody>
      </p:sp>
      <p:sp>
        <p:nvSpPr>
          <p:cNvPr id="42" name="Text Box 13">
            <a:extLst>
              <a:ext uri="{FF2B5EF4-FFF2-40B4-BE49-F238E27FC236}">
                <a16:creationId xmlns:a16="http://schemas.microsoft.com/office/drawing/2014/main" id="{82000CFE-2AEE-4D7B-8443-D3A9D4B2DE09}"/>
              </a:ext>
            </a:extLst>
          </p:cNvPr>
          <p:cNvSpPr txBox="1">
            <a:spLocks noChangeArrowheads="1"/>
          </p:cNvSpPr>
          <p:nvPr/>
        </p:nvSpPr>
        <p:spPr bwMode="auto">
          <a:xfrm>
            <a:off x="7760852" y="4570311"/>
            <a:ext cx="317500" cy="339725"/>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2</a:t>
            </a:r>
          </a:p>
        </p:txBody>
      </p:sp>
      <p:sp>
        <p:nvSpPr>
          <p:cNvPr id="43" name="Text Box 14">
            <a:extLst>
              <a:ext uri="{FF2B5EF4-FFF2-40B4-BE49-F238E27FC236}">
                <a16:creationId xmlns:a16="http://schemas.microsoft.com/office/drawing/2014/main" id="{4E46AC1B-2321-43C9-B0B7-BD874FEF32E1}"/>
              </a:ext>
            </a:extLst>
          </p:cNvPr>
          <p:cNvSpPr txBox="1">
            <a:spLocks noChangeArrowheads="1"/>
          </p:cNvSpPr>
          <p:nvPr/>
        </p:nvSpPr>
        <p:spPr bwMode="auto">
          <a:xfrm>
            <a:off x="8103752" y="4570311"/>
            <a:ext cx="317500" cy="339725"/>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3</a:t>
            </a:r>
          </a:p>
        </p:txBody>
      </p:sp>
      <p:sp>
        <p:nvSpPr>
          <p:cNvPr id="44" name="Text Box 15">
            <a:extLst>
              <a:ext uri="{FF2B5EF4-FFF2-40B4-BE49-F238E27FC236}">
                <a16:creationId xmlns:a16="http://schemas.microsoft.com/office/drawing/2014/main" id="{D5EC502D-2763-4C14-838F-B52514EB175F}"/>
              </a:ext>
            </a:extLst>
          </p:cNvPr>
          <p:cNvSpPr txBox="1">
            <a:spLocks noChangeArrowheads="1"/>
          </p:cNvSpPr>
          <p:nvPr/>
        </p:nvSpPr>
        <p:spPr bwMode="auto">
          <a:xfrm>
            <a:off x="8446513" y="4570310"/>
            <a:ext cx="317500" cy="339725"/>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4</a:t>
            </a:r>
          </a:p>
        </p:txBody>
      </p:sp>
      <p:sp>
        <p:nvSpPr>
          <p:cNvPr id="45" name="Line 19">
            <a:extLst>
              <a:ext uri="{FF2B5EF4-FFF2-40B4-BE49-F238E27FC236}">
                <a16:creationId xmlns:a16="http://schemas.microsoft.com/office/drawing/2014/main" id="{A76E6884-F128-4BC0-BE18-097543BF822C}"/>
              </a:ext>
            </a:extLst>
          </p:cNvPr>
          <p:cNvSpPr>
            <a:spLocks noChangeShapeType="1"/>
          </p:cNvSpPr>
          <p:nvPr/>
        </p:nvSpPr>
        <p:spPr bwMode="auto">
          <a:xfrm>
            <a:off x="7379852" y="4494111"/>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endParaRPr lang="en-CA"/>
          </a:p>
        </p:txBody>
      </p:sp>
      <p:sp>
        <p:nvSpPr>
          <p:cNvPr id="46" name="Line 20">
            <a:extLst>
              <a:ext uri="{FF2B5EF4-FFF2-40B4-BE49-F238E27FC236}">
                <a16:creationId xmlns:a16="http://schemas.microsoft.com/office/drawing/2014/main" id="{1AB53043-74F0-4102-AF43-204B140B9968}"/>
              </a:ext>
            </a:extLst>
          </p:cNvPr>
          <p:cNvSpPr>
            <a:spLocks noChangeShapeType="1"/>
          </p:cNvSpPr>
          <p:nvPr/>
        </p:nvSpPr>
        <p:spPr bwMode="auto">
          <a:xfrm>
            <a:off x="7735452" y="4494111"/>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endParaRPr lang="en-CA"/>
          </a:p>
        </p:txBody>
      </p:sp>
      <p:sp>
        <p:nvSpPr>
          <p:cNvPr id="47" name="Line 21">
            <a:extLst>
              <a:ext uri="{FF2B5EF4-FFF2-40B4-BE49-F238E27FC236}">
                <a16:creationId xmlns:a16="http://schemas.microsoft.com/office/drawing/2014/main" id="{4478EB92-80AC-4B0D-A61F-F737AAEE18AE}"/>
              </a:ext>
            </a:extLst>
          </p:cNvPr>
          <p:cNvSpPr>
            <a:spLocks noChangeShapeType="1"/>
          </p:cNvSpPr>
          <p:nvPr/>
        </p:nvSpPr>
        <p:spPr bwMode="auto">
          <a:xfrm>
            <a:off x="8091052" y="4494111"/>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endParaRPr lang="en-CA"/>
          </a:p>
        </p:txBody>
      </p:sp>
      <p:sp>
        <p:nvSpPr>
          <p:cNvPr id="48" name="Line 22">
            <a:extLst>
              <a:ext uri="{FF2B5EF4-FFF2-40B4-BE49-F238E27FC236}">
                <a16:creationId xmlns:a16="http://schemas.microsoft.com/office/drawing/2014/main" id="{0EEAACD7-B7AF-4D34-BBC7-9C7C168EAFEB}"/>
              </a:ext>
            </a:extLst>
          </p:cNvPr>
          <p:cNvSpPr>
            <a:spLocks noChangeShapeType="1"/>
          </p:cNvSpPr>
          <p:nvPr/>
        </p:nvSpPr>
        <p:spPr bwMode="auto">
          <a:xfrm>
            <a:off x="8446652" y="4494111"/>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endParaRPr lang="en-CA"/>
          </a:p>
        </p:txBody>
      </p:sp>
      <p:sp>
        <p:nvSpPr>
          <p:cNvPr id="49" name="Line 22">
            <a:extLst>
              <a:ext uri="{FF2B5EF4-FFF2-40B4-BE49-F238E27FC236}">
                <a16:creationId xmlns:a16="http://schemas.microsoft.com/office/drawing/2014/main" id="{2FCBAC52-395E-48E5-81AB-2961E9AB13DB}"/>
              </a:ext>
            </a:extLst>
          </p:cNvPr>
          <p:cNvSpPr>
            <a:spLocks noChangeShapeType="1"/>
          </p:cNvSpPr>
          <p:nvPr/>
        </p:nvSpPr>
        <p:spPr bwMode="auto">
          <a:xfrm>
            <a:off x="8779526" y="4526191"/>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endParaRPr lang="en-CA"/>
          </a:p>
        </p:txBody>
      </p:sp>
      <p:sp>
        <p:nvSpPr>
          <p:cNvPr id="50" name="Text Box 15">
            <a:extLst>
              <a:ext uri="{FF2B5EF4-FFF2-40B4-BE49-F238E27FC236}">
                <a16:creationId xmlns:a16="http://schemas.microsoft.com/office/drawing/2014/main" id="{8FE0B68D-64DF-45D6-B0AB-429BE94923D6}"/>
              </a:ext>
            </a:extLst>
          </p:cNvPr>
          <p:cNvSpPr txBox="1">
            <a:spLocks noChangeArrowheads="1"/>
          </p:cNvSpPr>
          <p:nvPr/>
        </p:nvSpPr>
        <p:spPr bwMode="auto">
          <a:xfrm>
            <a:off x="8782336" y="4557572"/>
            <a:ext cx="319616" cy="37151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5</a:t>
            </a:r>
          </a:p>
        </p:txBody>
      </p:sp>
      <p:sp>
        <p:nvSpPr>
          <p:cNvPr id="51" name="Rectangle 50">
            <a:extLst>
              <a:ext uri="{FF2B5EF4-FFF2-40B4-BE49-F238E27FC236}">
                <a16:creationId xmlns:a16="http://schemas.microsoft.com/office/drawing/2014/main" id="{B3DAEAAC-BD72-4588-9550-45240A9B0E54}"/>
              </a:ext>
            </a:extLst>
          </p:cNvPr>
          <p:cNvSpPr/>
          <p:nvPr/>
        </p:nvSpPr>
        <p:spPr>
          <a:xfrm>
            <a:off x="8789284" y="4488222"/>
            <a:ext cx="303604"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2" name="Text Box 15">
            <a:extLst>
              <a:ext uri="{FF2B5EF4-FFF2-40B4-BE49-F238E27FC236}">
                <a16:creationId xmlns:a16="http://schemas.microsoft.com/office/drawing/2014/main" id="{8C30080F-80DC-46B5-BD74-12F9C3E10B66}"/>
              </a:ext>
            </a:extLst>
          </p:cNvPr>
          <p:cNvSpPr txBox="1">
            <a:spLocks noChangeArrowheads="1"/>
          </p:cNvSpPr>
          <p:nvPr/>
        </p:nvSpPr>
        <p:spPr bwMode="auto">
          <a:xfrm>
            <a:off x="9077775" y="4569131"/>
            <a:ext cx="319616" cy="37151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5</a:t>
            </a:r>
          </a:p>
        </p:txBody>
      </p:sp>
      <p:sp>
        <p:nvSpPr>
          <p:cNvPr id="54" name="Rectangle 53">
            <a:extLst>
              <a:ext uri="{FF2B5EF4-FFF2-40B4-BE49-F238E27FC236}">
                <a16:creationId xmlns:a16="http://schemas.microsoft.com/office/drawing/2014/main" id="{9040899D-D2F0-4FB6-ADFD-749161F748CC}"/>
              </a:ext>
            </a:extLst>
          </p:cNvPr>
          <p:cNvSpPr/>
          <p:nvPr/>
        </p:nvSpPr>
        <p:spPr>
          <a:xfrm>
            <a:off x="10265512" y="5640529"/>
            <a:ext cx="303604"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6" name="Rectangle 10">
            <a:extLst>
              <a:ext uri="{FF2B5EF4-FFF2-40B4-BE49-F238E27FC236}">
                <a16:creationId xmlns:a16="http://schemas.microsoft.com/office/drawing/2014/main" id="{66EBF80A-8F0A-4E11-BFC9-59CCCE21573F}"/>
              </a:ext>
            </a:extLst>
          </p:cNvPr>
          <p:cNvSpPr>
            <a:spLocks noChangeArrowheads="1"/>
          </p:cNvSpPr>
          <p:nvPr/>
        </p:nvSpPr>
        <p:spPr bwMode="auto">
          <a:xfrm>
            <a:off x="8274279" y="5643332"/>
            <a:ext cx="1676400" cy="457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90000" tIns="46800" rIns="90000" bIns="46800" anchor="ctr">
            <a:spAutoFit/>
          </a:bodyPr>
          <a:lstStyle/>
          <a:p>
            <a:endParaRPr lang="en-CA"/>
          </a:p>
        </p:txBody>
      </p:sp>
      <p:sp>
        <p:nvSpPr>
          <p:cNvPr id="57" name="Text Box 11">
            <a:extLst>
              <a:ext uri="{FF2B5EF4-FFF2-40B4-BE49-F238E27FC236}">
                <a16:creationId xmlns:a16="http://schemas.microsoft.com/office/drawing/2014/main" id="{65CBB7FE-30D4-42DD-8D82-78A692E6458E}"/>
              </a:ext>
            </a:extLst>
          </p:cNvPr>
          <p:cNvSpPr txBox="1">
            <a:spLocks noChangeArrowheads="1"/>
          </p:cNvSpPr>
          <p:nvPr/>
        </p:nvSpPr>
        <p:spPr bwMode="auto">
          <a:xfrm>
            <a:off x="8240056" y="5733132"/>
            <a:ext cx="319616" cy="37151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8</a:t>
            </a:r>
          </a:p>
        </p:txBody>
      </p:sp>
      <p:sp>
        <p:nvSpPr>
          <p:cNvPr id="58" name="Text Box 12">
            <a:extLst>
              <a:ext uri="{FF2B5EF4-FFF2-40B4-BE49-F238E27FC236}">
                <a16:creationId xmlns:a16="http://schemas.microsoft.com/office/drawing/2014/main" id="{ED2A5DC2-D44A-4ED9-9942-B6EBF341C556}"/>
              </a:ext>
            </a:extLst>
          </p:cNvPr>
          <p:cNvSpPr txBox="1">
            <a:spLocks noChangeArrowheads="1"/>
          </p:cNvSpPr>
          <p:nvPr/>
        </p:nvSpPr>
        <p:spPr bwMode="auto">
          <a:xfrm>
            <a:off x="8582956" y="5733132"/>
            <a:ext cx="319616" cy="37151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0</a:t>
            </a:r>
          </a:p>
        </p:txBody>
      </p:sp>
      <p:sp>
        <p:nvSpPr>
          <p:cNvPr id="59" name="Text Box 13">
            <a:extLst>
              <a:ext uri="{FF2B5EF4-FFF2-40B4-BE49-F238E27FC236}">
                <a16:creationId xmlns:a16="http://schemas.microsoft.com/office/drawing/2014/main" id="{296DF10C-8710-4A39-A7F9-B60C98BF7AFB}"/>
              </a:ext>
            </a:extLst>
          </p:cNvPr>
          <p:cNvSpPr txBox="1">
            <a:spLocks noChangeArrowheads="1"/>
          </p:cNvSpPr>
          <p:nvPr/>
        </p:nvSpPr>
        <p:spPr bwMode="auto">
          <a:xfrm>
            <a:off x="8925856" y="5733132"/>
            <a:ext cx="319616" cy="37151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1</a:t>
            </a:r>
          </a:p>
        </p:txBody>
      </p:sp>
      <p:sp>
        <p:nvSpPr>
          <p:cNvPr id="60" name="Text Box 14">
            <a:extLst>
              <a:ext uri="{FF2B5EF4-FFF2-40B4-BE49-F238E27FC236}">
                <a16:creationId xmlns:a16="http://schemas.microsoft.com/office/drawing/2014/main" id="{F07448D5-F78A-4B3B-9137-A471896D576A}"/>
              </a:ext>
            </a:extLst>
          </p:cNvPr>
          <p:cNvSpPr txBox="1">
            <a:spLocks noChangeArrowheads="1"/>
          </p:cNvSpPr>
          <p:nvPr/>
        </p:nvSpPr>
        <p:spPr bwMode="auto">
          <a:xfrm>
            <a:off x="9268756" y="5733132"/>
            <a:ext cx="319616" cy="37151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2</a:t>
            </a:r>
          </a:p>
        </p:txBody>
      </p:sp>
      <p:sp>
        <p:nvSpPr>
          <p:cNvPr id="61" name="Text Box 15">
            <a:extLst>
              <a:ext uri="{FF2B5EF4-FFF2-40B4-BE49-F238E27FC236}">
                <a16:creationId xmlns:a16="http://schemas.microsoft.com/office/drawing/2014/main" id="{26699D2C-42E6-4A9F-A318-BECED510D0D6}"/>
              </a:ext>
            </a:extLst>
          </p:cNvPr>
          <p:cNvSpPr txBox="1">
            <a:spLocks noChangeArrowheads="1"/>
          </p:cNvSpPr>
          <p:nvPr/>
        </p:nvSpPr>
        <p:spPr bwMode="auto">
          <a:xfrm>
            <a:off x="9611517" y="5733131"/>
            <a:ext cx="319616" cy="37151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3</a:t>
            </a:r>
          </a:p>
        </p:txBody>
      </p:sp>
      <p:sp>
        <p:nvSpPr>
          <p:cNvPr id="62" name="Line 19">
            <a:extLst>
              <a:ext uri="{FF2B5EF4-FFF2-40B4-BE49-F238E27FC236}">
                <a16:creationId xmlns:a16="http://schemas.microsoft.com/office/drawing/2014/main" id="{C490F4DB-9E36-4884-9C73-E4ECE0A5CE60}"/>
              </a:ext>
            </a:extLst>
          </p:cNvPr>
          <p:cNvSpPr>
            <a:spLocks noChangeShapeType="1"/>
          </p:cNvSpPr>
          <p:nvPr/>
        </p:nvSpPr>
        <p:spPr bwMode="auto">
          <a:xfrm>
            <a:off x="8544856" y="5656932"/>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endParaRPr lang="en-CA"/>
          </a:p>
        </p:txBody>
      </p:sp>
      <p:sp>
        <p:nvSpPr>
          <p:cNvPr id="63" name="Line 20">
            <a:extLst>
              <a:ext uri="{FF2B5EF4-FFF2-40B4-BE49-F238E27FC236}">
                <a16:creationId xmlns:a16="http://schemas.microsoft.com/office/drawing/2014/main" id="{00DDC18F-1AE3-48B1-B137-1C251931EA60}"/>
              </a:ext>
            </a:extLst>
          </p:cNvPr>
          <p:cNvSpPr>
            <a:spLocks noChangeShapeType="1"/>
          </p:cNvSpPr>
          <p:nvPr/>
        </p:nvSpPr>
        <p:spPr bwMode="auto">
          <a:xfrm>
            <a:off x="8900456" y="5656932"/>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endParaRPr lang="en-CA"/>
          </a:p>
        </p:txBody>
      </p:sp>
      <p:sp>
        <p:nvSpPr>
          <p:cNvPr id="64" name="Line 21">
            <a:extLst>
              <a:ext uri="{FF2B5EF4-FFF2-40B4-BE49-F238E27FC236}">
                <a16:creationId xmlns:a16="http://schemas.microsoft.com/office/drawing/2014/main" id="{AD6DCAE3-4043-4ABF-BE67-E4972D68DAAA}"/>
              </a:ext>
            </a:extLst>
          </p:cNvPr>
          <p:cNvSpPr>
            <a:spLocks noChangeShapeType="1"/>
          </p:cNvSpPr>
          <p:nvPr/>
        </p:nvSpPr>
        <p:spPr bwMode="auto">
          <a:xfrm>
            <a:off x="9256056" y="5656932"/>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endParaRPr lang="en-CA"/>
          </a:p>
        </p:txBody>
      </p:sp>
      <p:sp>
        <p:nvSpPr>
          <p:cNvPr id="65" name="Line 22">
            <a:extLst>
              <a:ext uri="{FF2B5EF4-FFF2-40B4-BE49-F238E27FC236}">
                <a16:creationId xmlns:a16="http://schemas.microsoft.com/office/drawing/2014/main" id="{23366227-EA41-4E30-88A5-2CDBFB16B7EA}"/>
              </a:ext>
            </a:extLst>
          </p:cNvPr>
          <p:cNvSpPr>
            <a:spLocks noChangeShapeType="1"/>
          </p:cNvSpPr>
          <p:nvPr/>
        </p:nvSpPr>
        <p:spPr bwMode="auto">
          <a:xfrm>
            <a:off x="9611656" y="5656932"/>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endParaRPr lang="en-CA"/>
          </a:p>
        </p:txBody>
      </p:sp>
      <p:sp>
        <p:nvSpPr>
          <p:cNvPr id="66" name="Line 22">
            <a:extLst>
              <a:ext uri="{FF2B5EF4-FFF2-40B4-BE49-F238E27FC236}">
                <a16:creationId xmlns:a16="http://schemas.microsoft.com/office/drawing/2014/main" id="{39200945-EB2F-4E8B-AD40-D0127FB8ACE6}"/>
              </a:ext>
            </a:extLst>
          </p:cNvPr>
          <p:cNvSpPr>
            <a:spLocks noChangeShapeType="1"/>
          </p:cNvSpPr>
          <p:nvPr/>
        </p:nvSpPr>
        <p:spPr bwMode="auto">
          <a:xfrm>
            <a:off x="9944530" y="5689012"/>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endParaRPr lang="en-CA"/>
          </a:p>
        </p:txBody>
      </p:sp>
      <p:sp>
        <p:nvSpPr>
          <p:cNvPr id="67" name="Text Box 15">
            <a:extLst>
              <a:ext uri="{FF2B5EF4-FFF2-40B4-BE49-F238E27FC236}">
                <a16:creationId xmlns:a16="http://schemas.microsoft.com/office/drawing/2014/main" id="{03504048-DB2C-4146-93DF-8788D28ADD17}"/>
              </a:ext>
            </a:extLst>
          </p:cNvPr>
          <p:cNvSpPr txBox="1">
            <a:spLocks noChangeArrowheads="1"/>
          </p:cNvSpPr>
          <p:nvPr/>
        </p:nvSpPr>
        <p:spPr bwMode="auto">
          <a:xfrm>
            <a:off x="9947340" y="5720393"/>
            <a:ext cx="319616" cy="37151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4</a:t>
            </a:r>
          </a:p>
        </p:txBody>
      </p:sp>
      <p:sp>
        <p:nvSpPr>
          <p:cNvPr id="68" name="Rectangle 67">
            <a:extLst>
              <a:ext uri="{FF2B5EF4-FFF2-40B4-BE49-F238E27FC236}">
                <a16:creationId xmlns:a16="http://schemas.microsoft.com/office/drawing/2014/main" id="{B9C45679-A4CD-4CF6-9EB3-4D977CD76FB5}"/>
              </a:ext>
            </a:extLst>
          </p:cNvPr>
          <p:cNvSpPr/>
          <p:nvPr/>
        </p:nvSpPr>
        <p:spPr>
          <a:xfrm>
            <a:off x="9954288" y="5639613"/>
            <a:ext cx="303604"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9" name="Text Box 15">
            <a:extLst>
              <a:ext uri="{FF2B5EF4-FFF2-40B4-BE49-F238E27FC236}">
                <a16:creationId xmlns:a16="http://schemas.microsoft.com/office/drawing/2014/main" id="{A9F644E3-4125-4CD2-AE2F-CB9877B22486}"/>
              </a:ext>
            </a:extLst>
          </p:cNvPr>
          <p:cNvSpPr txBox="1">
            <a:spLocks noChangeArrowheads="1"/>
          </p:cNvSpPr>
          <p:nvPr/>
        </p:nvSpPr>
        <p:spPr bwMode="auto">
          <a:xfrm>
            <a:off x="10242779" y="5731952"/>
            <a:ext cx="319616" cy="37151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5</a:t>
            </a:r>
          </a:p>
        </p:txBody>
      </p:sp>
      <p:sp>
        <p:nvSpPr>
          <p:cNvPr id="70" name="Text Box 15">
            <a:extLst>
              <a:ext uri="{FF2B5EF4-FFF2-40B4-BE49-F238E27FC236}">
                <a16:creationId xmlns:a16="http://schemas.microsoft.com/office/drawing/2014/main" id="{1D792D46-0207-41F9-96D7-5F455095F6B9}"/>
              </a:ext>
            </a:extLst>
          </p:cNvPr>
          <p:cNvSpPr txBox="1">
            <a:spLocks noChangeArrowheads="1"/>
          </p:cNvSpPr>
          <p:nvPr/>
        </p:nvSpPr>
        <p:spPr bwMode="auto">
          <a:xfrm>
            <a:off x="10585128" y="5720393"/>
            <a:ext cx="319616" cy="37151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5</a:t>
            </a:r>
          </a:p>
        </p:txBody>
      </p:sp>
      <p:sp>
        <p:nvSpPr>
          <p:cNvPr id="73" name="TextBox 72">
            <a:extLst>
              <a:ext uri="{FF2B5EF4-FFF2-40B4-BE49-F238E27FC236}">
                <a16:creationId xmlns:a16="http://schemas.microsoft.com/office/drawing/2014/main" id="{5FB73249-7A7D-4DCA-ACDF-201FDD530A21}"/>
              </a:ext>
            </a:extLst>
          </p:cNvPr>
          <p:cNvSpPr txBox="1"/>
          <p:nvPr/>
        </p:nvSpPr>
        <p:spPr>
          <a:xfrm>
            <a:off x="9468000" y="4416714"/>
            <a:ext cx="990977" cy="400110"/>
          </a:xfrm>
          <a:prstGeom prst="rect">
            <a:avLst/>
          </a:prstGeom>
          <a:noFill/>
        </p:spPr>
        <p:txBody>
          <a:bodyPr wrap="none" rtlCol="0">
            <a:spAutoFit/>
          </a:bodyPr>
          <a:lstStyle/>
          <a:p>
            <a:r>
              <a:rPr lang="en-CA" sz="2000" b="1">
                <a:solidFill>
                  <a:srgbClr val="FF0000"/>
                </a:solidFill>
              </a:rPr>
              <a:t>push(5)</a:t>
            </a:r>
          </a:p>
        </p:txBody>
      </p:sp>
      <p:sp>
        <p:nvSpPr>
          <p:cNvPr id="74" name="TextBox 73">
            <a:extLst>
              <a:ext uri="{FF2B5EF4-FFF2-40B4-BE49-F238E27FC236}">
                <a16:creationId xmlns:a16="http://schemas.microsoft.com/office/drawing/2014/main" id="{90C631E9-3D7A-4A9A-8022-302A2FCF4412}"/>
              </a:ext>
            </a:extLst>
          </p:cNvPr>
          <p:cNvSpPr txBox="1"/>
          <p:nvPr/>
        </p:nvSpPr>
        <p:spPr>
          <a:xfrm>
            <a:off x="6863900" y="5665393"/>
            <a:ext cx="1223412" cy="400110"/>
          </a:xfrm>
          <a:prstGeom prst="rect">
            <a:avLst/>
          </a:prstGeom>
          <a:noFill/>
        </p:spPr>
        <p:txBody>
          <a:bodyPr wrap="none" rtlCol="0">
            <a:spAutoFit/>
          </a:bodyPr>
          <a:lstStyle/>
          <a:p>
            <a:r>
              <a:rPr lang="en-CA" sz="2000" b="1">
                <a:solidFill>
                  <a:srgbClr val="FF0000"/>
                </a:solidFill>
              </a:rPr>
              <a:t>unshift(8)</a:t>
            </a:r>
          </a:p>
        </p:txBody>
      </p:sp>
      <p:sp>
        <p:nvSpPr>
          <p:cNvPr id="75" name="Arrow: Curved Down 74">
            <a:extLst>
              <a:ext uri="{FF2B5EF4-FFF2-40B4-BE49-F238E27FC236}">
                <a16:creationId xmlns:a16="http://schemas.microsoft.com/office/drawing/2014/main" id="{B0C8B217-058B-4E4D-B57C-2DA55A4AF16F}"/>
              </a:ext>
            </a:extLst>
          </p:cNvPr>
          <p:cNvSpPr/>
          <p:nvPr/>
        </p:nvSpPr>
        <p:spPr>
          <a:xfrm>
            <a:off x="8006822" y="5226139"/>
            <a:ext cx="493212" cy="371513"/>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endParaRPr>
          </a:p>
        </p:txBody>
      </p:sp>
      <p:sp>
        <p:nvSpPr>
          <p:cNvPr id="77" name="Arrow: Curved Down 76">
            <a:extLst>
              <a:ext uri="{FF2B5EF4-FFF2-40B4-BE49-F238E27FC236}">
                <a16:creationId xmlns:a16="http://schemas.microsoft.com/office/drawing/2014/main" id="{FA1EA48B-393C-43B1-BD78-0FAA5BDBB285}"/>
              </a:ext>
            </a:extLst>
          </p:cNvPr>
          <p:cNvSpPr/>
          <p:nvPr/>
        </p:nvSpPr>
        <p:spPr>
          <a:xfrm flipH="1">
            <a:off x="8694263" y="2725014"/>
            <a:ext cx="475002" cy="457199"/>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endParaRPr>
          </a:p>
        </p:txBody>
      </p:sp>
      <p:sp>
        <p:nvSpPr>
          <p:cNvPr id="71" name="TextBox 70">
            <a:extLst>
              <a:ext uri="{FF2B5EF4-FFF2-40B4-BE49-F238E27FC236}">
                <a16:creationId xmlns:a16="http://schemas.microsoft.com/office/drawing/2014/main" id="{CF336F06-1970-40CE-A15F-301CDDEC74F5}"/>
              </a:ext>
            </a:extLst>
          </p:cNvPr>
          <p:cNvSpPr txBox="1"/>
          <p:nvPr/>
        </p:nvSpPr>
        <p:spPr>
          <a:xfrm>
            <a:off x="8538363" y="3626698"/>
            <a:ext cx="2897203" cy="400110"/>
          </a:xfrm>
          <a:prstGeom prst="rect">
            <a:avLst/>
          </a:prstGeom>
          <a:noFill/>
        </p:spPr>
        <p:txBody>
          <a:bodyPr wrap="none" rtlCol="0">
            <a:spAutoFit/>
          </a:bodyPr>
          <a:lstStyle/>
          <a:p>
            <a:r>
              <a:rPr lang="en-CA" sz="2000" b="1" err="1">
                <a:solidFill>
                  <a:srgbClr val="FF0000"/>
                </a:solidFill>
              </a:rPr>
              <a:t>myArray</a:t>
            </a:r>
            <a:r>
              <a:rPr lang="en-CA" sz="2000" b="1">
                <a:solidFill>
                  <a:srgbClr val="FF0000"/>
                </a:solidFill>
              </a:rPr>
              <a:t>[</a:t>
            </a:r>
            <a:r>
              <a:rPr lang="en-CA" sz="2000" b="1" err="1">
                <a:solidFill>
                  <a:srgbClr val="FF0000"/>
                </a:solidFill>
              </a:rPr>
              <a:t>arrayLength</a:t>
            </a:r>
            <a:r>
              <a:rPr lang="en-CA" sz="2000" b="1">
                <a:solidFill>
                  <a:srgbClr val="FF0000"/>
                </a:solidFill>
              </a:rPr>
              <a:t>] = 5</a:t>
            </a:r>
          </a:p>
        </p:txBody>
      </p:sp>
      <p:sp>
        <p:nvSpPr>
          <p:cNvPr id="76" name="Arrow: Curved Down 75">
            <a:extLst>
              <a:ext uri="{FF2B5EF4-FFF2-40B4-BE49-F238E27FC236}">
                <a16:creationId xmlns:a16="http://schemas.microsoft.com/office/drawing/2014/main" id="{80A52F2C-0462-45E0-BE1C-3C267FCFA413}"/>
              </a:ext>
            </a:extLst>
          </p:cNvPr>
          <p:cNvSpPr/>
          <p:nvPr/>
        </p:nvSpPr>
        <p:spPr>
          <a:xfrm flipH="1">
            <a:off x="9351863" y="4140415"/>
            <a:ext cx="475002" cy="457199"/>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endParaRPr>
          </a:p>
        </p:txBody>
      </p:sp>
      <p:sp>
        <p:nvSpPr>
          <p:cNvPr id="78" name="Text Box 1033">
            <a:extLst>
              <a:ext uri="{FF2B5EF4-FFF2-40B4-BE49-F238E27FC236}">
                <a16:creationId xmlns:a16="http://schemas.microsoft.com/office/drawing/2014/main" id="{A58D20DB-4C71-41AA-9962-662650209FAE}"/>
              </a:ext>
            </a:extLst>
          </p:cNvPr>
          <p:cNvSpPr txBox="1">
            <a:spLocks noChangeArrowheads="1"/>
          </p:cNvSpPr>
          <p:nvPr/>
        </p:nvSpPr>
        <p:spPr bwMode="auto">
          <a:xfrm>
            <a:off x="824093" y="1780409"/>
            <a:ext cx="5920502" cy="4524315"/>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console.log('Adding element in an array');</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let </a:t>
            </a:r>
            <a:r>
              <a:rPr kumimoji="1" lang="en-US" altLang="en-US" sz="1800" b="1" kern="0" err="1">
                <a:solidFill>
                  <a:srgbClr val="000000"/>
                </a:solidFill>
                <a:latin typeface="Courier New" panose="02070309020205020404" pitchFamily="49" charset="0"/>
              </a:rPr>
              <a:t>myArray</a:t>
            </a:r>
            <a:r>
              <a:rPr kumimoji="1" lang="en-US" altLang="en-US" sz="1800" b="1" kern="0">
                <a:solidFill>
                  <a:srgbClr val="000000"/>
                </a:solidFill>
                <a:latin typeface="Courier New" panose="02070309020205020404" pitchFamily="49" charset="0"/>
              </a:rPr>
              <a:t> = [0,1,2,3,4];</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a:t>
            </a:r>
            <a:r>
              <a:rPr kumimoji="1" lang="en-US" altLang="en-US" sz="1800" b="1" kern="0" err="1">
                <a:solidFill>
                  <a:srgbClr val="000000"/>
                </a:solidFill>
                <a:latin typeface="Courier New" panose="02070309020205020404" pitchFamily="49" charset="0"/>
              </a:rPr>
              <a:t>myArray</a:t>
            </a:r>
            <a:r>
              <a:rPr kumimoji="1" lang="en-US" altLang="en-US" sz="1800" b="1" kern="0">
                <a:solidFill>
                  <a:srgbClr val="000000"/>
                </a:solidFill>
                <a:latin typeface="Courier New" panose="02070309020205020404" pitchFamily="49" charset="0"/>
              </a:rPr>
              <a:t> : ${</a:t>
            </a:r>
            <a:r>
              <a:rPr kumimoji="1" lang="en-US" altLang="en-US" sz="1800" b="1" kern="0" err="1">
                <a:solidFill>
                  <a:srgbClr val="000000"/>
                </a:solidFill>
                <a:latin typeface="Courier New" panose="02070309020205020404" pitchFamily="49" charset="0"/>
              </a:rPr>
              <a:t>myArray</a:t>
            </a:r>
            <a:r>
              <a:rPr kumimoji="1" lang="en-US" altLang="en-US" sz="1800" b="1" kern="0">
                <a:solidFill>
                  <a:srgbClr val="000000"/>
                </a:solidFill>
                <a:latin typeface="Courier New" panose="02070309020205020404" pitchFamily="49" charset="0"/>
              </a:rPr>
              <a:t>}`);</a:t>
            </a:r>
          </a:p>
          <a:p>
            <a:pPr lvl="0" eaLnBrk="0" fontAlgn="base" hangingPunct="0">
              <a:spcBef>
                <a:spcPct val="0"/>
              </a:spcBef>
              <a:spcAft>
                <a:spcPct val="0"/>
              </a:spcAft>
              <a:buClrTx/>
              <a:buSzTx/>
              <a:buNone/>
              <a:defRPr/>
            </a:pPr>
            <a:endParaRPr kumimoji="1" lang="en-US" altLang="en-US" sz="1800" b="1" kern="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let </a:t>
            </a:r>
            <a:r>
              <a:rPr kumimoji="1" lang="en-US" altLang="en-US" sz="1800" b="1" kern="0" err="1">
                <a:solidFill>
                  <a:srgbClr val="000000"/>
                </a:solidFill>
                <a:latin typeface="Courier New" panose="02070309020205020404" pitchFamily="49" charset="0"/>
              </a:rPr>
              <a:t>arrayLength</a:t>
            </a:r>
            <a:r>
              <a:rPr kumimoji="1" lang="en-US" altLang="en-US" sz="1800" b="1" kern="0">
                <a:solidFill>
                  <a:srgbClr val="000000"/>
                </a:solidFill>
                <a:latin typeface="Courier New" panose="02070309020205020404" pitchFamily="49" charset="0"/>
              </a:rPr>
              <a:t> = </a:t>
            </a:r>
            <a:r>
              <a:rPr kumimoji="1" lang="en-US" altLang="en-US" sz="1800" b="1" kern="0" err="1">
                <a:solidFill>
                  <a:srgbClr val="000000"/>
                </a:solidFill>
                <a:latin typeface="Courier New" panose="02070309020205020404" pitchFamily="49" charset="0"/>
              </a:rPr>
              <a:t>myArray.length</a:t>
            </a:r>
            <a:r>
              <a:rPr kumimoji="1" lang="en-US" altLang="en-US" sz="1800" b="1" kern="0">
                <a:solidFill>
                  <a:srgbClr val="000000"/>
                </a:solidFill>
                <a:latin typeface="Courier New" panose="02070309020205020404" pitchFamily="49" charset="0"/>
              </a:rPr>
              <a:t>;</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console.log('Assign </a:t>
            </a:r>
            <a:r>
              <a:rPr kumimoji="1" lang="en-US" altLang="en-US" sz="1800" b="1" kern="0" err="1">
                <a:solidFill>
                  <a:srgbClr val="000000"/>
                </a:solidFill>
                <a:latin typeface="Courier New" panose="02070309020205020404" pitchFamily="49" charset="0"/>
              </a:rPr>
              <a:t>myArray</a:t>
            </a:r>
            <a:r>
              <a:rPr kumimoji="1" lang="en-US" altLang="en-US" sz="1800" b="1" kern="0">
                <a:solidFill>
                  <a:srgbClr val="000000"/>
                </a:solidFill>
                <a:latin typeface="Courier New" panose="02070309020205020404" pitchFamily="49" charset="0"/>
              </a:rPr>
              <a:t>[5] = 5');</a:t>
            </a:r>
          </a:p>
          <a:p>
            <a:pPr lvl="0" eaLnBrk="0" fontAlgn="base" hangingPunct="0">
              <a:spcBef>
                <a:spcPct val="0"/>
              </a:spcBef>
              <a:spcAft>
                <a:spcPct val="0"/>
              </a:spcAft>
              <a:buClrTx/>
              <a:buSzTx/>
              <a:buNone/>
              <a:defRPr/>
            </a:pPr>
            <a:r>
              <a:rPr kumimoji="1" lang="en-US" altLang="en-US" sz="1800" b="1" kern="0" err="1">
                <a:solidFill>
                  <a:srgbClr val="000000"/>
                </a:solidFill>
                <a:latin typeface="Courier New" panose="02070309020205020404" pitchFamily="49" charset="0"/>
              </a:rPr>
              <a:t>myArray</a:t>
            </a:r>
            <a:r>
              <a:rPr kumimoji="1" lang="en-US" altLang="en-US" sz="1800" b="1" kern="0">
                <a:solidFill>
                  <a:srgbClr val="000000"/>
                </a:solidFill>
                <a:latin typeface="Courier New" panose="02070309020205020404" pitchFamily="49" charset="0"/>
              </a:rPr>
              <a:t>[</a:t>
            </a:r>
            <a:r>
              <a:rPr kumimoji="1" lang="en-US" altLang="en-US" sz="1800" b="1" kern="0" err="1">
                <a:solidFill>
                  <a:srgbClr val="000000"/>
                </a:solidFill>
                <a:latin typeface="Courier New" panose="02070309020205020404" pitchFamily="49" charset="0"/>
              </a:rPr>
              <a:t>arrayLength</a:t>
            </a:r>
            <a:r>
              <a:rPr kumimoji="1" lang="en-US" altLang="en-US" sz="1800" b="1" kern="0">
                <a:solidFill>
                  <a:srgbClr val="000000"/>
                </a:solidFill>
                <a:latin typeface="Courier New" panose="02070309020205020404" pitchFamily="49" charset="0"/>
              </a:rPr>
              <a:t>] = 5;</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a:t>
            </a:r>
            <a:r>
              <a:rPr kumimoji="1" lang="en-US" altLang="en-US" sz="1800" b="1" kern="0" err="1">
                <a:solidFill>
                  <a:srgbClr val="000000"/>
                </a:solidFill>
                <a:latin typeface="Courier New" panose="02070309020205020404" pitchFamily="49" charset="0"/>
              </a:rPr>
              <a:t>myArray</a:t>
            </a:r>
            <a:r>
              <a:rPr kumimoji="1" lang="en-US" altLang="en-US" sz="1800" b="1" kern="0">
                <a:solidFill>
                  <a:srgbClr val="000000"/>
                </a:solidFill>
                <a:latin typeface="Courier New" panose="02070309020205020404" pitchFamily="49" charset="0"/>
              </a:rPr>
              <a:t> : ${</a:t>
            </a:r>
            <a:r>
              <a:rPr kumimoji="1" lang="en-US" altLang="en-US" sz="1800" b="1" kern="0" err="1">
                <a:solidFill>
                  <a:srgbClr val="000000"/>
                </a:solidFill>
                <a:latin typeface="Courier New" panose="02070309020205020404" pitchFamily="49" charset="0"/>
              </a:rPr>
              <a:t>myArray</a:t>
            </a:r>
            <a:r>
              <a:rPr kumimoji="1" lang="en-US" altLang="en-US" sz="1800" b="1" kern="0">
                <a:solidFill>
                  <a:srgbClr val="000000"/>
                </a:solidFill>
                <a:latin typeface="Courier New" panose="02070309020205020404" pitchFamily="49" charset="0"/>
              </a:rPr>
              <a:t>}`);</a:t>
            </a:r>
          </a:p>
          <a:p>
            <a:pPr lvl="0" eaLnBrk="0" fontAlgn="base" hangingPunct="0">
              <a:spcBef>
                <a:spcPct val="0"/>
              </a:spcBef>
              <a:spcAft>
                <a:spcPct val="0"/>
              </a:spcAft>
              <a:buClrTx/>
              <a:buSzTx/>
              <a:buNone/>
              <a:defRPr/>
            </a:pPr>
            <a:endParaRPr kumimoji="1" lang="en-US" altLang="en-US" sz="1800" b="1" kern="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a:t>
            </a:r>
            <a:r>
              <a:rPr kumimoji="1" lang="en-US" altLang="en-US" sz="1800" b="1" kern="0" err="1">
                <a:solidFill>
                  <a:srgbClr val="000000"/>
                </a:solidFill>
                <a:latin typeface="Courier New" panose="02070309020205020404" pitchFamily="49" charset="0"/>
              </a:rPr>
              <a:t>myArray.push</a:t>
            </a:r>
            <a:r>
              <a:rPr kumimoji="1" lang="en-US" altLang="en-US" sz="1800" b="1" kern="0">
                <a:solidFill>
                  <a:srgbClr val="000000"/>
                </a:solidFill>
                <a:latin typeface="Courier New" panose="02070309020205020404" pitchFamily="49" charset="0"/>
              </a:rPr>
              <a:t>(5)');</a:t>
            </a:r>
          </a:p>
          <a:p>
            <a:pPr lvl="0" eaLnBrk="0" fontAlgn="base" hangingPunct="0">
              <a:spcBef>
                <a:spcPct val="0"/>
              </a:spcBef>
              <a:spcAft>
                <a:spcPct val="0"/>
              </a:spcAft>
              <a:buClrTx/>
              <a:buSzTx/>
              <a:buNone/>
              <a:defRPr/>
            </a:pPr>
            <a:r>
              <a:rPr kumimoji="1" lang="en-US" altLang="en-US" sz="1800" b="1" kern="0" err="1">
                <a:solidFill>
                  <a:srgbClr val="000000"/>
                </a:solidFill>
                <a:latin typeface="Courier New" panose="02070309020205020404" pitchFamily="49" charset="0"/>
              </a:rPr>
              <a:t>myArray.push</a:t>
            </a:r>
            <a:r>
              <a:rPr kumimoji="1" lang="en-US" altLang="en-US" sz="1800" b="1" kern="0">
                <a:solidFill>
                  <a:srgbClr val="000000"/>
                </a:solidFill>
                <a:latin typeface="Courier New" panose="02070309020205020404" pitchFamily="49" charset="0"/>
              </a:rPr>
              <a:t>(5);</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a:t>
            </a:r>
            <a:r>
              <a:rPr kumimoji="1" lang="en-US" altLang="en-US" sz="1800" b="1" kern="0" err="1">
                <a:solidFill>
                  <a:srgbClr val="000000"/>
                </a:solidFill>
                <a:latin typeface="Courier New" panose="02070309020205020404" pitchFamily="49" charset="0"/>
              </a:rPr>
              <a:t>myArray</a:t>
            </a:r>
            <a:r>
              <a:rPr kumimoji="1" lang="en-US" altLang="en-US" sz="1800" b="1" kern="0">
                <a:solidFill>
                  <a:srgbClr val="000000"/>
                </a:solidFill>
                <a:latin typeface="Courier New" panose="02070309020205020404" pitchFamily="49" charset="0"/>
              </a:rPr>
              <a:t> : ${</a:t>
            </a:r>
            <a:r>
              <a:rPr kumimoji="1" lang="en-US" altLang="en-US" sz="1800" b="1" kern="0" err="1">
                <a:solidFill>
                  <a:srgbClr val="000000"/>
                </a:solidFill>
                <a:latin typeface="Courier New" panose="02070309020205020404" pitchFamily="49" charset="0"/>
              </a:rPr>
              <a:t>myArray</a:t>
            </a:r>
            <a:r>
              <a:rPr kumimoji="1" lang="en-US" altLang="en-US" sz="1800" b="1" kern="0">
                <a:solidFill>
                  <a:srgbClr val="000000"/>
                </a:solidFill>
                <a:latin typeface="Courier New" panose="02070309020205020404" pitchFamily="49" charset="0"/>
              </a:rPr>
              <a:t>}`);</a:t>
            </a:r>
          </a:p>
          <a:p>
            <a:pPr lvl="0" eaLnBrk="0" fontAlgn="base" hangingPunct="0">
              <a:spcBef>
                <a:spcPct val="0"/>
              </a:spcBef>
              <a:spcAft>
                <a:spcPct val="0"/>
              </a:spcAft>
              <a:buClrTx/>
              <a:buSzTx/>
              <a:buNone/>
              <a:defRPr/>
            </a:pPr>
            <a:endParaRPr kumimoji="1" lang="en-US" altLang="en-US" sz="1800" b="1" kern="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a:t>
            </a:r>
            <a:r>
              <a:rPr kumimoji="1" lang="en-US" altLang="en-US" sz="1800" b="1" kern="0" err="1">
                <a:solidFill>
                  <a:srgbClr val="000000"/>
                </a:solidFill>
                <a:latin typeface="Courier New" panose="02070309020205020404" pitchFamily="49" charset="0"/>
              </a:rPr>
              <a:t>myArray.unshift</a:t>
            </a:r>
            <a:r>
              <a:rPr kumimoji="1" lang="en-US" altLang="en-US" sz="1800" b="1" kern="0">
                <a:solidFill>
                  <a:srgbClr val="000000"/>
                </a:solidFill>
                <a:latin typeface="Courier New" panose="02070309020205020404" pitchFamily="49" charset="0"/>
              </a:rPr>
              <a:t>(8)');</a:t>
            </a:r>
          </a:p>
          <a:p>
            <a:pPr lvl="0" eaLnBrk="0" fontAlgn="base" hangingPunct="0">
              <a:spcBef>
                <a:spcPct val="0"/>
              </a:spcBef>
              <a:spcAft>
                <a:spcPct val="0"/>
              </a:spcAft>
              <a:buClrTx/>
              <a:buSzTx/>
              <a:buNone/>
              <a:defRPr/>
            </a:pPr>
            <a:r>
              <a:rPr kumimoji="1" lang="en-US" altLang="en-US" sz="1800" b="1" kern="0" err="1">
                <a:solidFill>
                  <a:srgbClr val="000000"/>
                </a:solidFill>
                <a:latin typeface="Courier New" panose="02070309020205020404" pitchFamily="49" charset="0"/>
              </a:rPr>
              <a:t>myArray.unshift</a:t>
            </a:r>
            <a:r>
              <a:rPr kumimoji="1" lang="en-US" altLang="en-US" sz="1800" b="1" kern="0">
                <a:solidFill>
                  <a:srgbClr val="000000"/>
                </a:solidFill>
                <a:latin typeface="Courier New" panose="02070309020205020404" pitchFamily="49" charset="0"/>
              </a:rPr>
              <a:t>(8);</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a:t>
            </a:r>
            <a:r>
              <a:rPr kumimoji="1" lang="en-US" altLang="en-US" sz="1800" b="1" kern="0" err="1">
                <a:solidFill>
                  <a:srgbClr val="000000"/>
                </a:solidFill>
                <a:latin typeface="Courier New" panose="02070309020205020404" pitchFamily="49" charset="0"/>
              </a:rPr>
              <a:t>myArray</a:t>
            </a:r>
            <a:r>
              <a:rPr kumimoji="1" lang="en-US" altLang="en-US" sz="1800" b="1" kern="0">
                <a:solidFill>
                  <a:srgbClr val="000000"/>
                </a:solidFill>
                <a:latin typeface="Courier New" panose="02070309020205020404" pitchFamily="49" charset="0"/>
              </a:rPr>
              <a:t> : ${</a:t>
            </a:r>
            <a:r>
              <a:rPr kumimoji="1" lang="en-US" altLang="en-US" sz="1800" b="1" kern="0" err="1">
                <a:solidFill>
                  <a:srgbClr val="000000"/>
                </a:solidFill>
                <a:latin typeface="Courier New" panose="02070309020205020404" pitchFamily="49" charset="0"/>
              </a:rPr>
              <a:t>myArray</a:t>
            </a:r>
            <a:r>
              <a:rPr kumimoji="1" lang="en-US" altLang="en-US" sz="1800" b="1" kern="0">
                <a:solidFill>
                  <a:srgbClr val="000000"/>
                </a:solidFill>
                <a:latin typeface="Courier New" panose="02070309020205020404" pitchFamily="49" charset="0"/>
              </a:rPr>
              <a:t>}`);</a:t>
            </a:r>
          </a:p>
        </p:txBody>
      </p:sp>
      <p:sp>
        <p:nvSpPr>
          <p:cNvPr id="4" name="Slide Number Placeholder 3">
            <a:extLst>
              <a:ext uri="{FF2B5EF4-FFF2-40B4-BE49-F238E27FC236}">
                <a16:creationId xmlns:a16="http://schemas.microsoft.com/office/drawing/2014/main" id="{06D80279-5AD6-4B80-8793-4EE5E290E19C}"/>
              </a:ext>
            </a:extLst>
          </p:cNvPr>
          <p:cNvSpPr>
            <a:spLocks noGrp="1"/>
          </p:cNvSpPr>
          <p:nvPr>
            <p:ph type="sldNum" sz="quarter" idx="12"/>
          </p:nvPr>
        </p:nvSpPr>
        <p:spPr/>
        <p:txBody>
          <a:bodyPr/>
          <a:lstStyle/>
          <a:p>
            <a:fld id="{6B7CECC9-8688-4C14-9F38-24140407CAFB}" type="slidenum">
              <a:rPr lang="en-CA" smtClean="0"/>
              <a:t>15</a:t>
            </a:fld>
            <a:endParaRPr lang="en-CA"/>
          </a:p>
        </p:txBody>
      </p:sp>
    </p:spTree>
    <p:extLst>
      <p:ext uri="{BB962C8B-B14F-4D97-AF65-F5344CB8AC3E}">
        <p14:creationId xmlns:p14="http://schemas.microsoft.com/office/powerpoint/2010/main" val="15110299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9F434-09D1-4D9C-B150-0E1E6A49C245}"/>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0B9F4930-8FC4-4C1D-935D-57B0EAD96CBF}"/>
              </a:ext>
            </a:extLst>
          </p:cNvPr>
          <p:cNvSpPr>
            <a:spLocks noGrp="1"/>
          </p:cNvSpPr>
          <p:nvPr>
            <p:ph idx="1"/>
          </p:nvPr>
        </p:nvSpPr>
        <p:spPr/>
        <p:txBody>
          <a:bodyPr/>
          <a:lstStyle/>
          <a:p>
            <a:endParaRPr lang="en-CA"/>
          </a:p>
        </p:txBody>
      </p:sp>
      <p:sp>
        <p:nvSpPr>
          <p:cNvPr id="4" name="Slide Number Placeholder 3">
            <a:extLst>
              <a:ext uri="{FF2B5EF4-FFF2-40B4-BE49-F238E27FC236}">
                <a16:creationId xmlns:a16="http://schemas.microsoft.com/office/drawing/2014/main" id="{D270BD29-6C1A-42B9-98A6-BE18019B0396}"/>
              </a:ext>
            </a:extLst>
          </p:cNvPr>
          <p:cNvSpPr>
            <a:spLocks noGrp="1"/>
          </p:cNvSpPr>
          <p:nvPr>
            <p:ph type="sldNum" sz="quarter" idx="12"/>
          </p:nvPr>
        </p:nvSpPr>
        <p:spPr/>
        <p:txBody>
          <a:bodyPr/>
          <a:lstStyle/>
          <a:p>
            <a:fld id="{6B7CECC9-8688-4C14-9F38-24140407CAFB}" type="slidenum">
              <a:rPr lang="en-CA" smtClean="0"/>
              <a:t>16</a:t>
            </a:fld>
            <a:endParaRPr lang="en-CA"/>
          </a:p>
        </p:txBody>
      </p:sp>
    </p:spTree>
    <p:extLst>
      <p:ext uri="{BB962C8B-B14F-4D97-AF65-F5344CB8AC3E}">
        <p14:creationId xmlns:p14="http://schemas.microsoft.com/office/powerpoint/2010/main" val="24109798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B335D-EF47-42A3-9667-FE0B9B0BEC0E}"/>
              </a:ext>
            </a:extLst>
          </p:cNvPr>
          <p:cNvSpPr>
            <a:spLocks noGrp="1"/>
          </p:cNvSpPr>
          <p:nvPr>
            <p:ph type="title"/>
          </p:nvPr>
        </p:nvSpPr>
        <p:spPr/>
        <p:txBody>
          <a:bodyPr/>
          <a:lstStyle/>
          <a:p>
            <a:r>
              <a:rPr lang="en-CA"/>
              <a:t>Removing Elements in an Array</a:t>
            </a:r>
          </a:p>
        </p:txBody>
      </p:sp>
      <p:sp>
        <p:nvSpPr>
          <p:cNvPr id="3" name="Content Placeholder 2">
            <a:extLst>
              <a:ext uri="{FF2B5EF4-FFF2-40B4-BE49-F238E27FC236}">
                <a16:creationId xmlns:a16="http://schemas.microsoft.com/office/drawing/2014/main" id="{025740CC-E5FC-4B1B-A535-79D28467ACB4}"/>
              </a:ext>
            </a:extLst>
          </p:cNvPr>
          <p:cNvSpPr>
            <a:spLocks noGrp="1"/>
          </p:cNvSpPr>
          <p:nvPr>
            <p:ph idx="1"/>
          </p:nvPr>
        </p:nvSpPr>
        <p:spPr/>
        <p:txBody>
          <a:bodyPr/>
          <a:lstStyle/>
          <a:p>
            <a:r>
              <a:rPr lang="en-CA"/>
              <a:t>Array's object pop() method to remove the last element of the array</a:t>
            </a:r>
          </a:p>
          <a:p>
            <a:pPr lvl="1"/>
            <a:r>
              <a:rPr lang="en-CA"/>
              <a:t>This will decrease the length of the array by 1</a:t>
            </a:r>
          </a:p>
          <a:p>
            <a:pPr lvl="1"/>
            <a:r>
              <a:rPr lang="en-CA"/>
              <a:t>Returns the value of the removed element</a:t>
            </a:r>
          </a:p>
          <a:p>
            <a:endParaRPr lang="en-CA"/>
          </a:p>
          <a:p>
            <a:r>
              <a:rPr lang="en-CA"/>
              <a:t>Array's object shift() method to remove the first element of the array</a:t>
            </a:r>
          </a:p>
          <a:p>
            <a:pPr lvl="1"/>
            <a:r>
              <a:rPr lang="en-US"/>
              <a:t>Removes the first element and shifts the remaining elements up one to fill the empty spot</a:t>
            </a:r>
            <a:endParaRPr lang="en-CA"/>
          </a:p>
        </p:txBody>
      </p:sp>
      <p:sp>
        <p:nvSpPr>
          <p:cNvPr id="4" name="Text Box 1033">
            <a:extLst>
              <a:ext uri="{FF2B5EF4-FFF2-40B4-BE49-F238E27FC236}">
                <a16:creationId xmlns:a16="http://schemas.microsoft.com/office/drawing/2014/main" id="{B0815BB9-3FC0-4BD5-A879-4BE8DADFEA78}"/>
              </a:ext>
            </a:extLst>
          </p:cNvPr>
          <p:cNvSpPr txBox="1">
            <a:spLocks noChangeArrowheads="1"/>
          </p:cNvSpPr>
          <p:nvPr/>
        </p:nvSpPr>
        <p:spPr bwMode="auto">
          <a:xfrm>
            <a:off x="3999284" y="3244334"/>
            <a:ext cx="3615467" cy="369332"/>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1" lang="en-US" altLang="en-US" sz="1800" b="1" kern="0" err="1">
                <a:solidFill>
                  <a:srgbClr val="000000"/>
                </a:solidFill>
                <a:latin typeface="Courier New" panose="02070309020205020404" pitchFamily="49" charset="0"/>
              </a:rPr>
              <a:t>arrayName.pop</a:t>
            </a:r>
            <a:r>
              <a:rPr kumimoji="1" lang="en-US" altLang="en-US" sz="1800" b="1" kern="0">
                <a:solidFill>
                  <a:srgbClr val="000000"/>
                </a:solidFill>
                <a:latin typeface="Courier New" panose="02070309020205020404" pitchFamily="49" charset="0"/>
              </a:rPr>
              <a:t>();</a:t>
            </a:r>
          </a:p>
        </p:txBody>
      </p:sp>
      <p:sp>
        <p:nvSpPr>
          <p:cNvPr id="5" name="Text Box 1033">
            <a:extLst>
              <a:ext uri="{FF2B5EF4-FFF2-40B4-BE49-F238E27FC236}">
                <a16:creationId xmlns:a16="http://schemas.microsoft.com/office/drawing/2014/main" id="{98EC0E71-25DA-45BF-85A7-E380B223CB75}"/>
              </a:ext>
            </a:extLst>
          </p:cNvPr>
          <p:cNvSpPr txBox="1">
            <a:spLocks noChangeArrowheads="1"/>
          </p:cNvSpPr>
          <p:nvPr/>
        </p:nvSpPr>
        <p:spPr bwMode="auto">
          <a:xfrm>
            <a:off x="3931550" y="5111617"/>
            <a:ext cx="3683201" cy="369332"/>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1" lang="en-US" altLang="en-US" sz="1800" b="1" kern="0" err="1">
                <a:solidFill>
                  <a:srgbClr val="000000"/>
                </a:solidFill>
                <a:latin typeface="Courier New" panose="02070309020205020404" pitchFamily="49" charset="0"/>
              </a:rPr>
              <a:t>arrayName.shift</a:t>
            </a:r>
            <a:r>
              <a:rPr kumimoji="1" lang="en-US" altLang="en-US" sz="1800" b="1" kern="0">
                <a:solidFill>
                  <a:srgbClr val="000000"/>
                </a:solidFill>
                <a:latin typeface="Courier New" panose="02070309020205020404" pitchFamily="49" charset="0"/>
              </a:rPr>
              <a:t>()</a:t>
            </a:r>
          </a:p>
        </p:txBody>
      </p:sp>
      <p:sp>
        <p:nvSpPr>
          <p:cNvPr id="6" name="Slide Number Placeholder 5">
            <a:extLst>
              <a:ext uri="{FF2B5EF4-FFF2-40B4-BE49-F238E27FC236}">
                <a16:creationId xmlns:a16="http://schemas.microsoft.com/office/drawing/2014/main" id="{5820556B-901E-414C-ABFA-E3F3A0FAEAC1}"/>
              </a:ext>
            </a:extLst>
          </p:cNvPr>
          <p:cNvSpPr>
            <a:spLocks noGrp="1"/>
          </p:cNvSpPr>
          <p:nvPr>
            <p:ph type="sldNum" sz="quarter" idx="12"/>
          </p:nvPr>
        </p:nvSpPr>
        <p:spPr/>
        <p:txBody>
          <a:bodyPr/>
          <a:lstStyle/>
          <a:p>
            <a:fld id="{6B7CECC9-8688-4C14-9F38-24140407CAFB}" type="slidenum">
              <a:rPr lang="en-CA" smtClean="0"/>
              <a:t>17</a:t>
            </a:fld>
            <a:endParaRPr lang="en-CA"/>
          </a:p>
        </p:txBody>
      </p:sp>
    </p:spTree>
    <p:extLst>
      <p:ext uri="{BB962C8B-B14F-4D97-AF65-F5344CB8AC3E}">
        <p14:creationId xmlns:p14="http://schemas.microsoft.com/office/powerpoint/2010/main" val="21618612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C0A0D-3FF7-4C42-A8E3-1019BD8BB7A5}"/>
              </a:ext>
            </a:extLst>
          </p:cNvPr>
          <p:cNvSpPr>
            <a:spLocks noGrp="1"/>
          </p:cNvSpPr>
          <p:nvPr>
            <p:ph type="title"/>
          </p:nvPr>
        </p:nvSpPr>
        <p:spPr/>
        <p:txBody>
          <a:bodyPr/>
          <a:lstStyle/>
          <a:p>
            <a:r>
              <a:rPr lang="en-CA" dirty="0"/>
              <a:t>Removing Elements in an Array – An Example</a:t>
            </a:r>
          </a:p>
        </p:txBody>
      </p:sp>
      <p:sp>
        <p:nvSpPr>
          <p:cNvPr id="3" name="Content Placeholder 2">
            <a:extLst>
              <a:ext uri="{FF2B5EF4-FFF2-40B4-BE49-F238E27FC236}">
                <a16:creationId xmlns:a16="http://schemas.microsoft.com/office/drawing/2014/main" id="{72B257AD-C509-460F-97D5-24AFD3D259DD}"/>
              </a:ext>
            </a:extLst>
          </p:cNvPr>
          <p:cNvSpPr>
            <a:spLocks noGrp="1"/>
          </p:cNvSpPr>
          <p:nvPr>
            <p:ph idx="1"/>
          </p:nvPr>
        </p:nvSpPr>
        <p:spPr/>
        <p:txBody>
          <a:bodyPr/>
          <a:lstStyle/>
          <a:p>
            <a:endParaRPr lang="en-CA"/>
          </a:p>
        </p:txBody>
      </p:sp>
      <p:sp>
        <p:nvSpPr>
          <p:cNvPr id="4" name="Rectangle 10">
            <a:extLst>
              <a:ext uri="{FF2B5EF4-FFF2-40B4-BE49-F238E27FC236}">
                <a16:creationId xmlns:a16="http://schemas.microsoft.com/office/drawing/2014/main" id="{E78C392B-9165-4AA0-A582-CC78A6DAD829}"/>
              </a:ext>
            </a:extLst>
          </p:cNvPr>
          <p:cNvSpPr>
            <a:spLocks noChangeArrowheads="1"/>
          </p:cNvSpPr>
          <p:nvPr/>
        </p:nvSpPr>
        <p:spPr bwMode="auto">
          <a:xfrm>
            <a:off x="7493521" y="2366215"/>
            <a:ext cx="1676400" cy="457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90000" tIns="46800" rIns="90000" bIns="46800" anchor="ctr">
            <a:spAutoFit/>
          </a:bodyPr>
          <a:lstStyle/>
          <a:p>
            <a:endParaRPr lang="en-CA"/>
          </a:p>
        </p:txBody>
      </p:sp>
      <p:sp>
        <p:nvSpPr>
          <p:cNvPr id="5" name="Text Box 11">
            <a:extLst>
              <a:ext uri="{FF2B5EF4-FFF2-40B4-BE49-F238E27FC236}">
                <a16:creationId xmlns:a16="http://schemas.microsoft.com/office/drawing/2014/main" id="{F7D7379D-82AD-4E30-A8CB-6BC8ACE95CDD}"/>
              </a:ext>
            </a:extLst>
          </p:cNvPr>
          <p:cNvSpPr txBox="1">
            <a:spLocks noChangeArrowheads="1"/>
          </p:cNvSpPr>
          <p:nvPr/>
        </p:nvSpPr>
        <p:spPr bwMode="auto">
          <a:xfrm>
            <a:off x="7493521" y="2442415"/>
            <a:ext cx="317500" cy="339725"/>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0</a:t>
            </a:r>
          </a:p>
        </p:txBody>
      </p:sp>
      <p:sp>
        <p:nvSpPr>
          <p:cNvPr id="6" name="Text Box 12">
            <a:extLst>
              <a:ext uri="{FF2B5EF4-FFF2-40B4-BE49-F238E27FC236}">
                <a16:creationId xmlns:a16="http://schemas.microsoft.com/office/drawing/2014/main" id="{3E5AA315-246E-4EEA-9E6E-BA9E7B5CE771}"/>
              </a:ext>
            </a:extLst>
          </p:cNvPr>
          <p:cNvSpPr txBox="1">
            <a:spLocks noChangeArrowheads="1"/>
          </p:cNvSpPr>
          <p:nvPr/>
        </p:nvSpPr>
        <p:spPr bwMode="auto">
          <a:xfrm>
            <a:off x="7836421" y="2442415"/>
            <a:ext cx="317500" cy="339725"/>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1</a:t>
            </a:r>
          </a:p>
        </p:txBody>
      </p:sp>
      <p:sp>
        <p:nvSpPr>
          <p:cNvPr id="7" name="Text Box 13">
            <a:extLst>
              <a:ext uri="{FF2B5EF4-FFF2-40B4-BE49-F238E27FC236}">
                <a16:creationId xmlns:a16="http://schemas.microsoft.com/office/drawing/2014/main" id="{157ECCCB-C5B2-4D9A-9C26-EDA34589F5E4}"/>
              </a:ext>
            </a:extLst>
          </p:cNvPr>
          <p:cNvSpPr txBox="1">
            <a:spLocks noChangeArrowheads="1"/>
          </p:cNvSpPr>
          <p:nvPr/>
        </p:nvSpPr>
        <p:spPr bwMode="auto">
          <a:xfrm>
            <a:off x="8179321" y="2442415"/>
            <a:ext cx="317500" cy="339725"/>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2</a:t>
            </a:r>
          </a:p>
        </p:txBody>
      </p:sp>
      <p:sp>
        <p:nvSpPr>
          <p:cNvPr id="8" name="Text Box 14">
            <a:extLst>
              <a:ext uri="{FF2B5EF4-FFF2-40B4-BE49-F238E27FC236}">
                <a16:creationId xmlns:a16="http://schemas.microsoft.com/office/drawing/2014/main" id="{CEFE9BB2-90CC-47E5-AE85-0938E4A17C47}"/>
              </a:ext>
            </a:extLst>
          </p:cNvPr>
          <p:cNvSpPr txBox="1">
            <a:spLocks noChangeArrowheads="1"/>
          </p:cNvSpPr>
          <p:nvPr/>
        </p:nvSpPr>
        <p:spPr bwMode="auto">
          <a:xfrm>
            <a:off x="8522221" y="2442415"/>
            <a:ext cx="317500" cy="339725"/>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3</a:t>
            </a:r>
          </a:p>
        </p:txBody>
      </p:sp>
      <p:sp>
        <p:nvSpPr>
          <p:cNvPr id="9" name="Text Box 15">
            <a:extLst>
              <a:ext uri="{FF2B5EF4-FFF2-40B4-BE49-F238E27FC236}">
                <a16:creationId xmlns:a16="http://schemas.microsoft.com/office/drawing/2014/main" id="{1A5D8A98-9624-4213-A896-926FBCE17F3C}"/>
              </a:ext>
            </a:extLst>
          </p:cNvPr>
          <p:cNvSpPr txBox="1">
            <a:spLocks noChangeArrowheads="1"/>
          </p:cNvSpPr>
          <p:nvPr/>
        </p:nvSpPr>
        <p:spPr bwMode="auto">
          <a:xfrm>
            <a:off x="8865121" y="2442415"/>
            <a:ext cx="317500" cy="339725"/>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4</a:t>
            </a:r>
          </a:p>
        </p:txBody>
      </p:sp>
      <p:sp>
        <p:nvSpPr>
          <p:cNvPr id="10" name="Line 19">
            <a:extLst>
              <a:ext uri="{FF2B5EF4-FFF2-40B4-BE49-F238E27FC236}">
                <a16:creationId xmlns:a16="http://schemas.microsoft.com/office/drawing/2014/main" id="{E27F667D-1DC1-40AB-BF5E-D3595696D6F4}"/>
              </a:ext>
            </a:extLst>
          </p:cNvPr>
          <p:cNvSpPr>
            <a:spLocks noChangeShapeType="1"/>
          </p:cNvSpPr>
          <p:nvPr/>
        </p:nvSpPr>
        <p:spPr bwMode="auto">
          <a:xfrm>
            <a:off x="7798321" y="2366215"/>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endParaRPr lang="en-CA"/>
          </a:p>
        </p:txBody>
      </p:sp>
      <p:sp>
        <p:nvSpPr>
          <p:cNvPr id="11" name="Line 20">
            <a:extLst>
              <a:ext uri="{FF2B5EF4-FFF2-40B4-BE49-F238E27FC236}">
                <a16:creationId xmlns:a16="http://schemas.microsoft.com/office/drawing/2014/main" id="{C8778A8D-90E3-4239-ADC9-182B1C7D58AC}"/>
              </a:ext>
            </a:extLst>
          </p:cNvPr>
          <p:cNvSpPr>
            <a:spLocks noChangeShapeType="1"/>
          </p:cNvSpPr>
          <p:nvPr/>
        </p:nvSpPr>
        <p:spPr bwMode="auto">
          <a:xfrm>
            <a:off x="8153921" y="2366215"/>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endParaRPr lang="en-CA"/>
          </a:p>
        </p:txBody>
      </p:sp>
      <p:sp>
        <p:nvSpPr>
          <p:cNvPr id="12" name="Line 21">
            <a:extLst>
              <a:ext uri="{FF2B5EF4-FFF2-40B4-BE49-F238E27FC236}">
                <a16:creationId xmlns:a16="http://schemas.microsoft.com/office/drawing/2014/main" id="{4C53587F-D666-4F62-8E9F-50A605DD0AB8}"/>
              </a:ext>
            </a:extLst>
          </p:cNvPr>
          <p:cNvSpPr>
            <a:spLocks noChangeShapeType="1"/>
          </p:cNvSpPr>
          <p:nvPr/>
        </p:nvSpPr>
        <p:spPr bwMode="auto">
          <a:xfrm>
            <a:off x="8509521" y="2366215"/>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endParaRPr lang="en-CA"/>
          </a:p>
        </p:txBody>
      </p:sp>
      <p:sp>
        <p:nvSpPr>
          <p:cNvPr id="13" name="Line 22">
            <a:extLst>
              <a:ext uri="{FF2B5EF4-FFF2-40B4-BE49-F238E27FC236}">
                <a16:creationId xmlns:a16="http://schemas.microsoft.com/office/drawing/2014/main" id="{9B724E25-3F9D-4C04-B6E6-B1A00A679142}"/>
              </a:ext>
            </a:extLst>
          </p:cNvPr>
          <p:cNvSpPr>
            <a:spLocks noChangeShapeType="1"/>
          </p:cNvSpPr>
          <p:nvPr/>
        </p:nvSpPr>
        <p:spPr bwMode="auto">
          <a:xfrm>
            <a:off x="8865121" y="2366215"/>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endParaRPr lang="en-CA"/>
          </a:p>
        </p:txBody>
      </p:sp>
      <p:sp>
        <p:nvSpPr>
          <p:cNvPr id="17" name="Rectangle 10">
            <a:extLst>
              <a:ext uri="{FF2B5EF4-FFF2-40B4-BE49-F238E27FC236}">
                <a16:creationId xmlns:a16="http://schemas.microsoft.com/office/drawing/2014/main" id="{ADA952CD-7DA7-4ED0-BAC9-6333879E2277}"/>
              </a:ext>
            </a:extLst>
          </p:cNvPr>
          <p:cNvSpPr>
            <a:spLocks noChangeArrowheads="1"/>
          </p:cNvSpPr>
          <p:nvPr/>
        </p:nvSpPr>
        <p:spPr bwMode="auto">
          <a:xfrm>
            <a:off x="7527811" y="3543505"/>
            <a:ext cx="1676400" cy="457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90000" tIns="46800" rIns="90000" bIns="46800" anchor="ctr">
            <a:spAutoFit/>
          </a:bodyPr>
          <a:lstStyle/>
          <a:p>
            <a:endParaRPr lang="en-CA"/>
          </a:p>
        </p:txBody>
      </p:sp>
      <p:sp>
        <p:nvSpPr>
          <p:cNvPr id="18" name="Text Box 11">
            <a:extLst>
              <a:ext uri="{FF2B5EF4-FFF2-40B4-BE49-F238E27FC236}">
                <a16:creationId xmlns:a16="http://schemas.microsoft.com/office/drawing/2014/main" id="{748CBBF6-30D5-4D1D-A595-685467ED2737}"/>
              </a:ext>
            </a:extLst>
          </p:cNvPr>
          <p:cNvSpPr txBox="1">
            <a:spLocks noChangeArrowheads="1"/>
          </p:cNvSpPr>
          <p:nvPr/>
        </p:nvSpPr>
        <p:spPr bwMode="auto">
          <a:xfrm>
            <a:off x="7527811" y="3619705"/>
            <a:ext cx="317500" cy="339725"/>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0</a:t>
            </a:r>
          </a:p>
        </p:txBody>
      </p:sp>
      <p:sp>
        <p:nvSpPr>
          <p:cNvPr id="19" name="Text Box 12">
            <a:extLst>
              <a:ext uri="{FF2B5EF4-FFF2-40B4-BE49-F238E27FC236}">
                <a16:creationId xmlns:a16="http://schemas.microsoft.com/office/drawing/2014/main" id="{1DBD2C72-2E6F-40D6-B289-B9615E9FFD52}"/>
              </a:ext>
            </a:extLst>
          </p:cNvPr>
          <p:cNvSpPr txBox="1">
            <a:spLocks noChangeArrowheads="1"/>
          </p:cNvSpPr>
          <p:nvPr/>
        </p:nvSpPr>
        <p:spPr bwMode="auto">
          <a:xfrm>
            <a:off x="7870711" y="3619705"/>
            <a:ext cx="317500" cy="339725"/>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1</a:t>
            </a:r>
          </a:p>
        </p:txBody>
      </p:sp>
      <p:sp>
        <p:nvSpPr>
          <p:cNvPr id="20" name="Text Box 13">
            <a:extLst>
              <a:ext uri="{FF2B5EF4-FFF2-40B4-BE49-F238E27FC236}">
                <a16:creationId xmlns:a16="http://schemas.microsoft.com/office/drawing/2014/main" id="{F8AC8B15-A35A-464C-8935-A312F12F4449}"/>
              </a:ext>
            </a:extLst>
          </p:cNvPr>
          <p:cNvSpPr txBox="1">
            <a:spLocks noChangeArrowheads="1"/>
          </p:cNvSpPr>
          <p:nvPr/>
        </p:nvSpPr>
        <p:spPr bwMode="auto">
          <a:xfrm>
            <a:off x="8213611" y="3619705"/>
            <a:ext cx="317500" cy="339725"/>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2</a:t>
            </a:r>
          </a:p>
        </p:txBody>
      </p:sp>
      <p:sp>
        <p:nvSpPr>
          <p:cNvPr id="21" name="Text Box 14">
            <a:extLst>
              <a:ext uri="{FF2B5EF4-FFF2-40B4-BE49-F238E27FC236}">
                <a16:creationId xmlns:a16="http://schemas.microsoft.com/office/drawing/2014/main" id="{CFFE04F9-1EFA-486D-A7F3-C0239635987E}"/>
              </a:ext>
            </a:extLst>
          </p:cNvPr>
          <p:cNvSpPr txBox="1">
            <a:spLocks noChangeArrowheads="1"/>
          </p:cNvSpPr>
          <p:nvPr/>
        </p:nvSpPr>
        <p:spPr bwMode="auto">
          <a:xfrm>
            <a:off x="8556511" y="3619705"/>
            <a:ext cx="317500" cy="339725"/>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3</a:t>
            </a:r>
          </a:p>
        </p:txBody>
      </p:sp>
      <p:sp>
        <p:nvSpPr>
          <p:cNvPr id="22" name="Text Box 15">
            <a:extLst>
              <a:ext uri="{FF2B5EF4-FFF2-40B4-BE49-F238E27FC236}">
                <a16:creationId xmlns:a16="http://schemas.microsoft.com/office/drawing/2014/main" id="{E5A32CF4-EA57-4F0F-BB5E-FC0BA241FEC3}"/>
              </a:ext>
            </a:extLst>
          </p:cNvPr>
          <p:cNvSpPr txBox="1">
            <a:spLocks noChangeArrowheads="1"/>
          </p:cNvSpPr>
          <p:nvPr/>
        </p:nvSpPr>
        <p:spPr bwMode="auto">
          <a:xfrm>
            <a:off x="8899411" y="3619705"/>
            <a:ext cx="317500" cy="339725"/>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4</a:t>
            </a:r>
          </a:p>
        </p:txBody>
      </p:sp>
      <p:sp>
        <p:nvSpPr>
          <p:cNvPr id="23" name="Line 19">
            <a:extLst>
              <a:ext uri="{FF2B5EF4-FFF2-40B4-BE49-F238E27FC236}">
                <a16:creationId xmlns:a16="http://schemas.microsoft.com/office/drawing/2014/main" id="{4A28E82A-0FA3-4696-9504-4DFA58276A3C}"/>
              </a:ext>
            </a:extLst>
          </p:cNvPr>
          <p:cNvSpPr>
            <a:spLocks noChangeShapeType="1"/>
          </p:cNvSpPr>
          <p:nvPr/>
        </p:nvSpPr>
        <p:spPr bwMode="auto">
          <a:xfrm>
            <a:off x="7832611" y="3543505"/>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endParaRPr lang="en-CA"/>
          </a:p>
        </p:txBody>
      </p:sp>
      <p:sp>
        <p:nvSpPr>
          <p:cNvPr id="24" name="Line 20">
            <a:extLst>
              <a:ext uri="{FF2B5EF4-FFF2-40B4-BE49-F238E27FC236}">
                <a16:creationId xmlns:a16="http://schemas.microsoft.com/office/drawing/2014/main" id="{6ECA5341-58A0-4D8F-A0CF-9045631A1D67}"/>
              </a:ext>
            </a:extLst>
          </p:cNvPr>
          <p:cNvSpPr>
            <a:spLocks noChangeShapeType="1"/>
          </p:cNvSpPr>
          <p:nvPr/>
        </p:nvSpPr>
        <p:spPr bwMode="auto">
          <a:xfrm>
            <a:off x="8188211" y="3543505"/>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endParaRPr lang="en-CA"/>
          </a:p>
        </p:txBody>
      </p:sp>
      <p:sp>
        <p:nvSpPr>
          <p:cNvPr id="25" name="Line 21">
            <a:extLst>
              <a:ext uri="{FF2B5EF4-FFF2-40B4-BE49-F238E27FC236}">
                <a16:creationId xmlns:a16="http://schemas.microsoft.com/office/drawing/2014/main" id="{19A087E8-02BB-41CE-B85B-2418305B2360}"/>
              </a:ext>
            </a:extLst>
          </p:cNvPr>
          <p:cNvSpPr>
            <a:spLocks noChangeShapeType="1"/>
          </p:cNvSpPr>
          <p:nvPr/>
        </p:nvSpPr>
        <p:spPr bwMode="auto">
          <a:xfrm>
            <a:off x="8543811" y="3543505"/>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endParaRPr lang="en-CA"/>
          </a:p>
        </p:txBody>
      </p:sp>
      <p:sp>
        <p:nvSpPr>
          <p:cNvPr id="26" name="Line 22">
            <a:extLst>
              <a:ext uri="{FF2B5EF4-FFF2-40B4-BE49-F238E27FC236}">
                <a16:creationId xmlns:a16="http://schemas.microsoft.com/office/drawing/2014/main" id="{C1C01FA2-4EAA-4468-9485-F483C8146F40}"/>
              </a:ext>
            </a:extLst>
          </p:cNvPr>
          <p:cNvSpPr>
            <a:spLocks noChangeShapeType="1"/>
          </p:cNvSpPr>
          <p:nvPr/>
        </p:nvSpPr>
        <p:spPr bwMode="auto">
          <a:xfrm>
            <a:off x="8899411" y="3543505"/>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endParaRPr lang="en-CA"/>
          </a:p>
        </p:txBody>
      </p:sp>
      <p:sp>
        <p:nvSpPr>
          <p:cNvPr id="32" name="TextBox 31">
            <a:extLst>
              <a:ext uri="{FF2B5EF4-FFF2-40B4-BE49-F238E27FC236}">
                <a16:creationId xmlns:a16="http://schemas.microsoft.com/office/drawing/2014/main" id="{1284FA7E-397A-4208-821B-2D1BFEEA2089}"/>
              </a:ext>
            </a:extLst>
          </p:cNvPr>
          <p:cNvSpPr txBox="1"/>
          <p:nvPr/>
        </p:nvSpPr>
        <p:spPr>
          <a:xfrm>
            <a:off x="7482369" y="4817794"/>
            <a:ext cx="605790" cy="584775"/>
          </a:xfrm>
          <a:prstGeom prst="rect">
            <a:avLst/>
          </a:prstGeom>
          <a:noFill/>
          <a:ln>
            <a:noFill/>
          </a:ln>
        </p:spPr>
        <p:txBody>
          <a:bodyPr wrap="square" rtlCol="0">
            <a:spAutoFit/>
          </a:bodyPr>
          <a:lstStyle/>
          <a:p>
            <a:r>
              <a:rPr lang="en-CA" sz="3200">
                <a:solidFill>
                  <a:srgbClr val="FF0000"/>
                </a:solidFill>
                <a:latin typeface="Arial Black" panose="020B0A04020102020204" pitchFamily="34" charset="0"/>
              </a:rPr>
              <a:t>X</a:t>
            </a:r>
          </a:p>
        </p:txBody>
      </p:sp>
      <p:sp>
        <p:nvSpPr>
          <p:cNvPr id="33" name="Rectangle 32">
            <a:extLst>
              <a:ext uri="{FF2B5EF4-FFF2-40B4-BE49-F238E27FC236}">
                <a16:creationId xmlns:a16="http://schemas.microsoft.com/office/drawing/2014/main" id="{89D0E40E-5E33-4D8E-A441-7B4D563013F5}"/>
              </a:ext>
            </a:extLst>
          </p:cNvPr>
          <p:cNvSpPr/>
          <p:nvPr/>
        </p:nvSpPr>
        <p:spPr>
          <a:xfrm>
            <a:off x="10277073" y="3566365"/>
            <a:ext cx="303604"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4" name="Text Box 15">
            <a:extLst>
              <a:ext uri="{FF2B5EF4-FFF2-40B4-BE49-F238E27FC236}">
                <a16:creationId xmlns:a16="http://schemas.microsoft.com/office/drawing/2014/main" id="{5FC2226F-EF77-49AC-8D79-7B92D4919207}"/>
              </a:ext>
            </a:extLst>
          </p:cNvPr>
          <p:cNvSpPr txBox="1">
            <a:spLocks noChangeArrowheads="1"/>
          </p:cNvSpPr>
          <p:nvPr/>
        </p:nvSpPr>
        <p:spPr bwMode="auto">
          <a:xfrm>
            <a:off x="9958901" y="3646229"/>
            <a:ext cx="319616" cy="37151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0</a:t>
            </a:r>
          </a:p>
        </p:txBody>
      </p:sp>
      <p:sp>
        <p:nvSpPr>
          <p:cNvPr id="35" name="Rectangle 34">
            <a:extLst>
              <a:ext uri="{FF2B5EF4-FFF2-40B4-BE49-F238E27FC236}">
                <a16:creationId xmlns:a16="http://schemas.microsoft.com/office/drawing/2014/main" id="{04A278E3-83F9-472D-9019-FF0AC587B56D}"/>
              </a:ext>
            </a:extLst>
          </p:cNvPr>
          <p:cNvSpPr/>
          <p:nvPr/>
        </p:nvSpPr>
        <p:spPr>
          <a:xfrm>
            <a:off x="9965849" y="3565449"/>
            <a:ext cx="303604"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6" name="Text Box 15">
            <a:extLst>
              <a:ext uri="{FF2B5EF4-FFF2-40B4-BE49-F238E27FC236}">
                <a16:creationId xmlns:a16="http://schemas.microsoft.com/office/drawing/2014/main" id="{1F93CAF7-7D4B-4D47-B515-3EE548101F91}"/>
              </a:ext>
            </a:extLst>
          </p:cNvPr>
          <p:cNvSpPr txBox="1">
            <a:spLocks noChangeArrowheads="1"/>
          </p:cNvSpPr>
          <p:nvPr/>
        </p:nvSpPr>
        <p:spPr bwMode="auto">
          <a:xfrm>
            <a:off x="10254340" y="3657788"/>
            <a:ext cx="319616" cy="37151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1</a:t>
            </a:r>
          </a:p>
        </p:txBody>
      </p:sp>
      <p:sp>
        <p:nvSpPr>
          <p:cNvPr id="37" name="Rectangle 36">
            <a:extLst>
              <a:ext uri="{FF2B5EF4-FFF2-40B4-BE49-F238E27FC236}">
                <a16:creationId xmlns:a16="http://schemas.microsoft.com/office/drawing/2014/main" id="{C8EF97EE-4489-463D-80C6-0B83B2B598CA}"/>
              </a:ext>
            </a:extLst>
          </p:cNvPr>
          <p:cNvSpPr/>
          <p:nvPr/>
        </p:nvSpPr>
        <p:spPr>
          <a:xfrm>
            <a:off x="10905413" y="3560592"/>
            <a:ext cx="303604"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8" name="Text Box 15">
            <a:extLst>
              <a:ext uri="{FF2B5EF4-FFF2-40B4-BE49-F238E27FC236}">
                <a16:creationId xmlns:a16="http://schemas.microsoft.com/office/drawing/2014/main" id="{54E18F1E-04B5-405B-8258-0582C13E8DD2}"/>
              </a:ext>
            </a:extLst>
          </p:cNvPr>
          <p:cNvSpPr txBox="1">
            <a:spLocks noChangeArrowheads="1"/>
          </p:cNvSpPr>
          <p:nvPr/>
        </p:nvSpPr>
        <p:spPr bwMode="auto">
          <a:xfrm>
            <a:off x="10587241" y="3640456"/>
            <a:ext cx="319616" cy="37151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2</a:t>
            </a:r>
          </a:p>
        </p:txBody>
      </p:sp>
      <p:sp>
        <p:nvSpPr>
          <p:cNvPr id="39" name="Rectangle 38">
            <a:extLst>
              <a:ext uri="{FF2B5EF4-FFF2-40B4-BE49-F238E27FC236}">
                <a16:creationId xmlns:a16="http://schemas.microsoft.com/office/drawing/2014/main" id="{B13ED631-21EC-41D4-9CB9-6D98625735D1}"/>
              </a:ext>
            </a:extLst>
          </p:cNvPr>
          <p:cNvSpPr/>
          <p:nvPr/>
        </p:nvSpPr>
        <p:spPr>
          <a:xfrm>
            <a:off x="10594189" y="3571106"/>
            <a:ext cx="303604"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0" name="Text Box 15">
            <a:extLst>
              <a:ext uri="{FF2B5EF4-FFF2-40B4-BE49-F238E27FC236}">
                <a16:creationId xmlns:a16="http://schemas.microsoft.com/office/drawing/2014/main" id="{A5171DE1-24F2-452C-B76B-051DA2FABE61}"/>
              </a:ext>
            </a:extLst>
          </p:cNvPr>
          <p:cNvSpPr txBox="1">
            <a:spLocks noChangeArrowheads="1"/>
          </p:cNvSpPr>
          <p:nvPr/>
        </p:nvSpPr>
        <p:spPr bwMode="auto">
          <a:xfrm>
            <a:off x="10882680" y="3652015"/>
            <a:ext cx="319616" cy="37151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3</a:t>
            </a:r>
          </a:p>
        </p:txBody>
      </p:sp>
      <p:sp>
        <p:nvSpPr>
          <p:cNvPr id="44" name="Rectangle 43">
            <a:extLst>
              <a:ext uri="{FF2B5EF4-FFF2-40B4-BE49-F238E27FC236}">
                <a16:creationId xmlns:a16="http://schemas.microsoft.com/office/drawing/2014/main" id="{3589C9FE-270B-4974-92D7-A641D96C17FD}"/>
              </a:ext>
            </a:extLst>
          </p:cNvPr>
          <p:cNvSpPr/>
          <p:nvPr/>
        </p:nvSpPr>
        <p:spPr>
          <a:xfrm>
            <a:off x="7880583" y="4850335"/>
            <a:ext cx="303604"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5" name="Text Box 15">
            <a:extLst>
              <a:ext uri="{FF2B5EF4-FFF2-40B4-BE49-F238E27FC236}">
                <a16:creationId xmlns:a16="http://schemas.microsoft.com/office/drawing/2014/main" id="{352C9A57-48A6-4D70-84A6-8E52FCFC505D}"/>
              </a:ext>
            </a:extLst>
          </p:cNvPr>
          <p:cNvSpPr txBox="1">
            <a:spLocks noChangeArrowheads="1"/>
          </p:cNvSpPr>
          <p:nvPr/>
        </p:nvSpPr>
        <p:spPr bwMode="auto">
          <a:xfrm>
            <a:off x="7562411" y="4930199"/>
            <a:ext cx="319616" cy="37151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0</a:t>
            </a:r>
          </a:p>
        </p:txBody>
      </p:sp>
      <p:sp>
        <p:nvSpPr>
          <p:cNvPr id="46" name="Rectangle 45">
            <a:extLst>
              <a:ext uri="{FF2B5EF4-FFF2-40B4-BE49-F238E27FC236}">
                <a16:creationId xmlns:a16="http://schemas.microsoft.com/office/drawing/2014/main" id="{AF781F74-5C72-43F7-AB83-A0A16B3AD78C}"/>
              </a:ext>
            </a:extLst>
          </p:cNvPr>
          <p:cNvSpPr/>
          <p:nvPr/>
        </p:nvSpPr>
        <p:spPr>
          <a:xfrm>
            <a:off x="7569359" y="4849419"/>
            <a:ext cx="303604"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7" name="Text Box 15">
            <a:extLst>
              <a:ext uri="{FF2B5EF4-FFF2-40B4-BE49-F238E27FC236}">
                <a16:creationId xmlns:a16="http://schemas.microsoft.com/office/drawing/2014/main" id="{0FBB306F-89C3-4E60-ADAB-6B724DB63A40}"/>
              </a:ext>
            </a:extLst>
          </p:cNvPr>
          <p:cNvSpPr txBox="1">
            <a:spLocks noChangeArrowheads="1"/>
          </p:cNvSpPr>
          <p:nvPr/>
        </p:nvSpPr>
        <p:spPr bwMode="auto">
          <a:xfrm>
            <a:off x="7857850" y="4941758"/>
            <a:ext cx="319616" cy="37151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1</a:t>
            </a:r>
          </a:p>
        </p:txBody>
      </p:sp>
      <p:sp>
        <p:nvSpPr>
          <p:cNvPr id="48" name="Rectangle 47">
            <a:extLst>
              <a:ext uri="{FF2B5EF4-FFF2-40B4-BE49-F238E27FC236}">
                <a16:creationId xmlns:a16="http://schemas.microsoft.com/office/drawing/2014/main" id="{F5AAF30E-7C14-414D-A38C-DCB82B67051E}"/>
              </a:ext>
            </a:extLst>
          </p:cNvPr>
          <p:cNvSpPr/>
          <p:nvPr/>
        </p:nvSpPr>
        <p:spPr>
          <a:xfrm>
            <a:off x="8508923" y="4844562"/>
            <a:ext cx="303604"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9" name="Text Box 15">
            <a:extLst>
              <a:ext uri="{FF2B5EF4-FFF2-40B4-BE49-F238E27FC236}">
                <a16:creationId xmlns:a16="http://schemas.microsoft.com/office/drawing/2014/main" id="{3960BFA6-95AE-4862-9C77-66BB8D4207D8}"/>
              </a:ext>
            </a:extLst>
          </p:cNvPr>
          <p:cNvSpPr txBox="1">
            <a:spLocks noChangeArrowheads="1"/>
          </p:cNvSpPr>
          <p:nvPr/>
        </p:nvSpPr>
        <p:spPr bwMode="auto">
          <a:xfrm>
            <a:off x="8190751" y="4924426"/>
            <a:ext cx="319616" cy="37151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2</a:t>
            </a:r>
          </a:p>
        </p:txBody>
      </p:sp>
      <p:sp>
        <p:nvSpPr>
          <p:cNvPr id="50" name="Rectangle 49">
            <a:extLst>
              <a:ext uri="{FF2B5EF4-FFF2-40B4-BE49-F238E27FC236}">
                <a16:creationId xmlns:a16="http://schemas.microsoft.com/office/drawing/2014/main" id="{66614802-F981-4890-8165-5DA56983EAAC}"/>
              </a:ext>
            </a:extLst>
          </p:cNvPr>
          <p:cNvSpPr/>
          <p:nvPr/>
        </p:nvSpPr>
        <p:spPr>
          <a:xfrm>
            <a:off x="8197699" y="4843646"/>
            <a:ext cx="303604"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1" name="Text Box 15">
            <a:extLst>
              <a:ext uri="{FF2B5EF4-FFF2-40B4-BE49-F238E27FC236}">
                <a16:creationId xmlns:a16="http://schemas.microsoft.com/office/drawing/2014/main" id="{64419FFF-3541-4AD4-9C47-F29FACF37187}"/>
              </a:ext>
            </a:extLst>
          </p:cNvPr>
          <p:cNvSpPr txBox="1">
            <a:spLocks noChangeArrowheads="1"/>
          </p:cNvSpPr>
          <p:nvPr/>
        </p:nvSpPr>
        <p:spPr bwMode="auto">
          <a:xfrm>
            <a:off x="8486190" y="4935985"/>
            <a:ext cx="319616" cy="37151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3</a:t>
            </a:r>
          </a:p>
        </p:txBody>
      </p:sp>
      <p:sp>
        <p:nvSpPr>
          <p:cNvPr id="52" name="Rectangle 51">
            <a:extLst>
              <a:ext uri="{FF2B5EF4-FFF2-40B4-BE49-F238E27FC236}">
                <a16:creationId xmlns:a16="http://schemas.microsoft.com/office/drawing/2014/main" id="{DF02E5B1-C6C9-408D-BD02-102B2234AE47}"/>
              </a:ext>
            </a:extLst>
          </p:cNvPr>
          <p:cNvSpPr/>
          <p:nvPr/>
        </p:nvSpPr>
        <p:spPr>
          <a:xfrm>
            <a:off x="10056093" y="4842715"/>
            <a:ext cx="303604"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5" name="Text Box 15">
            <a:extLst>
              <a:ext uri="{FF2B5EF4-FFF2-40B4-BE49-F238E27FC236}">
                <a16:creationId xmlns:a16="http://schemas.microsoft.com/office/drawing/2014/main" id="{295F175A-5291-48EC-A22E-F6E215289C30}"/>
              </a:ext>
            </a:extLst>
          </p:cNvPr>
          <p:cNvSpPr txBox="1">
            <a:spLocks noChangeArrowheads="1"/>
          </p:cNvSpPr>
          <p:nvPr/>
        </p:nvSpPr>
        <p:spPr bwMode="auto">
          <a:xfrm>
            <a:off x="10033360" y="4945568"/>
            <a:ext cx="319616" cy="37151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1</a:t>
            </a:r>
          </a:p>
        </p:txBody>
      </p:sp>
      <p:sp>
        <p:nvSpPr>
          <p:cNvPr id="56" name="Rectangle 55">
            <a:extLst>
              <a:ext uri="{FF2B5EF4-FFF2-40B4-BE49-F238E27FC236}">
                <a16:creationId xmlns:a16="http://schemas.microsoft.com/office/drawing/2014/main" id="{EC43A2C9-22D8-4C75-9503-101F3CEB300A}"/>
              </a:ext>
            </a:extLst>
          </p:cNvPr>
          <p:cNvSpPr/>
          <p:nvPr/>
        </p:nvSpPr>
        <p:spPr>
          <a:xfrm>
            <a:off x="10684433" y="4848372"/>
            <a:ext cx="303604"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7" name="Text Box 15">
            <a:extLst>
              <a:ext uri="{FF2B5EF4-FFF2-40B4-BE49-F238E27FC236}">
                <a16:creationId xmlns:a16="http://schemas.microsoft.com/office/drawing/2014/main" id="{C4BE9C94-33C7-4964-88F1-D23BFA3DC4CF}"/>
              </a:ext>
            </a:extLst>
          </p:cNvPr>
          <p:cNvSpPr txBox="1">
            <a:spLocks noChangeArrowheads="1"/>
          </p:cNvSpPr>
          <p:nvPr/>
        </p:nvSpPr>
        <p:spPr bwMode="auto">
          <a:xfrm>
            <a:off x="10366261" y="4928236"/>
            <a:ext cx="319616" cy="37151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2</a:t>
            </a:r>
          </a:p>
        </p:txBody>
      </p:sp>
      <p:sp>
        <p:nvSpPr>
          <p:cNvPr id="58" name="Rectangle 57">
            <a:extLst>
              <a:ext uri="{FF2B5EF4-FFF2-40B4-BE49-F238E27FC236}">
                <a16:creationId xmlns:a16="http://schemas.microsoft.com/office/drawing/2014/main" id="{A8CF999B-FA4D-4B2C-A121-B54715A95FA9}"/>
              </a:ext>
            </a:extLst>
          </p:cNvPr>
          <p:cNvSpPr/>
          <p:nvPr/>
        </p:nvSpPr>
        <p:spPr>
          <a:xfrm>
            <a:off x="10373209" y="4847456"/>
            <a:ext cx="303604"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9" name="Text Box 15">
            <a:extLst>
              <a:ext uri="{FF2B5EF4-FFF2-40B4-BE49-F238E27FC236}">
                <a16:creationId xmlns:a16="http://schemas.microsoft.com/office/drawing/2014/main" id="{D1AB1558-029F-461B-AABE-41FF57478C49}"/>
              </a:ext>
            </a:extLst>
          </p:cNvPr>
          <p:cNvSpPr txBox="1">
            <a:spLocks noChangeArrowheads="1"/>
          </p:cNvSpPr>
          <p:nvPr/>
        </p:nvSpPr>
        <p:spPr bwMode="auto">
          <a:xfrm>
            <a:off x="10661700" y="4939795"/>
            <a:ext cx="319616" cy="37151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3</a:t>
            </a:r>
          </a:p>
        </p:txBody>
      </p:sp>
      <p:sp>
        <p:nvSpPr>
          <p:cNvPr id="61" name="TextBox 60">
            <a:extLst>
              <a:ext uri="{FF2B5EF4-FFF2-40B4-BE49-F238E27FC236}">
                <a16:creationId xmlns:a16="http://schemas.microsoft.com/office/drawing/2014/main" id="{7EC6923E-FDA6-4DEB-B8FC-7D256FC20143}"/>
              </a:ext>
            </a:extLst>
          </p:cNvPr>
          <p:cNvSpPr txBox="1"/>
          <p:nvPr/>
        </p:nvSpPr>
        <p:spPr>
          <a:xfrm>
            <a:off x="8797949" y="3505405"/>
            <a:ext cx="605790" cy="584775"/>
          </a:xfrm>
          <a:prstGeom prst="rect">
            <a:avLst/>
          </a:prstGeom>
          <a:noFill/>
          <a:ln>
            <a:noFill/>
          </a:ln>
        </p:spPr>
        <p:txBody>
          <a:bodyPr wrap="square" rtlCol="0">
            <a:spAutoFit/>
          </a:bodyPr>
          <a:lstStyle/>
          <a:p>
            <a:r>
              <a:rPr lang="en-CA" sz="3200">
                <a:solidFill>
                  <a:srgbClr val="FF0000"/>
                </a:solidFill>
                <a:latin typeface="Arial Black" panose="020B0A04020102020204" pitchFamily="34" charset="0"/>
              </a:rPr>
              <a:t>X</a:t>
            </a:r>
          </a:p>
        </p:txBody>
      </p:sp>
      <p:sp>
        <p:nvSpPr>
          <p:cNvPr id="62" name="TextBox 61">
            <a:extLst>
              <a:ext uri="{FF2B5EF4-FFF2-40B4-BE49-F238E27FC236}">
                <a16:creationId xmlns:a16="http://schemas.microsoft.com/office/drawing/2014/main" id="{F326EB70-3F6F-4B8A-AA7A-338B5E119493}"/>
              </a:ext>
            </a:extLst>
          </p:cNvPr>
          <p:cNvSpPr txBox="1"/>
          <p:nvPr/>
        </p:nvSpPr>
        <p:spPr>
          <a:xfrm>
            <a:off x="8715261" y="3125040"/>
            <a:ext cx="758541" cy="400110"/>
          </a:xfrm>
          <a:prstGeom prst="rect">
            <a:avLst/>
          </a:prstGeom>
          <a:noFill/>
        </p:spPr>
        <p:txBody>
          <a:bodyPr wrap="none" rtlCol="0">
            <a:spAutoFit/>
          </a:bodyPr>
          <a:lstStyle/>
          <a:p>
            <a:r>
              <a:rPr lang="en-CA" sz="2000" b="1">
                <a:solidFill>
                  <a:srgbClr val="FF0000"/>
                </a:solidFill>
              </a:rPr>
              <a:t>pop()</a:t>
            </a:r>
          </a:p>
        </p:txBody>
      </p:sp>
      <p:sp>
        <p:nvSpPr>
          <p:cNvPr id="63" name="TextBox 62">
            <a:extLst>
              <a:ext uri="{FF2B5EF4-FFF2-40B4-BE49-F238E27FC236}">
                <a16:creationId xmlns:a16="http://schemas.microsoft.com/office/drawing/2014/main" id="{6CFBB3A1-40F9-443B-9722-E71527F22B07}"/>
              </a:ext>
            </a:extLst>
          </p:cNvPr>
          <p:cNvSpPr txBox="1"/>
          <p:nvPr/>
        </p:nvSpPr>
        <p:spPr>
          <a:xfrm>
            <a:off x="7366774" y="4443530"/>
            <a:ext cx="817853" cy="400110"/>
          </a:xfrm>
          <a:prstGeom prst="rect">
            <a:avLst/>
          </a:prstGeom>
          <a:noFill/>
        </p:spPr>
        <p:txBody>
          <a:bodyPr wrap="none" rtlCol="0">
            <a:spAutoFit/>
          </a:bodyPr>
          <a:lstStyle/>
          <a:p>
            <a:r>
              <a:rPr lang="en-CA" sz="2000" b="1">
                <a:solidFill>
                  <a:srgbClr val="FF0000"/>
                </a:solidFill>
              </a:rPr>
              <a:t>shift()</a:t>
            </a:r>
          </a:p>
        </p:txBody>
      </p:sp>
      <p:sp>
        <p:nvSpPr>
          <p:cNvPr id="64" name="Text Box 1033">
            <a:extLst>
              <a:ext uri="{FF2B5EF4-FFF2-40B4-BE49-F238E27FC236}">
                <a16:creationId xmlns:a16="http://schemas.microsoft.com/office/drawing/2014/main" id="{E239EB93-2B9B-4110-A3D9-8453B4A8C188}"/>
              </a:ext>
            </a:extLst>
          </p:cNvPr>
          <p:cNvSpPr txBox="1">
            <a:spLocks noChangeArrowheads="1"/>
          </p:cNvSpPr>
          <p:nvPr/>
        </p:nvSpPr>
        <p:spPr bwMode="auto">
          <a:xfrm>
            <a:off x="1012586" y="1991111"/>
            <a:ext cx="5920502" cy="3693319"/>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console.log('Remove Elements')</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let </a:t>
            </a:r>
            <a:r>
              <a:rPr kumimoji="1" lang="en-US" altLang="en-US" sz="1800" b="1" kern="0" err="1">
                <a:solidFill>
                  <a:srgbClr val="000000"/>
                </a:solidFill>
                <a:latin typeface="Courier New" panose="02070309020205020404" pitchFamily="49" charset="0"/>
              </a:rPr>
              <a:t>myArray</a:t>
            </a:r>
            <a:r>
              <a:rPr kumimoji="1" lang="en-US" altLang="en-US" sz="1800" b="1" kern="0">
                <a:solidFill>
                  <a:srgbClr val="000000"/>
                </a:solidFill>
                <a:latin typeface="Courier New" panose="02070309020205020404" pitchFamily="49" charset="0"/>
              </a:rPr>
              <a:t> = [0,1,2,3,4];</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a:t>
            </a:r>
            <a:r>
              <a:rPr kumimoji="1" lang="en-US" altLang="en-US" sz="1800" b="1" kern="0" err="1">
                <a:solidFill>
                  <a:srgbClr val="000000"/>
                </a:solidFill>
                <a:latin typeface="Courier New" panose="02070309020205020404" pitchFamily="49" charset="0"/>
              </a:rPr>
              <a:t>myArray</a:t>
            </a:r>
            <a:r>
              <a:rPr kumimoji="1" lang="en-US" altLang="en-US" sz="1800" b="1" kern="0">
                <a:solidFill>
                  <a:srgbClr val="000000"/>
                </a:solidFill>
                <a:latin typeface="Courier New" panose="02070309020205020404" pitchFamily="49" charset="0"/>
              </a:rPr>
              <a:t> ${</a:t>
            </a:r>
            <a:r>
              <a:rPr kumimoji="1" lang="en-US" altLang="en-US" sz="1800" b="1" kern="0" err="1">
                <a:solidFill>
                  <a:srgbClr val="000000"/>
                </a:solidFill>
                <a:latin typeface="Courier New" panose="02070309020205020404" pitchFamily="49" charset="0"/>
              </a:rPr>
              <a:t>myArray</a:t>
            </a:r>
            <a:r>
              <a:rPr kumimoji="1" lang="en-US" altLang="en-US" sz="1800" b="1" kern="0">
                <a:solidFill>
                  <a:srgbClr val="000000"/>
                </a:solidFill>
                <a:latin typeface="Courier New" panose="02070309020205020404" pitchFamily="49" charset="0"/>
              </a:rPr>
              <a:t>}`);</a:t>
            </a:r>
          </a:p>
          <a:p>
            <a:pPr lvl="0" eaLnBrk="0" fontAlgn="base" hangingPunct="0">
              <a:spcBef>
                <a:spcPct val="0"/>
              </a:spcBef>
              <a:spcAft>
                <a:spcPct val="0"/>
              </a:spcAft>
              <a:buClrTx/>
              <a:buSzTx/>
              <a:buNone/>
              <a:defRPr/>
            </a:pPr>
            <a:endParaRPr kumimoji="1" lang="en-US" altLang="en-US" sz="1800" b="1" kern="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let removed = </a:t>
            </a:r>
            <a:r>
              <a:rPr kumimoji="1" lang="en-US" altLang="en-US" sz="1800" b="1" kern="0" err="1">
                <a:solidFill>
                  <a:srgbClr val="000000"/>
                </a:solidFill>
                <a:latin typeface="Courier New" panose="02070309020205020404" pitchFamily="49" charset="0"/>
              </a:rPr>
              <a:t>myArray.pop</a:t>
            </a:r>
            <a:r>
              <a:rPr kumimoji="1" lang="en-US" altLang="en-US" sz="1800" b="1" kern="0">
                <a:solidFill>
                  <a:srgbClr val="000000"/>
                </a:solidFill>
                <a:latin typeface="Courier New" panose="02070309020205020404" pitchFamily="49" charset="0"/>
              </a:rPr>
              <a:t>();</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a:t>
            </a:r>
            <a:r>
              <a:rPr kumimoji="1" lang="en-US" altLang="en-US" sz="1800" b="1" kern="0" err="1">
                <a:solidFill>
                  <a:srgbClr val="000000"/>
                </a:solidFill>
                <a:latin typeface="Courier New" panose="02070309020205020404" pitchFamily="49" charset="0"/>
              </a:rPr>
              <a:t>myArray.pop</a:t>
            </a:r>
            <a:r>
              <a:rPr kumimoji="1" lang="en-US" altLang="en-US" sz="1800" b="1" kern="0">
                <a:solidFill>
                  <a:srgbClr val="000000"/>
                </a:solidFill>
                <a:latin typeface="Courier New" panose="02070309020205020404" pitchFamily="49" charset="0"/>
              </a:rPr>
              <a:t>()`);</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a:t>
            </a:r>
            <a:r>
              <a:rPr kumimoji="1" lang="en-US" altLang="en-US" sz="1800" b="1" kern="0" err="1">
                <a:solidFill>
                  <a:srgbClr val="000000"/>
                </a:solidFill>
                <a:latin typeface="Courier New" panose="02070309020205020404" pitchFamily="49" charset="0"/>
              </a:rPr>
              <a:t>myArray</a:t>
            </a:r>
            <a:r>
              <a:rPr kumimoji="1" lang="en-US" altLang="en-US" sz="1800" b="1" kern="0">
                <a:solidFill>
                  <a:srgbClr val="000000"/>
                </a:solidFill>
                <a:latin typeface="Courier New" panose="02070309020205020404" pitchFamily="49" charset="0"/>
              </a:rPr>
              <a:t> ${</a:t>
            </a:r>
            <a:r>
              <a:rPr kumimoji="1" lang="en-US" altLang="en-US" sz="1800" b="1" kern="0" err="1">
                <a:solidFill>
                  <a:srgbClr val="000000"/>
                </a:solidFill>
                <a:latin typeface="Courier New" panose="02070309020205020404" pitchFamily="49" charset="0"/>
              </a:rPr>
              <a:t>myArray</a:t>
            </a:r>
            <a:r>
              <a:rPr kumimoji="1" lang="en-US" altLang="en-US" sz="1800" b="1" kern="0">
                <a:solidFill>
                  <a:srgbClr val="000000"/>
                </a:solidFill>
                <a:latin typeface="Courier New" panose="02070309020205020404" pitchFamily="49" charset="0"/>
              </a:rPr>
              <a:t>}`);</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console.log(`Removed element ${removed}`);</a:t>
            </a:r>
          </a:p>
          <a:p>
            <a:pPr lvl="0" eaLnBrk="0" fontAlgn="base" hangingPunct="0">
              <a:spcBef>
                <a:spcPct val="0"/>
              </a:spcBef>
              <a:spcAft>
                <a:spcPct val="0"/>
              </a:spcAft>
              <a:buClrTx/>
              <a:buSzTx/>
              <a:buNone/>
              <a:defRPr/>
            </a:pPr>
            <a:endParaRPr kumimoji="1" lang="en-US" altLang="en-US" sz="1800" b="1" kern="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removed = </a:t>
            </a:r>
            <a:r>
              <a:rPr kumimoji="1" lang="en-US" altLang="en-US" sz="1800" b="1" kern="0" err="1">
                <a:solidFill>
                  <a:srgbClr val="000000"/>
                </a:solidFill>
                <a:latin typeface="Courier New" panose="02070309020205020404" pitchFamily="49" charset="0"/>
              </a:rPr>
              <a:t>myArray.shift</a:t>
            </a:r>
            <a:r>
              <a:rPr kumimoji="1" lang="en-US" altLang="en-US" sz="1800" b="1" kern="0">
                <a:solidFill>
                  <a:srgbClr val="000000"/>
                </a:solidFill>
                <a:latin typeface="Courier New" panose="02070309020205020404" pitchFamily="49" charset="0"/>
              </a:rPr>
              <a:t>();</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a:t>
            </a:r>
            <a:r>
              <a:rPr kumimoji="1" lang="en-US" altLang="en-US" sz="1800" b="1" kern="0" err="1">
                <a:solidFill>
                  <a:srgbClr val="000000"/>
                </a:solidFill>
                <a:latin typeface="Courier New" panose="02070309020205020404" pitchFamily="49" charset="0"/>
              </a:rPr>
              <a:t>myArray.shift</a:t>
            </a:r>
            <a:r>
              <a:rPr kumimoji="1" lang="en-US" altLang="en-US" sz="1800" b="1" kern="0">
                <a:solidFill>
                  <a:srgbClr val="000000"/>
                </a:solidFill>
                <a:latin typeface="Courier New" panose="02070309020205020404" pitchFamily="49" charset="0"/>
              </a:rPr>
              <a:t>()`);</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a:t>
            </a:r>
            <a:r>
              <a:rPr kumimoji="1" lang="en-US" altLang="en-US" sz="1800" b="1" kern="0" err="1">
                <a:solidFill>
                  <a:srgbClr val="000000"/>
                </a:solidFill>
                <a:latin typeface="Courier New" panose="02070309020205020404" pitchFamily="49" charset="0"/>
              </a:rPr>
              <a:t>myArray</a:t>
            </a:r>
            <a:r>
              <a:rPr kumimoji="1" lang="en-US" altLang="en-US" sz="1800" b="1" kern="0">
                <a:solidFill>
                  <a:srgbClr val="000000"/>
                </a:solidFill>
                <a:latin typeface="Courier New" panose="02070309020205020404" pitchFamily="49" charset="0"/>
              </a:rPr>
              <a:t> ${</a:t>
            </a:r>
            <a:r>
              <a:rPr kumimoji="1" lang="en-US" altLang="en-US" sz="1800" b="1" kern="0" err="1">
                <a:solidFill>
                  <a:srgbClr val="000000"/>
                </a:solidFill>
                <a:latin typeface="Courier New" panose="02070309020205020404" pitchFamily="49" charset="0"/>
              </a:rPr>
              <a:t>myArray</a:t>
            </a:r>
            <a:r>
              <a:rPr kumimoji="1" lang="en-US" altLang="en-US" sz="1800" b="1" kern="0">
                <a:solidFill>
                  <a:srgbClr val="000000"/>
                </a:solidFill>
                <a:latin typeface="Courier New" panose="02070309020205020404" pitchFamily="49" charset="0"/>
              </a:rPr>
              <a:t>}`);</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console.log(`Removed element ${removed}`);</a:t>
            </a:r>
          </a:p>
        </p:txBody>
      </p:sp>
      <p:sp>
        <p:nvSpPr>
          <p:cNvPr id="14" name="Slide Number Placeholder 13">
            <a:extLst>
              <a:ext uri="{FF2B5EF4-FFF2-40B4-BE49-F238E27FC236}">
                <a16:creationId xmlns:a16="http://schemas.microsoft.com/office/drawing/2014/main" id="{0D39571F-E5BF-4319-89C9-95FF76600131}"/>
              </a:ext>
            </a:extLst>
          </p:cNvPr>
          <p:cNvSpPr>
            <a:spLocks noGrp="1"/>
          </p:cNvSpPr>
          <p:nvPr>
            <p:ph type="sldNum" sz="quarter" idx="12"/>
          </p:nvPr>
        </p:nvSpPr>
        <p:spPr/>
        <p:txBody>
          <a:bodyPr/>
          <a:lstStyle/>
          <a:p>
            <a:fld id="{6B7CECC9-8688-4C14-9F38-24140407CAFB}" type="slidenum">
              <a:rPr lang="en-CA" smtClean="0"/>
              <a:t>18</a:t>
            </a:fld>
            <a:endParaRPr lang="en-CA"/>
          </a:p>
        </p:txBody>
      </p:sp>
    </p:spTree>
    <p:extLst>
      <p:ext uri="{BB962C8B-B14F-4D97-AF65-F5344CB8AC3E}">
        <p14:creationId xmlns:p14="http://schemas.microsoft.com/office/powerpoint/2010/main" val="25114407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C100E-FDD6-4B68-BAA8-921A4BF98E7B}"/>
              </a:ext>
            </a:extLst>
          </p:cNvPr>
          <p:cNvSpPr>
            <a:spLocks noGrp="1"/>
          </p:cNvSpPr>
          <p:nvPr>
            <p:ph type="title"/>
          </p:nvPr>
        </p:nvSpPr>
        <p:spPr/>
        <p:txBody>
          <a:bodyPr/>
          <a:lstStyle/>
          <a:p>
            <a:r>
              <a:rPr lang="en-CA"/>
              <a:t>Inserting, Deleting or Replacing Elements</a:t>
            </a:r>
          </a:p>
        </p:txBody>
      </p:sp>
      <p:sp>
        <p:nvSpPr>
          <p:cNvPr id="3" name="Content Placeholder 2">
            <a:extLst>
              <a:ext uri="{FF2B5EF4-FFF2-40B4-BE49-F238E27FC236}">
                <a16:creationId xmlns:a16="http://schemas.microsoft.com/office/drawing/2014/main" id="{FD77EE59-9E06-4A62-BB32-EA0DB05739B8}"/>
              </a:ext>
            </a:extLst>
          </p:cNvPr>
          <p:cNvSpPr>
            <a:spLocks noGrp="1"/>
          </p:cNvSpPr>
          <p:nvPr>
            <p:ph idx="1"/>
          </p:nvPr>
        </p:nvSpPr>
        <p:spPr/>
        <p:txBody>
          <a:bodyPr>
            <a:normAutofit fontScale="92500" lnSpcReduction="20000"/>
          </a:bodyPr>
          <a:lstStyle/>
          <a:p>
            <a:r>
              <a:rPr lang="en-CA" dirty="0"/>
              <a:t>Use the Array's object splice() method to </a:t>
            </a:r>
            <a:r>
              <a:rPr lang="en-US" dirty="0"/>
              <a:t>insert, delete, or replace array elements</a:t>
            </a:r>
          </a:p>
          <a:p>
            <a:r>
              <a:rPr lang="en-US" dirty="0"/>
              <a:t>The method have the following parameters</a:t>
            </a:r>
          </a:p>
          <a:p>
            <a:endParaRPr lang="en-US" dirty="0"/>
          </a:p>
          <a:p>
            <a:pPr lvl="1"/>
            <a:endParaRPr lang="en-US" dirty="0"/>
          </a:p>
          <a:p>
            <a:pPr lvl="1"/>
            <a:r>
              <a:rPr lang="en-US" dirty="0"/>
              <a:t>start - the starting index in which the insertion or deletion is to start</a:t>
            </a:r>
            <a:endParaRPr lang="en-CA" dirty="0"/>
          </a:p>
          <a:p>
            <a:pPr lvl="1"/>
            <a:r>
              <a:rPr lang="en-US" dirty="0" err="1"/>
              <a:t>deleteCount</a:t>
            </a:r>
            <a:r>
              <a:rPr lang="en-US" dirty="0"/>
              <a:t> - the number of elements starting with and including </a:t>
            </a:r>
            <a:r>
              <a:rPr lang="en-US" i="1" dirty="0"/>
              <a:t>start</a:t>
            </a:r>
            <a:r>
              <a:rPr lang="en-US" dirty="0"/>
              <a:t> to be deleted. </a:t>
            </a:r>
          </a:p>
          <a:p>
            <a:pPr lvl="2"/>
            <a:r>
              <a:rPr lang="en-US" dirty="0"/>
              <a:t>If the value is 0, no element will be deleted</a:t>
            </a:r>
          </a:p>
          <a:p>
            <a:pPr lvl="2"/>
            <a:r>
              <a:rPr lang="en-US" dirty="0"/>
              <a:t>If the value is a number, it will delete that number of elements</a:t>
            </a:r>
          </a:p>
          <a:p>
            <a:pPr lvl="2"/>
            <a:r>
              <a:rPr lang="en-US" dirty="0"/>
              <a:t>This argument is optional, if left out, all elements from </a:t>
            </a:r>
            <a:r>
              <a:rPr lang="en-US" i="1" dirty="0"/>
              <a:t>start</a:t>
            </a:r>
            <a:r>
              <a:rPr lang="en-US" dirty="0"/>
              <a:t> to the end of the array will be deleted. The third argument, value, is omitted too.</a:t>
            </a:r>
            <a:endParaRPr lang="en-CA" dirty="0"/>
          </a:p>
          <a:p>
            <a:pPr lvl="1"/>
            <a:r>
              <a:rPr lang="en-US" dirty="0"/>
              <a:t>value - Zero or more values to be inserted beginning at the index specified by </a:t>
            </a:r>
            <a:r>
              <a:rPr lang="en-US" i="1" dirty="0"/>
              <a:t>start</a:t>
            </a:r>
            <a:endParaRPr lang="en-CA" dirty="0"/>
          </a:p>
          <a:p>
            <a:pPr lvl="1"/>
            <a:endParaRPr lang="en-CA" dirty="0"/>
          </a:p>
        </p:txBody>
      </p:sp>
      <p:sp>
        <p:nvSpPr>
          <p:cNvPr id="4" name="Text Box 1033">
            <a:extLst>
              <a:ext uri="{FF2B5EF4-FFF2-40B4-BE49-F238E27FC236}">
                <a16:creationId xmlns:a16="http://schemas.microsoft.com/office/drawing/2014/main" id="{A9EE77A1-74E2-4B4B-8703-1F9B5F32A93E}"/>
              </a:ext>
            </a:extLst>
          </p:cNvPr>
          <p:cNvSpPr txBox="1">
            <a:spLocks noChangeArrowheads="1"/>
          </p:cNvSpPr>
          <p:nvPr/>
        </p:nvSpPr>
        <p:spPr bwMode="auto">
          <a:xfrm>
            <a:off x="961293" y="3092325"/>
            <a:ext cx="10348965" cy="369332"/>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1" lang="en-US" altLang="en-US" sz="1800" b="1" kern="0" dirty="0">
                <a:solidFill>
                  <a:srgbClr val="000000"/>
                </a:solidFill>
                <a:latin typeface="Courier New" panose="02070309020205020404" pitchFamily="49" charset="0"/>
              </a:rPr>
              <a:t>let </a:t>
            </a:r>
            <a:r>
              <a:rPr kumimoji="1" lang="en-US" altLang="en-US" sz="1800" b="1" kern="0" dirty="0" err="1">
                <a:solidFill>
                  <a:srgbClr val="000000"/>
                </a:solidFill>
                <a:latin typeface="Courier New" panose="02070309020205020404" pitchFamily="49" charset="0"/>
              </a:rPr>
              <a:t>removedElements</a:t>
            </a:r>
            <a:r>
              <a:rPr kumimoji="1" lang="en-US" altLang="en-US" sz="1800" b="1" kern="0" dirty="0">
                <a:solidFill>
                  <a:srgbClr val="000000"/>
                </a:solidFill>
                <a:latin typeface="Courier New" panose="02070309020205020404" pitchFamily="49" charset="0"/>
              </a:rPr>
              <a:t> = </a:t>
            </a:r>
            <a:r>
              <a:rPr kumimoji="1" lang="en-US" altLang="en-US" sz="1800" b="1" kern="0" dirty="0" err="1">
                <a:solidFill>
                  <a:srgbClr val="000000"/>
                </a:solidFill>
                <a:latin typeface="Courier New" panose="02070309020205020404" pitchFamily="49" charset="0"/>
              </a:rPr>
              <a:t>arrayObject.splice</a:t>
            </a:r>
            <a:r>
              <a:rPr kumimoji="1" lang="en-US" altLang="en-US" sz="1800" b="1" kern="0" dirty="0">
                <a:solidFill>
                  <a:srgbClr val="000000"/>
                </a:solidFill>
                <a:latin typeface="Courier New" panose="02070309020205020404" pitchFamily="49" charset="0"/>
              </a:rPr>
              <a:t>(start, </a:t>
            </a:r>
            <a:r>
              <a:rPr kumimoji="1" lang="en-US" altLang="en-US" sz="1800" b="1" kern="0" dirty="0" err="1">
                <a:solidFill>
                  <a:srgbClr val="000000"/>
                </a:solidFill>
                <a:latin typeface="Courier New" panose="02070309020205020404" pitchFamily="49" charset="0"/>
              </a:rPr>
              <a:t>deleteCount</a:t>
            </a:r>
            <a:r>
              <a:rPr kumimoji="1" lang="en-US" altLang="en-US" sz="1800" b="1" kern="0" dirty="0">
                <a:solidFill>
                  <a:srgbClr val="000000"/>
                </a:solidFill>
                <a:latin typeface="Courier New" panose="02070309020205020404" pitchFamily="49" charset="0"/>
              </a:rPr>
              <a:t>, value . . .);  </a:t>
            </a:r>
            <a:endParaRPr kumimoji="1" lang="en-US" altLang="en-US" sz="1800" b="1" i="0" u="none" strike="noStrike" kern="0" cap="none" spc="0" normalizeH="0" baseline="0" noProof="0" dirty="0">
              <a:ln>
                <a:noFill/>
              </a:ln>
              <a:solidFill>
                <a:srgbClr val="000000"/>
              </a:solidFill>
              <a:effectLst/>
              <a:uLnTx/>
              <a:uFillTx/>
              <a:latin typeface="Courier New" panose="02070309020205020404" pitchFamily="49" charset="0"/>
            </a:endParaRPr>
          </a:p>
        </p:txBody>
      </p:sp>
      <p:sp>
        <p:nvSpPr>
          <p:cNvPr id="5" name="Slide Number Placeholder 4">
            <a:extLst>
              <a:ext uri="{FF2B5EF4-FFF2-40B4-BE49-F238E27FC236}">
                <a16:creationId xmlns:a16="http://schemas.microsoft.com/office/drawing/2014/main" id="{873BDD71-661A-46F1-A872-8ABFB94A5295}"/>
              </a:ext>
            </a:extLst>
          </p:cNvPr>
          <p:cNvSpPr>
            <a:spLocks noGrp="1"/>
          </p:cNvSpPr>
          <p:nvPr>
            <p:ph type="sldNum" sz="quarter" idx="12"/>
          </p:nvPr>
        </p:nvSpPr>
        <p:spPr/>
        <p:txBody>
          <a:bodyPr/>
          <a:lstStyle/>
          <a:p>
            <a:fld id="{6B7CECC9-8688-4C14-9F38-24140407CAFB}" type="slidenum">
              <a:rPr lang="en-CA" smtClean="0"/>
              <a:t>19</a:t>
            </a:fld>
            <a:endParaRPr lang="en-CA"/>
          </a:p>
        </p:txBody>
      </p:sp>
    </p:spTree>
    <p:extLst>
      <p:ext uri="{BB962C8B-B14F-4D97-AF65-F5344CB8AC3E}">
        <p14:creationId xmlns:p14="http://schemas.microsoft.com/office/powerpoint/2010/main" val="26321612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17A31-DC46-486F-9781-891D7E88CB20}"/>
              </a:ext>
            </a:extLst>
          </p:cNvPr>
          <p:cNvSpPr>
            <a:spLocks noGrp="1"/>
          </p:cNvSpPr>
          <p:nvPr>
            <p:ph type="title"/>
          </p:nvPr>
        </p:nvSpPr>
        <p:spPr/>
        <p:txBody>
          <a:bodyPr/>
          <a:lstStyle/>
          <a:p>
            <a:r>
              <a:rPr lang="en-CA"/>
              <a:t>Inserting Elements in the Array</a:t>
            </a:r>
          </a:p>
        </p:txBody>
      </p:sp>
      <p:sp>
        <p:nvSpPr>
          <p:cNvPr id="3" name="Content Placeholder 2">
            <a:extLst>
              <a:ext uri="{FF2B5EF4-FFF2-40B4-BE49-F238E27FC236}">
                <a16:creationId xmlns:a16="http://schemas.microsoft.com/office/drawing/2014/main" id="{4FD52B31-DDF0-4D8E-8EA9-4D66A3C8F762}"/>
              </a:ext>
            </a:extLst>
          </p:cNvPr>
          <p:cNvSpPr>
            <a:spLocks noGrp="1"/>
          </p:cNvSpPr>
          <p:nvPr>
            <p:ph idx="1"/>
          </p:nvPr>
        </p:nvSpPr>
        <p:spPr/>
        <p:txBody>
          <a:bodyPr/>
          <a:lstStyle/>
          <a:p>
            <a:endParaRPr lang="en-CA"/>
          </a:p>
        </p:txBody>
      </p:sp>
      <p:sp>
        <p:nvSpPr>
          <p:cNvPr id="5" name="Text Box 10">
            <a:extLst>
              <a:ext uri="{FF2B5EF4-FFF2-40B4-BE49-F238E27FC236}">
                <a16:creationId xmlns:a16="http://schemas.microsoft.com/office/drawing/2014/main" id="{EEA31739-70B0-4CD7-B17A-1D412F03C120}"/>
              </a:ext>
            </a:extLst>
          </p:cNvPr>
          <p:cNvSpPr txBox="1">
            <a:spLocks noChangeArrowheads="1"/>
          </p:cNvSpPr>
          <p:nvPr/>
        </p:nvSpPr>
        <p:spPr bwMode="auto">
          <a:xfrm>
            <a:off x="7273803" y="4775547"/>
            <a:ext cx="516480" cy="33855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chemeClr val="bg2"/>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30000"/>
              </a:spcBef>
              <a:buClrTx/>
              <a:buSzTx/>
              <a:buFontTx/>
              <a:buNone/>
            </a:pPr>
            <a:r>
              <a:rPr lang="en-US" altLang="en-US" sz="1600" b="1">
                <a:solidFill>
                  <a:schemeClr val="tx1"/>
                </a:solidFill>
              </a:rPr>
              <a:t>[3]</a:t>
            </a:r>
          </a:p>
        </p:txBody>
      </p:sp>
      <p:sp>
        <p:nvSpPr>
          <p:cNvPr id="6" name="Text Box 10">
            <a:extLst>
              <a:ext uri="{FF2B5EF4-FFF2-40B4-BE49-F238E27FC236}">
                <a16:creationId xmlns:a16="http://schemas.microsoft.com/office/drawing/2014/main" id="{057F2E07-7327-44DF-9399-A5A02ADBBC3D}"/>
              </a:ext>
            </a:extLst>
          </p:cNvPr>
          <p:cNvSpPr txBox="1">
            <a:spLocks noChangeArrowheads="1"/>
          </p:cNvSpPr>
          <p:nvPr/>
        </p:nvSpPr>
        <p:spPr bwMode="auto">
          <a:xfrm>
            <a:off x="7582687" y="4775547"/>
            <a:ext cx="516480" cy="33855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chemeClr val="bg2"/>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30000"/>
              </a:spcBef>
              <a:buClrTx/>
              <a:buSzTx/>
              <a:buFontTx/>
              <a:buNone/>
            </a:pPr>
            <a:r>
              <a:rPr lang="en-US" altLang="en-US" sz="1600" b="1">
                <a:solidFill>
                  <a:schemeClr val="tx1"/>
                </a:solidFill>
              </a:rPr>
              <a:t>[4]</a:t>
            </a:r>
          </a:p>
        </p:txBody>
      </p:sp>
      <p:sp>
        <p:nvSpPr>
          <p:cNvPr id="12" name="Text Box 10">
            <a:extLst>
              <a:ext uri="{FF2B5EF4-FFF2-40B4-BE49-F238E27FC236}">
                <a16:creationId xmlns:a16="http://schemas.microsoft.com/office/drawing/2014/main" id="{0588AE88-EA95-4AA5-A466-29408151B0CE}"/>
              </a:ext>
            </a:extLst>
          </p:cNvPr>
          <p:cNvSpPr txBox="1">
            <a:spLocks noChangeArrowheads="1"/>
          </p:cNvSpPr>
          <p:nvPr/>
        </p:nvSpPr>
        <p:spPr bwMode="auto">
          <a:xfrm>
            <a:off x="6266655" y="4775547"/>
            <a:ext cx="516480" cy="33855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chemeClr val="bg2"/>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30000"/>
              </a:spcBef>
              <a:buClrTx/>
              <a:buSzTx/>
              <a:buFontTx/>
              <a:buNone/>
            </a:pPr>
            <a:r>
              <a:rPr lang="en-US" altLang="en-US" sz="1600" b="1">
                <a:solidFill>
                  <a:schemeClr val="tx1"/>
                </a:solidFill>
              </a:rPr>
              <a:t>[0]</a:t>
            </a:r>
          </a:p>
        </p:txBody>
      </p:sp>
      <p:sp>
        <p:nvSpPr>
          <p:cNvPr id="13" name="Text Box 10">
            <a:extLst>
              <a:ext uri="{FF2B5EF4-FFF2-40B4-BE49-F238E27FC236}">
                <a16:creationId xmlns:a16="http://schemas.microsoft.com/office/drawing/2014/main" id="{CF25A577-8DC0-42CE-A4DA-0147C5AA05D0}"/>
              </a:ext>
            </a:extLst>
          </p:cNvPr>
          <p:cNvSpPr txBox="1">
            <a:spLocks noChangeArrowheads="1"/>
          </p:cNvSpPr>
          <p:nvPr/>
        </p:nvSpPr>
        <p:spPr bwMode="auto">
          <a:xfrm>
            <a:off x="6613226" y="4775547"/>
            <a:ext cx="516480" cy="33855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chemeClr val="bg2"/>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30000"/>
              </a:spcBef>
              <a:buClrTx/>
              <a:buSzTx/>
              <a:buFontTx/>
              <a:buNone/>
            </a:pPr>
            <a:r>
              <a:rPr lang="en-US" altLang="en-US" sz="1600" b="1">
                <a:solidFill>
                  <a:schemeClr val="tx1"/>
                </a:solidFill>
              </a:rPr>
              <a:t>[1]</a:t>
            </a:r>
          </a:p>
        </p:txBody>
      </p:sp>
      <p:sp>
        <p:nvSpPr>
          <p:cNvPr id="14" name="Text Box 10">
            <a:extLst>
              <a:ext uri="{FF2B5EF4-FFF2-40B4-BE49-F238E27FC236}">
                <a16:creationId xmlns:a16="http://schemas.microsoft.com/office/drawing/2014/main" id="{F034A11D-F88B-4DC6-8A98-DE43D56C6B4C}"/>
              </a:ext>
            </a:extLst>
          </p:cNvPr>
          <p:cNvSpPr txBox="1">
            <a:spLocks noChangeArrowheads="1"/>
          </p:cNvSpPr>
          <p:nvPr/>
        </p:nvSpPr>
        <p:spPr bwMode="auto">
          <a:xfrm>
            <a:off x="6938821" y="4775547"/>
            <a:ext cx="516480" cy="33855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chemeClr val="bg2"/>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30000"/>
              </a:spcBef>
              <a:buClrTx/>
              <a:buSzTx/>
              <a:buFontTx/>
              <a:buNone/>
            </a:pPr>
            <a:r>
              <a:rPr lang="en-US" altLang="en-US" sz="1600" b="1">
                <a:solidFill>
                  <a:schemeClr val="tx1"/>
                </a:solidFill>
              </a:rPr>
              <a:t>[2]</a:t>
            </a:r>
          </a:p>
        </p:txBody>
      </p:sp>
      <p:sp>
        <p:nvSpPr>
          <p:cNvPr id="17" name="Rectangle 10">
            <a:extLst>
              <a:ext uri="{FF2B5EF4-FFF2-40B4-BE49-F238E27FC236}">
                <a16:creationId xmlns:a16="http://schemas.microsoft.com/office/drawing/2014/main" id="{0C62FC62-BDE4-4541-885D-A674D63E29D0}"/>
              </a:ext>
            </a:extLst>
          </p:cNvPr>
          <p:cNvSpPr>
            <a:spLocks noChangeArrowheads="1"/>
          </p:cNvSpPr>
          <p:nvPr/>
        </p:nvSpPr>
        <p:spPr bwMode="auto">
          <a:xfrm>
            <a:off x="6328924" y="4242627"/>
            <a:ext cx="1676400" cy="457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90000" tIns="46800" rIns="90000" bIns="46800" anchor="ctr">
            <a:spAutoFit/>
          </a:bodyPr>
          <a:lstStyle/>
          <a:p>
            <a:endParaRPr lang="en-CA"/>
          </a:p>
        </p:txBody>
      </p:sp>
      <p:sp>
        <p:nvSpPr>
          <p:cNvPr id="18" name="Text Box 11">
            <a:extLst>
              <a:ext uri="{FF2B5EF4-FFF2-40B4-BE49-F238E27FC236}">
                <a16:creationId xmlns:a16="http://schemas.microsoft.com/office/drawing/2014/main" id="{4CC3CE7E-B0BB-4586-8299-54B2F03208E2}"/>
              </a:ext>
            </a:extLst>
          </p:cNvPr>
          <p:cNvSpPr txBox="1">
            <a:spLocks noChangeArrowheads="1"/>
          </p:cNvSpPr>
          <p:nvPr/>
        </p:nvSpPr>
        <p:spPr bwMode="auto">
          <a:xfrm>
            <a:off x="6294701" y="4332427"/>
            <a:ext cx="319616" cy="37151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0</a:t>
            </a:r>
          </a:p>
        </p:txBody>
      </p:sp>
      <p:sp>
        <p:nvSpPr>
          <p:cNvPr id="19" name="Text Box 12">
            <a:extLst>
              <a:ext uri="{FF2B5EF4-FFF2-40B4-BE49-F238E27FC236}">
                <a16:creationId xmlns:a16="http://schemas.microsoft.com/office/drawing/2014/main" id="{BCCDC23C-6716-4B25-B510-699DFC499705}"/>
              </a:ext>
            </a:extLst>
          </p:cNvPr>
          <p:cNvSpPr txBox="1">
            <a:spLocks noChangeArrowheads="1"/>
          </p:cNvSpPr>
          <p:nvPr/>
        </p:nvSpPr>
        <p:spPr bwMode="auto">
          <a:xfrm>
            <a:off x="6637601" y="4332427"/>
            <a:ext cx="319616" cy="37151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0</a:t>
            </a:r>
          </a:p>
        </p:txBody>
      </p:sp>
      <p:sp>
        <p:nvSpPr>
          <p:cNvPr id="20" name="Text Box 13">
            <a:extLst>
              <a:ext uri="{FF2B5EF4-FFF2-40B4-BE49-F238E27FC236}">
                <a16:creationId xmlns:a16="http://schemas.microsoft.com/office/drawing/2014/main" id="{2D416E7A-14A7-4517-B2BA-7E7EB7180778}"/>
              </a:ext>
            </a:extLst>
          </p:cNvPr>
          <p:cNvSpPr txBox="1">
            <a:spLocks noChangeArrowheads="1"/>
          </p:cNvSpPr>
          <p:nvPr/>
        </p:nvSpPr>
        <p:spPr bwMode="auto">
          <a:xfrm>
            <a:off x="6980501" y="4332427"/>
            <a:ext cx="319616" cy="37151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0</a:t>
            </a:r>
          </a:p>
        </p:txBody>
      </p:sp>
      <p:sp>
        <p:nvSpPr>
          <p:cNvPr id="21" name="Text Box 14">
            <a:extLst>
              <a:ext uri="{FF2B5EF4-FFF2-40B4-BE49-F238E27FC236}">
                <a16:creationId xmlns:a16="http://schemas.microsoft.com/office/drawing/2014/main" id="{773CD90D-3DA1-4746-A3B8-399B4F9374F0}"/>
              </a:ext>
            </a:extLst>
          </p:cNvPr>
          <p:cNvSpPr txBox="1">
            <a:spLocks noChangeArrowheads="1"/>
          </p:cNvSpPr>
          <p:nvPr/>
        </p:nvSpPr>
        <p:spPr bwMode="auto">
          <a:xfrm>
            <a:off x="7323401" y="4332427"/>
            <a:ext cx="319616" cy="37151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0</a:t>
            </a:r>
          </a:p>
        </p:txBody>
      </p:sp>
      <p:sp>
        <p:nvSpPr>
          <p:cNvPr id="22" name="Text Box 15">
            <a:extLst>
              <a:ext uri="{FF2B5EF4-FFF2-40B4-BE49-F238E27FC236}">
                <a16:creationId xmlns:a16="http://schemas.microsoft.com/office/drawing/2014/main" id="{DAEEC4DD-E46C-44B7-AC3A-5E7EEABA84CD}"/>
              </a:ext>
            </a:extLst>
          </p:cNvPr>
          <p:cNvSpPr txBox="1">
            <a:spLocks noChangeArrowheads="1"/>
          </p:cNvSpPr>
          <p:nvPr/>
        </p:nvSpPr>
        <p:spPr bwMode="auto">
          <a:xfrm>
            <a:off x="7666170" y="4306088"/>
            <a:ext cx="357155" cy="37151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square" lIns="90000" tIns="46800" rIns="90000" bIns="46800">
            <a:spAutoFit/>
          </a:bodyPr>
          <a:lstStyle/>
          <a:p>
            <a:r>
              <a:rPr lang="en-US" altLang="en-US" b="1">
                <a:latin typeface="Courier New" panose="02070309020205020404" pitchFamily="49" charset="0"/>
              </a:rPr>
              <a:t>0</a:t>
            </a:r>
          </a:p>
        </p:txBody>
      </p:sp>
      <p:sp>
        <p:nvSpPr>
          <p:cNvPr id="23" name="Line 19">
            <a:extLst>
              <a:ext uri="{FF2B5EF4-FFF2-40B4-BE49-F238E27FC236}">
                <a16:creationId xmlns:a16="http://schemas.microsoft.com/office/drawing/2014/main" id="{5CD1CC74-0646-4BDA-81CF-35656C0F77F9}"/>
              </a:ext>
            </a:extLst>
          </p:cNvPr>
          <p:cNvSpPr>
            <a:spLocks noChangeShapeType="1"/>
          </p:cNvSpPr>
          <p:nvPr/>
        </p:nvSpPr>
        <p:spPr bwMode="auto">
          <a:xfrm>
            <a:off x="6599501" y="4256227"/>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endParaRPr lang="en-CA"/>
          </a:p>
        </p:txBody>
      </p:sp>
      <p:sp>
        <p:nvSpPr>
          <p:cNvPr id="24" name="Line 20">
            <a:extLst>
              <a:ext uri="{FF2B5EF4-FFF2-40B4-BE49-F238E27FC236}">
                <a16:creationId xmlns:a16="http://schemas.microsoft.com/office/drawing/2014/main" id="{B68A371A-A7DD-4F1C-B656-B2ADC13EB4B5}"/>
              </a:ext>
            </a:extLst>
          </p:cNvPr>
          <p:cNvSpPr>
            <a:spLocks noChangeShapeType="1"/>
          </p:cNvSpPr>
          <p:nvPr/>
        </p:nvSpPr>
        <p:spPr bwMode="auto">
          <a:xfrm>
            <a:off x="6955101" y="4256227"/>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endParaRPr lang="en-CA"/>
          </a:p>
        </p:txBody>
      </p:sp>
      <p:sp>
        <p:nvSpPr>
          <p:cNvPr id="26" name="Line 22">
            <a:extLst>
              <a:ext uri="{FF2B5EF4-FFF2-40B4-BE49-F238E27FC236}">
                <a16:creationId xmlns:a16="http://schemas.microsoft.com/office/drawing/2014/main" id="{1DB06FAD-AA1E-45C6-81F1-E252075722A1}"/>
              </a:ext>
            </a:extLst>
          </p:cNvPr>
          <p:cNvSpPr>
            <a:spLocks noChangeShapeType="1"/>
          </p:cNvSpPr>
          <p:nvPr/>
        </p:nvSpPr>
        <p:spPr bwMode="auto">
          <a:xfrm>
            <a:off x="7666301" y="4256227"/>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endParaRPr lang="en-CA"/>
          </a:p>
        </p:txBody>
      </p:sp>
      <p:sp>
        <p:nvSpPr>
          <p:cNvPr id="35" name="Arrow: Down 34">
            <a:extLst>
              <a:ext uri="{FF2B5EF4-FFF2-40B4-BE49-F238E27FC236}">
                <a16:creationId xmlns:a16="http://schemas.microsoft.com/office/drawing/2014/main" id="{40F24258-EED1-442D-B336-DC64FC5A6802}"/>
              </a:ext>
            </a:extLst>
          </p:cNvPr>
          <p:cNvSpPr/>
          <p:nvPr/>
        </p:nvSpPr>
        <p:spPr>
          <a:xfrm>
            <a:off x="7198420" y="3740735"/>
            <a:ext cx="484632" cy="457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6" name="Arrow: Down 35">
            <a:extLst>
              <a:ext uri="{FF2B5EF4-FFF2-40B4-BE49-F238E27FC236}">
                <a16:creationId xmlns:a16="http://schemas.microsoft.com/office/drawing/2014/main" id="{778664D1-726C-4D9C-B12A-D74E85E206B9}"/>
              </a:ext>
            </a:extLst>
          </p:cNvPr>
          <p:cNvSpPr/>
          <p:nvPr/>
        </p:nvSpPr>
        <p:spPr>
          <a:xfrm rot="10800000">
            <a:off x="7299005" y="5162910"/>
            <a:ext cx="484632" cy="51534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9" name="TextBox 38">
            <a:extLst>
              <a:ext uri="{FF2B5EF4-FFF2-40B4-BE49-F238E27FC236}">
                <a16:creationId xmlns:a16="http://schemas.microsoft.com/office/drawing/2014/main" id="{77D6EE8E-BE03-4DA3-893C-ABB5E129A4BF}"/>
              </a:ext>
            </a:extLst>
          </p:cNvPr>
          <p:cNvSpPr txBox="1"/>
          <p:nvPr/>
        </p:nvSpPr>
        <p:spPr>
          <a:xfrm>
            <a:off x="6256015" y="5682180"/>
            <a:ext cx="2034403" cy="400110"/>
          </a:xfrm>
          <a:prstGeom prst="rect">
            <a:avLst/>
          </a:prstGeom>
          <a:noFill/>
        </p:spPr>
        <p:txBody>
          <a:bodyPr wrap="none" rtlCol="0">
            <a:spAutoFit/>
          </a:bodyPr>
          <a:lstStyle/>
          <a:p>
            <a:r>
              <a:rPr lang="en-CA" sz="2000" b="1">
                <a:solidFill>
                  <a:srgbClr val="FF0000"/>
                </a:solidFill>
              </a:rPr>
              <a:t>starting index = 3</a:t>
            </a:r>
          </a:p>
        </p:txBody>
      </p:sp>
      <p:sp>
        <p:nvSpPr>
          <p:cNvPr id="40" name="TextBox 39">
            <a:extLst>
              <a:ext uri="{FF2B5EF4-FFF2-40B4-BE49-F238E27FC236}">
                <a16:creationId xmlns:a16="http://schemas.microsoft.com/office/drawing/2014/main" id="{D3AF6315-1AAF-4D43-BBEE-1ED604E8DBB6}"/>
              </a:ext>
            </a:extLst>
          </p:cNvPr>
          <p:cNvSpPr txBox="1"/>
          <p:nvPr/>
        </p:nvSpPr>
        <p:spPr>
          <a:xfrm>
            <a:off x="8435426" y="2897990"/>
            <a:ext cx="3062826" cy="707886"/>
          </a:xfrm>
          <a:prstGeom prst="rect">
            <a:avLst/>
          </a:prstGeom>
          <a:noFill/>
        </p:spPr>
        <p:txBody>
          <a:bodyPr wrap="none" rtlCol="0">
            <a:spAutoFit/>
          </a:bodyPr>
          <a:lstStyle/>
          <a:p>
            <a:pPr algn="ctr"/>
            <a:r>
              <a:rPr lang="en-CA" sz="2000" b="1" err="1">
                <a:solidFill>
                  <a:srgbClr val="FF0000"/>
                </a:solidFill>
              </a:rPr>
              <a:t>deleteCount</a:t>
            </a:r>
            <a:r>
              <a:rPr lang="en-CA" sz="2000" b="1">
                <a:solidFill>
                  <a:srgbClr val="FF0000"/>
                </a:solidFill>
              </a:rPr>
              <a:t>=0</a:t>
            </a:r>
          </a:p>
          <a:p>
            <a:pPr algn="ctr"/>
            <a:r>
              <a:rPr lang="en-CA" sz="2000" b="1">
                <a:solidFill>
                  <a:srgbClr val="FF0000"/>
                </a:solidFill>
              </a:rPr>
              <a:t>No element will be deleted</a:t>
            </a:r>
          </a:p>
        </p:txBody>
      </p:sp>
      <p:sp>
        <p:nvSpPr>
          <p:cNvPr id="41" name="Rectangle 40">
            <a:extLst>
              <a:ext uri="{FF2B5EF4-FFF2-40B4-BE49-F238E27FC236}">
                <a16:creationId xmlns:a16="http://schemas.microsoft.com/office/drawing/2014/main" id="{F3EE9DC3-4A5D-47F3-BA12-4F6B8DEBCF4D}"/>
              </a:ext>
            </a:extLst>
          </p:cNvPr>
          <p:cNvSpPr/>
          <p:nvPr/>
        </p:nvSpPr>
        <p:spPr>
          <a:xfrm>
            <a:off x="5755489" y="5372099"/>
            <a:ext cx="551793" cy="923330"/>
          </a:xfrm>
          <a:prstGeom prst="rect">
            <a:avLst/>
          </a:prstGeom>
          <a:noFill/>
        </p:spPr>
        <p:txBody>
          <a:bodyPr wrap="square" lIns="91440" tIns="45720" rIns="91440" bIns="45720">
            <a:spAutoFit/>
          </a:bodyPr>
          <a:lstStyle/>
          <a:p>
            <a:pPr algn="ctr"/>
            <a:r>
              <a:rPr lang="en-US" sz="5400" b="0" cap="none" spc="0">
                <a:ln w="0"/>
                <a:solidFill>
                  <a:schemeClr val="tx1"/>
                </a:solidFill>
                <a:effectLst>
                  <a:outerShdw blurRad="38100" dist="19050" dir="2700000" algn="tl" rotWithShape="0">
                    <a:schemeClr val="dk1">
                      <a:alpha val="40000"/>
                    </a:schemeClr>
                  </a:outerShdw>
                </a:effectLst>
              </a:rPr>
              <a:t>1</a:t>
            </a:r>
          </a:p>
        </p:txBody>
      </p:sp>
      <p:sp>
        <p:nvSpPr>
          <p:cNvPr id="42" name="Rectangle 41">
            <a:extLst>
              <a:ext uri="{FF2B5EF4-FFF2-40B4-BE49-F238E27FC236}">
                <a16:creationId xmlns:a16="http://schemas.microsoft.com/office/drawing/2014/main" id="{D306134F-7856-4BC9-AEBD-8376E8E64AEB}"/>
              </a:ext>
            </a:extLst>
          </p:cNvPr>
          <p:cNvSpPr/>
          <p:nvPr/>
        </p:nvSpPr>
        <p:spPr>
          <a:xfrm>
            <a:off x="9694907" y="3373178"/>
            <a:ext cx="535723" cy="923330"/>
          </a:xfrm>
          <a:prstGeom prst="rect">
            <a:avLst/>
          </a:prstGeom>
          <a:noFill/>
        </p:spPr>
        <p:txBody>
          <a:bodyPr wrap="none" lIns="91440" tIns="45720" rIns="91440" bIns="45720">
            <a:spAutoFit/>
          </a:bodyPr>
          <a:lstStyle/>
          <a:p>
            <a:pPr algn="ctr"/>
            <a:r>
              <a:rPr lang="en-US" sz="5400" b="0" cap="none" spc="0">
                <a:ln w="0"/>
                <a:solidFill>
                  <a:schemeClr val="tx1"/>
                </a:solidFill>
                <a:effectLst>
                  <a:outerShdw blurRad="38100" dist="19050" dir="2700000" algn="tl" rotWithShape="0">
                    <a:schemeClr val="dk1">
                      <a:alpha val="40000"/>
                    </a:schemeClr>
                  </a:outerShdw>
                </a:effectLst>
              </a:rPr>
              <a:t>2</a:t>
            </a:r>
          </a:p>
        </p:txBody>
      </p:sp>
      <p:sp>
        <p:nvSpPr>
          <p:cNvPr id="43" name="Rectangle 42">
            <a:extLst>
              <a:ext uri="{FF2B5EF4-FFF2-40B4-BE49-F238E27FC236}">
                <a16:creationId xmlns:a16="http://schemas.microsoft.com/office/drawing/2014/main" id="{418539B4-D9A0-460C-B44A-005037771A64}"/>
              </a:ext>
            </a:extLst>
          </p:cNvPr>
          <p:cNvSpPr/>
          <p:nvPr/>
        </p:nvSpPr>
        <p:spPr>
          <a:xfrm>
            <a:off x="7541321" y="3448563"/>
            <a:ext cx="535723" cy="923330"/>
          </a:xfrm>
          <a:prstGeom prst="rect">
            <a:avLst/>
          </a:prstGeom>
          <a:noFill/>
        </p:spPr>
        <p:txBody>
          <a:bodyPr wrap="none" lIns="91440" tIns="45720" rIns="91440" bIns="45720">
            <a:spAutoFit/>
          </a:bodyPr>
          <a:lstStyle/>
          <a:p>
            <a:pPr algn="ctr"/>
            <a:r>
              <a:rPr lang="en-US" sz="5400" b="0" cap="none" spc="0">
                <a:ln w="0"/>
                <a:solidFill>
                  <a:schemeClr val="tx1"/>
                </a:solidFill>
                <a:effectLst>
                  <a:outerShdw blurRad="38100" dist="19050" dir="2700000" algn="tl" rotWithShape="0">
                    <a:schemeClr val="dk1">
                      <a:alpha val="40000"/>
                    </a:schemeClr>
                  </a:outerShdw>
                </a:effectLst>
              </a:rPr>
              <a:t>3</a:t>
            </a:r>
          </a:p>
        </p:txBody>
      </p:sp>
      <p:sp>
        <p:nvSpPr>
          <p:cNvPr id="44" name="Rectangle 43">
            <a:extLst>
              <a:ext uri="{FF2B5EF4-FFF2-40B4-BE49-F238E27FC236}">
                <a16:creationId xmlns:a16="http://schemas.microsoft.com/office/drawing/2014/main" id="{6EE88FA4-4EE6-4ADB-A13F-B4C3CDCB031B}"/>
              </a:ext>
            </a:extLst>
          </p:cNvPr>
          <p:cNvSpPr/>
          <p:nvPr/>
        </p:nvSpPr>
        <p:spPr>
          <a:xfrm>
            <a:off x="9971143" y="5145591"/>
            <a:ext cx="303604" cy="45720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5" name="Text Box 10">
            <a:extLst>
              <a:ext uri="{FF2B5EF4-FFF2-40B4-BE49-F238E27FC236}">
                <a16:creationId xmlns:a16="http://schemas.microsoft.com/office/drawing/2014/main" id="{02D925B3-987F-4C00-A1DF-C9B24E6E06B5}"/>
              </a:ext>
            </a:extLst>
          </p:cNvPr>
          <p:cNvSpPr txBox="1">
            <a:spLocks noChangeArrowheads="1"/>
          </p:cNvSpPr>
          <p:nvPr/>
        </p:nvSpPr>
        <p:spPr bwMode="auto">
          <a:xfrm>
            <a:off x="9236013" y="5682230"/>
            <a:ext cx="516480" cy="33855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chemeClr val="bg2"/>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30000"/>
              </a:spcBef>
              <a:buClrTx/>
              <a:buSzTx/>
              <a:buFontTx/>
              <a:buNone/>
            </a:pPr>
            <a:r>
              <a:rPr lang="en-US" altLang="en-US" sz="1600" b="1">
                <a:solidFill>
                  <a:schemeClr val="tx1"/>
                </a:solidFill>
              </a:rPr>
              <a:t>[3]</a:t>
            </a:r>
          </a:p>
        </p:txBody>
      </p:sp>
      <p:sp>
        <p:nvSpPr>
          <p:cNvPr id="46" name="Text Box 10">
            <a:extLst>
              <a:ext uri="{FF2B5EF4-FFF2-40B4-BE49-F238E27FC236}">
                <a16:creationId xmlns:a16="http://schemas.microsoft.com/office/drawing/2014/main" id="{0AD61876-7715-4DB3-A48A-60C1A14C15F2}"/>
              </a:ext>
            </a:extLst>
          </p:cNvPr>
          <p:cNvSpPr txBox="1">
            <a:spLocks noChangeArrowheads="1"/>
          </p:cNvSpPr>
          <p:nvPr/>
        </p:nvSpPr>
        <p:spPr bwMode="auto">
          <a:xfrm>
            <a:off x="9544897" y="5682230"/>
            <a:ext cx="516480" cy="33855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chemeClr val="bg2"/>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30000"/>
              </a:spcBef>
              <a:buClrTx/>
              <a:buSzTx/>
              <a:buFontTx/>
              <a:buNone/>
            </a:pPr>
            <a:r>
              <a:rPr lang="en-US" altLang="en-US" sz="1600" b="1">
                <a:solidFill>
                  <a:schemeClr val="tx1"/>
                </a:solidFill>
              </a:rPr>
              <a:t>[4]</a:t>
            </a:r>
          </a:p>
        </p:txBody>
      </p:sp>
      <p:sp>
        <p:nvSpPr>
          <p:cNvPr id="47" name="Text Box 10">
            <a:extLst>
              <a:ext uri="{FF2B5EF4-FFF2-40B4-BE49-F238E27FC236}">
                <a16:creationId xmlns:a16="http://schemas.microsoft.com/office/drawing/2014/main" id="{DE1EEB8A-7C69-4AC2-9A80-AF7A0D6E60CA}"/>
              </a:ext>
            </a:extLst>
          </p:cNvPr>
          <p:cNvSpPr txBox="1">
            <a:spLocks noChangeArrowheads="1"/>
          </p:cNvSpPr>
          <p:nvPr/>
        </p:nvSpPr>
        <p:spPr bwMode="auto">
          <a:xfrm>
            <a:off x="9918205" y="5712958"/>
            <a:ext cx="516480" cy="33855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chemeClr val="bg2"/>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30000"/>
              </a:spcBef>
              <a:buClrTx/>
              <a:buSzTx/>
              <a:buFontTx/>
              <a:buNone/>
            </a:pPr>
            <a:r>
              <a:rPr lang="en-US" altLang="en-US" sz="1600" b="1">
                <a:solidFill>
                  <a:schemeClr val="tx1"/>
                </a:solidFill>
              </a:rPr>
              <a:t>[5]</a:t>
            </a:r>
          </a:p>
        </p:txBody>
      </p:sp>
      <p:sp>
        <p:nvSpPr>
          <p:cNvPr id="48" name="Text Box 10">
            <a:extLst>
              <a:ext uri="{FF2B5EF4-FFF2-40B4-BE49-F238E27FC236}">
                <a16:creationId xmlns:a16="http://schemas.microsoft.com/office/drawing/2014/main" id="{067EAD54-F261-488C-835A-2624DB8DC336}"/>
              </a:ext>
            </a:extLst>
          </p:cNvPr>
          <p:cNvSpPr txBox="1">
            <a:spLocks noChangeArrowheads="1"/>
          </p:cNvSpPr>
          <p:nvPr/>
        </p:nvSpPr>
        <p:spPr bwMode="auto">
          <a:xfrm>
            <a:off x="10264776" y="5691328"/>
            <a:ext cx="516480" cy="33855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chemeClr val="bg2"/>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30000"/>
              </a:spcBef>
              <a:buClrTx/>
              <a:buSzTx/>
              <a:buFontTx/>
              <a:buNone/>
            </a:pPr>
            <a:r>
              <a:rPr lang="en-US" altLang="en-US" sz="1600" b="1">
                <a:solidFill>
                  <a:schemeClr val="tx1"/>
                </a:solidFill>
              </a:rPr>
              <a:t>[6]</a:t>
            </a:r>
          </a:p>
        </p:txBody>
      </p:sp>
      <p:sp>
        <p:nvSpPr>
          <p:cNvPr id="49" name="Text Box 10">
            <a:extLst>
              <a:ext uri="{FF2B5EF4-FFF2-40B4-BE49-F238E27FC236}">
                <a16:creationId xmlns:a16="http://schemas.microsoft.com/office/drawing/2014/main" id="{345D98D4-7575-4712-BDBA-29475C135487}"/>
              </a:ext>
            </a:extLst>
          </p:cNvPr>
          <p:cNvSpPr txBox="1">
            <a:spLocks noChangeArrowheads="1"/>
          </p:cNvSpPr>
          <p:nvPr/>
        </p:nvSpPr>
        <p:spPr bwMode="auto">
          <a:xfrm>
            <a:off x="10553933" y="5682230"/>
            <a:ext cx="516480" cy="33855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chemeClr val="bg2"/>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30000"/>
              </a:spcBef>
              <a:buClrTx/>
              <a:buSzTx/>
              <a:buFontTx/>
              <a:buNone/>
            </a:pPr>
            <a:r>
              <a:rPr lang="en-US" altLang="en-US" sz="1600" b="1">
                <a:solidFill>
                  <a:schemeClr val="tx1"/>
                </a:solidFill>
              </a:rPr>
              <a:t>[7]</a:t>
            </a:r>
          </a:p>
        </p:txBody>
      </p:sp>
      <p:sp>
        <p:nvSpPr>
          <p:cNvPr id="52" name="Text Box 10">
            <a:extLst>
              <a:ext uri="{FF2B5EF4-FFF2-40B4-BE49-F238E27FC236}">
                <a16:creationId xmlns:a16="http://schemas.microsoft.com/office/drawing/2014/main" id="{EBBAC450-87A6-4DA9-B029-665C21248FCD}"/>
              </a:ext>
            </a:extLst>
          </p:cNvPr>
          <p:cNvSpPr txBox="1">
            <a:spLocks noChangeArrowheads="1"/>
          </p:cNvSpPr>
          <p:nvPr/>
        </p:nvSpPr>
        <p:spPr bwMode="auto">
          <a:xfrm>
            <a:off x="8228865" y="5682230"/>
            <a:ext cx="516480" cy="33855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chemeClr val="bg2"/>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30000"/>
              </a:spcBef>
              <a:buClrTx/>
              <a:buSzTx/>
              <a:buFontTx/>
              <a:buNone/>
            </a:pPr>
            <a:r>
              <a:rPr lang="en-US" altLang="en-US" sz="1600" b="1">
                <a:solidFill>
                  <a:schemeClr val="tx1"/>
                </a:solidFill>
              </a:rPr>
              <a:t>[0]</a:t>
            </a:r>
          </a:p>
        </p:txBody>
      </p:sp>
      <p:sp>
        <p:nvSpPr>
          <p:cNvPr id="53" name="Text Box 10">
            <a:extLst>
              <a:ext uri="{FF2B5EF4-FFF2-40B4-BE49-F238E27FC236}">
                <a16:creationId xmlns:a16="http://schemas.microsoft.com/office/drawing/2014/main" id="{F9C118B2-EABF-46F5-9387-DDA52CCE7DD9}"/>
              </a:ext>
            </a:extLst>
          </p:cNvPr>
          <p:cNvSpPr txBox="1">
            <a:spLocks noChangeArrowheads="1"/>
          </p:cNvSpPr>
          <p:nvPr/>
        </p:nvSpPr>
        <p:spPr bwMode="auto">
          <a:xfrm>
            <a:off x="8575436" y="5682230"/>
            <a:ext cx="516480" cy="33855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chemeClr val="bg2"/>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30000"/>
              </a:spcBef>
              <a:buClrTx/>
              <a:buSzTx/>
              <a:buFontTx/>
              <a:buNone/>
            </a:pPr>
            <a:r>
              <a:rPr lang="en-US" altLang="en-US" sz="1600" b="1">
                <a:solidFill>
                  <a:schemeClr val="tx1"/>
                </a:solidFill>
              </a:rPr>
              <a:t>[1]</a:t>
            </a:r>
          </a:p>
        </p:txBody>
      </p:sp>
      <p:sp>
        <p:nvSpPr>
          <p:cNvPr id="54" name="Text Box 10">
            <a:extLst>
              <a:ext uri="{FF2B5EF4-FFF2-40B4-BE49-F238E27FC236}">
                <a16:creationId xmlns:a16="http://schemas.microsoft.com/office/drawing/2014/main" id="{2638DC49-AD43-4F8C-95F8-D4E829055199}"/>
              </a:ext>
            </a:extLst>
          </p:cNvPr>
          <p:cNvSpPr txBox="1">
            <a:spLocks noChangeArrowheads="1"/>
          </p:cNvSpPr>
          <p:nvPr/>
        </p:nvSpPr>
        <p:spPr bwMode="auto">
          <a:xfrm>
            <a:off x="8901031" y="5682230"/>
            <a:ext cx="516480" cy="33855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chemeClr val="bg2"/>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30000"/>
              </a:spcBef>
              <a:buClrTx/>
              <a:buSzTx/>
              <a:buFontTx/>
              <a:buNone/>
            </a:pPr>
            <a:r>
              <a:rPr lang="en-US" altLang="en-US" sz="1600" b="1">
                <a:solidFill>
                  <a:schemeClr val="tx1"/>
                </a:solidFill>
              </a:rPr>
              <a:t>[2]</a:t>
            </a:r>
          </a:p>
        </p:txBody>
      </p:sp>
      <p:sp>
        <p:nvSpPr>
          <p:cNvPr id="55" name="Rectangle 54">
            <a:extLst>
              <a:ext uri="{FF2B5EF4-FFF2-40B4-BE49-F238E27FC236}">
                <a16:creationId xmlns:a16="http://schemas.microsoft.com/office/drawing/2014/main" id="{0B0D6829-F6A7-423C-8DBA-A0DA3DF4A018}"/>
              </a:ext>
            </a:extLst>
          </p:cNvPr>
          <p:cNvSpPr/>
          <p:nvPr/>
        </p:nvSpPr>
        <p:spPr>
          <a:xfrm>
            <a:off x="10597200" y="5142826"/>
            <a:ext cx="303604"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6" name="Rectangle 55">
            <a:extLst>
              <a:ext uri="{FF2B5EF4-FFF2-40B4-BE49-F238E27FC236}">
                <a16:creationId xmlns:a16="http://schemas.microsoft.com/office/drawing/2014/main" id="{5352E6C8-3D58-4CCD-B63A-284C99E7EE92}"/>
              </a:ext>
            </a:extLst>
          </p:cNvPr>
          <p:cNvSpPr/>
          <p:nvPr/>
        </p:nvSpPr>
        <p:spPr>
          <a:xfrm>
            <a:off x="10282367" y="5146507"/>
            <a:ext cx="303604"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7" name="Rectangle 10">
            <a:extLst>
              <a:ext uri="{FF2B5EF4-FFF2-40B4-BE49-F238E27FC236}">
                <a16:creationId xmlns:a16="http://schemas.microsoft.com/office/drawing/2014/main" id="{C4E9F72B-5A61-4602-8919-9EEC24E3A723}"/>
              </a:ext>
            </a:extLst>
          </p:cNvPr>
          <p:cNvSpPr>
            <a:spLocks noChangeArrowheads="1"/>
          </p:cNvSpPr>
          <p:nvPr/>
        </p:nvSpPr>
        <p:spPr bwMode="auto">
          <a:xfrm>
            <a:off x="8291134" y="5149310"/>
            <a:ext cx="1676400" cy="457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90000" tIns="46800" rIns="90000" bIns="46800" anchor="ctr">
            <a:spAutoFit/>
          </a:bodyPr>
          <a:lstStyle/>
          <a:p>
            <a:endParaRPr lang="en-CA"/>
          </a:p>
        </p:txBody>
      </p:sp>
      <p:sp>
        <p:nvSpPr>
          <p:cNvPr id="58" name="Text Box 11">
            <a:extLst>
              <a:ext uri="{FF2B5EF4-FFF2-40B4-BE49-F238E27FC236}">
                <a16:creationId xmlns:a16="http://schemas.microsoft.com/office/drawing/2014/main" id="{E80D7085-14FA-4686-893D-BA3B423DA722}"/>
              </a:ext>
            </a:extLst>
          </p:cNvPr>
          <p:cNvSpPr txBox="1">
            <a:spLocks noChangeArrowheads="1"/>
          </p:cNvSpPr>
          <p:nvPr/>
        </p:nvSpPr>
        <p:spPr bwMode="auto">
          <a:xfrm>
            <a:off x="8256911" y="5239110"/>
            <a:ext cx="319616" cy="37151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0</a:t>
            </a:r>
          </a:p>
        </p:txBody>
      </p:sp>
      <p:sp>
        <p:nvSpPr>
          <p:cNvPr id="59" name="Text Box 12">
            <a:extLst>
              <a:ext uri="{FF2B5EF4-FFF2-40B4-BE49-F238E27FC236}">
                <a16:creationId xmlns:a16="http://schemas.microsoft.com/office/drawing/2014/main" id="{84AB2EE0-E023-4300-BC16-93063C0AD7DA}"/>
              </a:ext>
            </a:extLst>
          </p:cNvPr>
          <p:cNvSpPr txBox="1">
            <a:spLocks noChangeArrowheads="1"/>
          </p:cNvSpPr>
          <p:nvPr/>
        </p:nvSpPr>
        <p:spPr bwMode="auto">
          <a:xfrm>
            <a:off x="8599811" y="5239110"/>
            <a:ext cx="319616" cy="37151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0</a:t>
            </a:r>
          </a:p>
        </p:txBody>
      </p:sp>
      <p:sp>
        <p:nvSpPr>
          <p:cNvPr id="60" name="Text Box 13">
            <a:extLst>
              <a:ext uri="{FF2B5EF4-FFF2-40B4-BE49-F238E27FC236}">
                <a16:creationId xmlns:a16="http://schemas.microsoft.com/office/drawing/2014/main" id="{42DAA1F1-2681-49AB-9EAB-2265C91E2C18}"/>
              </a:ext>
            </a:extLst>
          </p:cNvPr>
          <p:cNvSpPr txBox="1">
            <a:spLocks noChangeArrowheads="1"/>
          </p:cNvSpPr>
          <p:nvPr/>
        </p:nvSpPr>
        <p:spPr bwMode="auto">
          <a:xfrm>
            <a:off x="8942711" y="5239110"/>
            <a:ext cx="319616" cy="37151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0</a:t>
            </a:r>
          </a:p>
        </p:txBody>
      </p:sp>
      <p:sp>
        <p:nvSpPr>
          <p:cNvPr id="61" name="Text Box 14">
            <a:extLst>
              <a:ext uri="{FF2B5EF4-FFF2-40B4-BE49-F238E27FC236}">
                <a16:creationId xmlns:a16="http://schemas.microsoft.com/office/drawing/2014/main" id="{E278FEC6-4C0C-41C6-BA72-07D8DDA0DE87}"/>
              </a:ext>
            </a:extLst>
          </p:cNvPr>
          <p:cNvSpPr txBox="1">
            <a:spLocks noChangeArrowheads="1"/>
          </p:cNvSpPr>
          <p:nvPr/>
        </p:nvSpPr>
        <p:spPr bwMode="auto">
          <a:xfrm>
            <a:off x="9283365" y="5205753"/>
            <a:ext cx="333779" cy="371513"/>
          </a:xfrm>
          <a:prstGeom prst="rect">
            <a:avLst/>
          </a:prstGeom>
          <a:solidFill>
            <a:schemeClr val="bg1">
              <a:lumMod val="85000"/>
            </a:schemeClr>
          </a:solidFill>
          <a:ln>
            <a:noFill/>
          </a:ln>
          <a:effectLst/>
        </p:spPr>
        <p:txBody>
          <a:bodyPr wrap="square" lIns="90000" tIns="46800" rIns="90000" bIns="46800">
            <a:spAutoFit/>
          </a:bodyPr>
          <a:lstStyle/>
          <a:p>
            <a:r>
              <a:rPr lang="en-US" altLang="en-US" b="1">
                <a:latin typeface="Courier New" panose="02070309020205020404" pitchFamily="49" charset="0"/>
              </a:rPr>
              <a:t>3</a:t>
            </a:r>
          </a:p>
        </p:txBody>
      </p:sp>
      <p:sp>
        <p:nvSpPr>
          <p:cNvPr id="62" name="Text Box 15">
            <a:extLst>
              <a:ext uri="{FF2B5EF4-FFF2-40B4-BE49-F238E27FC236}">
                <a16:creationId xmlns:a16="http://schemas.microsoft.com/office/drawing/2014/main" id="{AFCCC66F-3A49-4156-A66A-306EFF823D7C}"/>
              </a:ext>
            </a:extLst>
          </p:cNvPr>
          <p:cNvSpPr txBox="1">
            <a:spLocks noChangeArrowheads="1"/>
          </p:cNvSpPr>
          <p:nvPr/>
        </p:nvSpPr>
        <p:spPr bwMode="auto">
          <a:xfrm>
            <a:off x="9651245" y="5212771"/>
            <a:ext cx="319899" cy="371513"/>
          </a:xfrm>
          <a:prstGeom prst="rect">
            <a:avLst/>
          </a:prstGeom>
          <a:solidFill>
            <a:schemeClr val="bg1">
              <a:lumMod val="85000"/>
            </a:schemeClr>
          </a:solidFill>
          <a:ln>
            <a:noFill/>
          </a:ln>
          <a:effectLst/>
        </p:spPr>
        <p:txBody>
          <a:bodyPr wrap="square" lIns="90000" tIns="46800" rIns="90000" bIns="46800">
            <a:spAutoFit/>
          </a:bodyPr>
          <a:lstStyle/>
          <a:p>
            <a:r>
              <a:rPr lang="en-US" altLang="en-US" b="1">
                <a:latin typeface="Courier New" panose="02070309020205020404" pitchFamily="49" charset="0"/>
              </a:rPr>
              <a:t>3</a:t>
            </a:r>
          </a:p>
        </p:txBody>
      </p:sp>
      <p:sp>
        <p:nvSpPr>
          <p:cNvPr id="63" name="Line 19">
            <a:extLst>
              <a:ext uri="{FF2B5EF4-FFF2-40B4-BE49-F238E27FC236}">
                <a16:creationId xmlns:a16="http://schemas.microsoft.com/office/drawing/2014/main" id="{5D254AE2-449D-4B43-A63F-ECCC388CDE4D}"/>
              </a:ext>
            </a:extLst>
          </p:cNvPr>
          <p:cNvSpPr>
            <a:spLocks noChangeShapeType="1"/>
          </p:cNvSpPr>
          <p:nvPr/>
        </p:nvSpPr>
        <p:spPr bwMode="auto">
          <a:xfrm>
            <a:off x="8561711" y="5162910"/>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endParaRPr lang="en-CA"/>
          </a:p>
        </p:txBody>
      </p:sp>
      <p:sp>
        <p:nvSpPr>
          <p:cNvPr id="64" name="Line 20">
            <a:extLst>
              <a:ext uri="{FF2B5EF4-FFF2-40B4-BE49-F238E27FC236}">
                <a16:creationId xmlns:a16="http://schemas.microsoft.com/office/drawing/2014/main" id="{E17D726A-3CB9-4964-A919-055C5E14276A}"/>
              </a:ext>
            </a:extLst>
          </p:cNvPr>
          <p:cNvSpPr>
            <a:spLocks noChangeShapeType="1"/>
          </p:cNvSpPr>
          <p:nvPr/>
        </p:nvSpPr>
        <p:spPr bwMode="auto">
          <a:xfrm>
            <a:off x="8917311" y="5162910"/>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endParaRPr lang="en-CA"/>
          </a:p>
        </p:txBody>
      </p:sp>
      <p:sp>
        <p:nvSpPr>
          <p:cNvPr id="65" name="Line 21">
            <a:extLst>
              <a:ext uri="{FF2B5EF4-FFF2-40B4-BE49-F238E27FC236}">
                <a16:creationId xmlns:a16="http://schemas.microsoft.com/office/drawing/2014/main" id="{D6B43200-7054-4042-93C2-D2F7F997E846}"/>
              </a:ext>
            </a:extLst>
          </p:cNvPr>
          <p:cNvSpPr>
            <a:spLocks noChangeShapeType="1"/>
          </p:cNvSpPr>
          <p:nvPr/>
        </p:nvSpPr>
        <p:spPr bwMode="auto">
          <a:xfrm>
            <a:off x="9272911" y="5162910"/>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endParaRPr lang="en-CA"/>
          </a:p>
        </p:txBody>
      </p:sp>
      <p:sp>
        <p:nvSpPr>
          <p:cNvPr id="66" name="Line 22">
            <a:extLst>
              <a:ext uri="{FF2B5EF4-FFF2-40B4-BE49-F238E27FC236}">
                <a16:creationId xmlns:a16="http://schemas.microsoft.com/office/drawing/2014/main" id="{9C56C489-B104-4943-AB68-7B39C4AFBCAD}"/>
              </a:ext>
            </a:extLst>
          </p:cNvPr>
          <p:cNvSpPr>
            <a:spLocks noChangeShapeType="1"/>
          </p:cNvSpPr>
          <p:nvPr/>
        </p:nvSpPr>
        <p:spPr bwMode="auto">
          <a:xfrm>
            <a:off x="9628511" y="5220060"/>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endParaRPr lang="en-CA"/>
          </a:p>
        </p:txBody>
      </p:sp>
      <p:sp>
        <p:nvSpPr>
          <p:cNvPr id="67" name="Line 22">
            <a:extLst>
              <a:ext uri="{FF2B5EF4-FFF2-40B4-BE49-F238E27FC236}">
                <a16:creationId xmlns:a16="http://schemas.microsoft.com/office/drawing/2014/main" id="{FC939CDA-4800-4B39-9470-47EF24BF6604}"/>
              </a:ext>
            </a:extLst>
          </p:cNvPr>
          <p:cNvSpPr>
            <a:spLocks noChangeShapeType="1"/>
          </p:cNvSpPr>
          <p:nvPr/>
        </p:nvSpPr>
        <p:spPr bwMode="auto">
          <a:xfrm>
            <a:off x="9961385" y="5194990"/>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endParaRPr lang="en-CA"/>
          </a:p>
        </p:txBody>
      </p:sp>
      <p:sp>
        <p:nvSpPr>
          <p:cNvPr id="68" name="Text Box 15">
            <a:extLst>
              <a:ext uri="{FF2B5EF4-FFF2-40B4-BE49-F238E27FC236}">
                <a16:creationId xmlns:a16="http://schemas.microsoft.com/office/drawing/2014/main" id="{92691850-C3EB-4286-A120-BDB134D7040B}"/>
              </a:ext>
            </a:extLst>
          </p:cNvPr>
          <p:cNvSpPr txBox="1">
            <a:spLocks noChangeArrowheads="1"/>
          </p:cNvSpPr>
          <p:nvPr/>
        </p:nvSpPr>
        <p:spPr bwMode="auto">
          <a:xfrm>
            <a:off x="9964195" y="5226371"/>
            <a:ext cx="319616" cy="37151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3</a:t>
            </a:r>
          </a:p>
        </p:txBody>
      </p:sp>
      <p:sp>
        <p:nvSpPr>
          <p:cNvPr id="69" name="Text Box 15">
            <a:extLst>
              <a:ext uri="{FF2B5EF4-FFF2-40B4-BE49-F238E27FC236}">
                <a16:creationId xmlns:a16="http://schemas.microsoft.com/office/drawing/2014/main" id="{D801DF69-4AE5-437D-8699-296964BB4194}"/>
              </a:ext>
            </a:extLst>
          </p:cNvPr>
          <p:cNvSpPr txBox="1">
            <a:spLocks noChangeArrowheads="1"/>
          </p:cNvSpPr>
          <p:nvPr/>
        </p:nvSpPr>
        <p:spPr bwMode="auto">
          <a:xfrm>
            <a:off x="10259634" y="5237930"/>
            <a:ext cx="319616" cy="371513"/>
          </a:xfrm>
          <a:prstGeom prst="rect">
            <a:avLst/>
          </a:prstGeom>
          <a:noFill/>
          <a:ln>
            <a:noFill/>
          </a:ln>
          <a:effectLst/>
        </p:spPr>
        <p:txBody>
          <a:bodyPr wrap="none" lIns="90000" tIns="46800" rIns="90000" bIns="46800">
            <a:spAutoFit/>
          </a:bodyPr>
          <a:lstStyle/>
          <a:p>
            <a:r>
              <a:rPr lang="en-US" altLang="en-US" b="1">
                <a:latin typeface="Courier New" panose="02070309020205020404" pitchFamily="49" charset="0"/>
              </a:rPr>
              <a:t>0</a:t>
            </a:r>
          </a:p>
        </p:txBody>
      </p:sp>
      <p:sp>
        <p:nvSpPr>
          <p:cNvPr id="70" name="Text Box 15">
            <a:extLst>
              <a:ext uri="{FF2B5EF4-FFF2-40B4-BE49-F238E27FC236}">
                <a16:creationId xmlns:a16="http://schemas.microsoft.com/office/drawing/2014/main" id="{9144E6D6-466D-4376-A1B9-A380792493DF}"/>
              </a:ext>
            </a:extLst>
          </p:cNvPr>
          <p:cNvSpPr txBox="1">
            <a:spLocks noChangeArrowheads="1"/>
          </p:cNvSpPr>
          <p:nvPr/>
        </p:nvSpPr>
        <p:spPr bwMode="auto">
          <a:xfrm>
            <a:off x="10601983" y="5226371"/>
            <a:ext cx="319616" cy="371513"/>
          </a:xfrm>
          <a:prstGeom prst="rect">
            <a:avLst/>
          </a:prstGeom>
          <a:noFill/>
          <a:ln>
            <a:noFill/>
          </a:ln>
          <a:effectLst/>
        </p:spPr>
        <p:txBody>
          <a:bodyPr wrap="none" lIns="90000" tIns="46800" rIns="90000" bIns="46800">
            <a:spAutoFit/>
          </a:bodyPr>
          <a:lstStyle/>
          <a:p>
            <a:r>
              <a:rPr lang="en-US" altLang="en-US" b="1">
                <a:latin typeface="Courier New" panose="02070309020205020404" pitchFamily="49" charset="0"/>
              </a:rPr>
              <a:t>0</a:t>
            </a:r>
          </a:p>
        </p:txBody>
      </p:sp>
      <p:sp>
        <p:nvSpPr>
          <p:cNvPr id="75" name="Arrow: Curved Down 74">
            <a:extLst>
              <a:ext uri="{FF2B5EF4-FFF2-40B4-BE49-F238E27FC236}">
                <a16:creationId xmlns:a16="http://schemas.microsoft.com/office/drawing/2014/main" id="{30A4915B-272C-4AC7-AD3F-DE7C6F676120}"/>
              </a:ext>
            </a:extLst>
          </p:cNvPr>
          <p:cNvSpPr/>
          <p:nvPr/>
        </p:nvSpPr>
        <p:spPr>
          <a:xfrm rot="2745033">
            <a:off x="8196134" y="4142311"/>
            <a:ext cx="1217990" cy="565546"/>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endParaRPr>
          </a:p>
        </p:txBody>
      </p:sp>
      <p:sp>
        <p:nvSpPr>
          <p:cNvPr id="71" name="Text Box 1033">
            <a:extLst>
              <a:ext uri="{FF2B5EF4-FFF2-40B4-BE49-F238E27FC236}">
                <a16:creationId xmlns:a16="http://schemas.microsoft.com/office/drawing/2014/main" id="{7D2A8A4A-B16F-44FC-814E-2C5CD3453CA6}"/>
              </a:ext>
            </a:extLst>
          </p:cNvPr>
          <p:cNvSpPr txBox="1">
            <a:spLocks noChangeArrowheads="1"/>
          </p:cNvSpPr>
          <p:nvPr/>
        </p:nvSpPr>
        <p:spPr bwMode="auto">
          <a:xfrm>
            <a:off x="764011" y="1866835"/>
            <a:ext cx="7335156" cy="1754326"/>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console.log('Inserting elements using splice()');</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let </a:t>
            </a:r>
            <a:r>
              <a:rPr kumimoji="1" lang="en-US" altLang="en-US" sz="1800" b="1" kern="0" dirty="0" err="1">
                <a:solidFill>
                  <a:srgbClr val="000000"/>
                </a:solidFill>
                <a:latin typeface="Courier New" panose="02070309020205020404" pitchFamily="49" charset="0"/>
              </a:rPr>
              <a:t>myArray</a:t>
            </a:r>
            <a:r>
              <a:rPr kumimoji="1" lang="en-US" altLang="en-US" sz="1800" b="1" kern="0" dirty="0">
                <a:solidFill>
                  <a:srgbClr val="000000"/>
                </a:solidFill>
                <a:latin typeface="Courier New" panose="02070309020205020404" pitchFamily="49" charset="0"/>
              </a:rPr>
              <a:t> = [0,0,0,0,0];</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console.log(`</a:t>
            </a:r>
            <a:r>
              <a:rPr kumimoji="1" lang="en-US" altLang="en-US" sz="1800" b="1" kern="0" dirty="0" err="1">
                <a:solidFill>
                  <a:srgbClr val="000000"/>
                </a:solidFill>
                <a:latin typeface="Courier New" panose="02070309020205020404" pitchFamily="49" charset="0"/>
              </a:rPr>
              <a:t>myArray</a:t>
            </a:r>
            <a:r>
              <a:rPr kumimoji="1" lang="en-US" altLang="en-US" sz="1800" b="1" kern="0" dirty="0">
                <a:solidFill>
                  <a:srgbClr val="000000"/>
                </a:solidFill>
                <a:latin typeface="Courier New" panose="02070309020205020404" pitchFamily="49" charset="0"/>
              </a:rPr>
              <a:t> ${</a:t>
            </a:r>
            <a:r>
              <a:rPr kumimoji="1" lang="en-US" altLang="en-US" sz="1800" b="1" kern="0" dirty="0" err="1">
                <a:solidFill>
                  <a:srgbClr val="000000"/>
                </a:solidFill>
                <a:latin typeface="Courier New" panose="02070309020205020404" pitchFamily="49" charset="0"/>
              </a:rPr>
              <a:t>myArray</a:t>
            </a:r>
            <a:r>
              <a:rPr kumimoji="1" lang="en-US" altLang="en-US" sz="1800" b="1" kern="0" dirty="0">
                <a:solidFill>
                  <a:srgbClr val="000000"/>
                </a:solidFill>
                <a:latin typeface="Courier New" panose="02070309020205020404" pitchFamily="49" charset="0"/>
              </a:rPr>
              <a:t>}`);</a:t>
            </a:r>
          </a:p>
          <a:p>
            <a:pPr lvl="0" eaLnBrk="0" fontAlgn="base" hangingPunct="0">
              <a:spcBef>
                <a:spcPct val="0"/>
              </a:spcBef>
              <a:spcAft>
                <a:spcPct val="0"/>
              </a:spcAft>
              <a:buClrTx/>
              <a:buSzTx/>
              <a:buNone/>
              <a:defRPr/>
            </a:pPr>
            <a:r>
              <a:rPr kumimoji="1" lang="en-US" altLang="en-US" sz="1800" b="1" kern="0" dirty="0" err="1">
                <a:solidFill>
                  <a:srgbClr val="000000"/>
                </a:solidFill>
                <a:latin typeface="Courier New" panose="02070309020205020404" pitchFamily="49" charset="0"/>
              </a:rPr>
              <a:t>myArray.splice</a:t>
            </a:r>
            <a:r>
              <a:rPr kumimoji="1" lang="en-US" altLang="en-US" sz="1800" b="1" kern="0" dirty="0">
                <a:solidFill>
                  <a:srgbClr val="000000"/>
                </a:solidFill>
                <a:latin typeface="Courier New" panose="02070309020205020404" pitchFamily="49" charset="0"/>
              </a:rPr>
              <a:t>(3,0,3,3,3);</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console.log('</a:t>
            </a:r>
            <a:r>
              <a:rPr kumimoji="1" lang="en-US" altLang="en-US" sz="1800" b="1" kern="0" dirty="0" err="1">
                <a:solidFill>
                  <a:srgbClr val="000000"/>
                </a:solidFill>
                <a:latin typeface="Courier New" panose="02070309020205020404" pitchFamily="49" charset="0"/>
              </a:rPr>
              <a:t>myArray.splice</a:t>
            </a:r>
            <a:r>
              <a:rPr kumimoji="1" lang="en-US" altLang="en-US" sz="1800" b="1" kern="0" dirty="0">
                <a:solidFill>
                  <a:srgbClr val="000000"/>
                </a:solidFill>
                <a:latin typeface="Courier New" panose="02070309020205020404" pitchFamily="49" charset="0"/>
              </a:rPr>
              <a:t>(3,0,3,3,3)');</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console.log(`</a:t>
            </a:r>
            <a:r>
              <a:rPr kumimoji="1" lang="en-US" altLang="en-US" sz="1800" b="1" kern="0" dirty="0" err="1">
                <a:solidFill>
                  <a:srgbClr val="000000"/>
                </a:solidFill>
                <a:latin typeface="Courier New" panose="02070309020205020404" pitchFamily="49" charset="0"/>
              </a:rPr>
              <a:t>myArray</a:t>
            </a:r>
            <a:r>
              <a:rPr kumimoji="1" lang="en-US" altLang="en-US" sz="1800" b="1" kern="0" dirty="0">
                <a:solidFill>
                  <a:srgbClr val="000000"/>
                </a:solidFill>
                <a:latin typeface="Courier New" panose="02070309020205020404" pitchFamily="49" charset="0"/>
              </a:rPr>
              <a:t> ${</a:t>
            </a:r>
            <a:r>
              <a:rPr kumimoji="1" lang="en-US" altLang="en-US" sz="1800" b="1" kern="0" dirty="0" err="1">
                <a:solidFill>
                  <a:srgbClr val="000000"/>
                </a:solidFill>
                <a:latin typeface="Courier New" panose="02070309020205020404" pitchFamily="49" charset="0"/>
              </a:rPr>
              <a:t>myArray</a:t>
            </a:r>
            <a:r>
              <a:rPr kumimoji="1" lang="en-US" altLang="en-US" sz="1800" b="1" kern="0" dirty="0">
                <a:solidFill>
                  <a:srgbClr val="000000"/>
                </a:solidFill>
                <a:latin typeface="Courier New" panose="02070309020205020404" pitchFamily="49" charset="0"/>
              </a:rPr>
              <a:t>}`);</a:t>
            </a:r>
          </a:p>
        </p:txBody>
      </p:sp>
      <p:sp>
        <p:nvSpPr>
          <p:cNvPr id="72" name="Line 22">
            <a:extLst>
              <a:ext uri="{FF2B5EF4-FFF2-40B4-BE49-F238E27FC236}">
                <a16:creationId xmlns:a16="http://schemas.microsoft.com/office/drawing/2014/main" id="{B019B285-34B7-494A-89EE-65586F9486C7}"/>
              </a:ext>
            </a:extLst>
          </p:cNvPr>
          <p:cNvSpPr>
            <a:spLocks noChangeShapeType="1"/>
          </p:cNvSpPr>
          <p:nvPr/>
        </p:nvSpPr>
        <p:spPr bwMode="auto">
          <a:xfrm>
            <a:off x="7323401" y="4242627"/>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endParaRPr lang="en-CA"/>
          </a:p>
        </p:txBody>
      </p:sp>
      <p:sp>
        <p:nvSpPr>
          <p:cNvPr id="37" name="TextBox 36">
            <a:extLst>
              <a:ext uri="{FF2B5EF4-FFF2-40B4-BE49-F238E27FC236}">
                <a16:creationId xmlns:a16="http://schemas.microsoft.com/office/drawing/2014/main" id="{3B1A3C00-8622-4A86-9767-D71DBCBEA181}"/>
              </a:ext>
            </a:extLst>
          </p:cNvPr>
          <p:cNvSpPr txBox="1"/>
          <p:nvPr/>
        </p:nvSpPr>
        <p:spPr>
          <a:xfrm>
            <a:off x="6523371" y="2899434"/>
            <a:ext cx="1767047" cy="707886"/>
          </a:xfrm>
          <a:prstGeom prst="rect">
            <a:avLst/>
          </a:prstGeom>
          <a:noFill/>
        </p:spPr>
        <p:txBody>
          <a:bodyPr wrap="square" rtlCol="0">
            <a:spAutoFit/>
          </a:bodyPr>
          <a:lstStyle/>
          <a:p>
            <a:r>
              <a:rPr lang="en-CA" sz="2000" b="1">
                <a:solidFill>
                  <a:srgbClr val="FF0000"/>
                </a:solidFill>
              </a:rPr>
              <a:t>Insertion starts here</a:t>
            </a:r>
          </a:p>
        </p:txBody>
      </p:sp>
      <p:sp>
        <p:nvSpPr>
          <p:cNvPr id="4" name="Slide Number Placeholder 3">
            <a:extLst>
              <a:ext uri="{FF2B5EF4-FFF2-40B4-BE49-F238E27FC236}">
                <a16:creationId xmlns:a16="http://schemas.microsoft.com/office/drawing/2014/main" id="{B9290A3B-84F2-40EE-985B-3DE77D08A162}"/>
              </a:ext>
            </a:extLst>
          </p:cNvPr>
          <p:cNvSpPr>
            <a:spLocks noGrp="1"/>
          </p:cNvSpPr>
          <p:nvPr>
            <p:ph type="sldNum" sz="quarter" idx="12"/>
          </p:nvPr>
        </p:nvSpPr>
        <p:spPr/>
        <p:txBody>
          <a:bodyPr/>
          <a:lstStyle/>
          <a:p>
            <a:fld id="{6B7CECC9-8688-4C14-9F38-24140407CAFB}" type="slidenum">
              <a:rPr lang="en-CA" smtClean="0"/>
              <a:t>20</a:t>
            </a:fld>
            <a:endParaRPr lang="en-CA"/>
          </a:p>
        </p:txBody>
      </p:sp>
    </p:spTree>
    <p:extLst>
      <p:ext uri="{BB962C8B-B14F-4D97-AF65-F5344CB8AC3E}">
        <p14:creationId xmlns:p14="http://schemas.microsoft.com/office/powerpoint/2010/main" val="39144885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BFC3-C4EC-47F5-BE5D-5D7F5589C263}"/>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71E6561D-1D1D-4F83-A3B7-AE841050481F}"/>
              </a:ext>
            </a:extLst>
          </p:cNvPr>
          <p:cNvSpPr>
            <a:spLocks noGrp="1"/>
          </p:cNvSpPr>
          <p:nvPr>
            <p:ph idx="1"/>
          </p:nvPr>
        </p:nvSpPr>
        <p:spPr/>
        <p:txBody>
          <a:bodyPr/>
          <a:lstStyle/>
          <a:p>
            <a:endParaRPr lang="en-CA"/>
          </a:p>
        </p:txBody>
      </p:sp>
      <p:sp>
        <p:nvSpPr>
          <p:cNvPr id="4" name="Slide Number Placeholder 3">
            <a:extLst>
              <a:ext uri="{FF2B5EF4-FFF2-40B4-BE49-F238E27FC236}">
                <a16:creationId xmlns:a16="http://schemas.microsoft.com/office/drawing/2014/main" id="{21921E33-D798-4701-BCBB-243916DC85CF}"/>
              </a:ext>
            </a:extLst>
          </p:cNvPr>
          <p:cNvSpPr>
            <a:spLocks noGrp="1"/>
          </p:cNvSpPr>
          <p:nvPr>
            <p:ph type="sldNum" sz="quarter" idx="12"/>
          </p:nvPr>
        </p:nvSpPr>
        <p:spPr/>
        <p:txBody>
          <a:bodyPr/>
          <a:lstStyle/>
          <a:p>
            <a:fld id="{6B7CECC9-8688-4C14-9F38-24140407CAFB}" type="slidenum">
              <a:rPr lang="en-CA" smtClean="0"/>
              <a:t>21</a:t>
            </a:fld>
            <a:endParaRPr lang="en-CA"/>
          </a:p>
        </p:txBody>
      </p:sp>
    </p:spTree>
    <p:extLst>
      <p:ext uri="{BB962C8B-B14F-4D97-AF65-F5344CB8AC3E}">
        <p14:creationId xmlns:p14="http://schemas.microsoft.com/office/powerpoint/2010/main" val="31937747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17A31-DC46-486F-9781-891D7E88CB20}"/>
              </a:ext>
            </a:extLst>
          </p:cNvPr>
          <p:cNvSpPr>
            <a:spLocks noGrp="1"/>
          </p:cNvSpPr>
          <p:nvPr>
            <p:ph type="title"/>
          </p:nvPr>
        </p:nvSpPr>
        <p:spPr/>
        <p:txBody>
          <a:bodyPr/>
          <a:lstStyle/>
          <a:p>
            <a:r>
              <a:rPr lang="en-CA" dirty="0"/>
              <a:t>Deleting Elements in the Array – Scenario 1</a:t>
            </a:r>
          </a:p>
        </p:txBody>
      </p:sp>
      <p:sp>
        <p:nvSpPr>
          <p:cNvPr id="3" name="Content Placeholder 2">
            <a:extLst>
              <a:ext uri="{FF2B5EF4-FFF2-40B4-BE49-F238E27FC236}">
                <a16:creationId xmlns:a16="http://schemas.microsoft.com/office/drawing/2014/main" id="{4FD52B31-DDF0-4D8E-8EA9-4D66A3C8F762}"/>
              </a:ext>
            </a:extLst>
          </p:cNvPr>
          <p:cNvSpPr>
            <a:spLocks noGrp="1"/>
          </p:cNvSpPr>
          <p:nvPr>
            <p:ph idx="1"/>
          </p:nvPr>
        </p:nvSpPr>
        <p:spPr>
          <a:xfrm>
            <a:off x="838200" y="1825625"/>
            <a:ext cx="10515600" cy="4351338"/>
          </a:xfrm>
        </p:spPr>
        <p:txBody>
          <a:bodyPr/>
          <a:lstStyle/>
          <a:p>
            <a:endParaRPr lang="en-CA" dirty="0"/>
          </a:p>
        </p:txBody>
      </p:sp>
      <p:sp>
        <p:nvSpPr>
          <p:cNvPr id="5" name="Text Box 10">
            <a:extLst>
              <a:ext uri="{FF2B5EF4-FFF2-40B4-BE49-F238E27FC236}">
                <a16:creationId xmlns:a16="http://schemas.microsoft.com/office/drawing/2014/main" id="{EEA31739-70B0-4CD7-B17A-1D412F03C120}"/>
              </a:ext>
            </a:extLst>
          </p:cNvPr>
          <p:cNvSpPr txBox="1">
            <a:spLocks noChangeArrowheads="1"/>
          </p:cNvSpPr>
          <p:nvPr/>
        </p:nvSpPr>
        <p:spPr bwMode="auto">
          <a:xfrm>
            <a:off x="8588281" y="4542412"/>
            <a:ext cx="516480" cy="33855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chemeClr val="bg2"/>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30000"/>
              </a:spcBef>
              <a:buClrTx/>
              <a:buSzTx/>
              <a:buFontTx/>
              <a:buNone/>
            </a:pPr>
            <a:r>
              <a:rPr lang="en-US" altLang="en-US" sz="1600" b="1">
                <a:solidFill>
                  <a:schemeClr val="tx1"/>
                </a:solidFill>
              </a:rPr>
              <a:t>[3]</a:t>
            </a:r>
          </a:p>
        </p:txBody>
      </p:sp>
      <p:sp>
        <p:nvSpPr>
          <p:cNvPr id="6" name="Text Box 10">
            <a:extLst>
              <a:ext uri="{FF2B5EF4-FFF2-40B4-BE49-F238E27FC236}">
                <a16:creationId xmlns:a16="http://schemas.microsoft.com/office/drawing/2014/main" id="{057F2E07-7327-44DF-9399-A5A02ADBBC3D}"/>
              </a:ext>
            </a:extLst>
          </p:cNvPr>
          <p:cNvSpPr txBox="1">
            <a:spLocks noChangeArrowheads="1"/>
          </p:cNvSpPr>
          <p:nvPr/>
        </p:nvSpPr>
        <p:spPr bwMode="auto">
          <a:xfrm>
            <a:off x="8897165" y="4542412"/>
            <a:ext cx="516480" cy="33855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chemeClr val="bg2"/>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30000"/>
              </a:spcBef>
              <a:buClrTx/>
              <a:buSzTx/>
              <a:buFontTx/>
              <a:buNone/>
            </a:pPr>
            <a:r>
              <a:rPr lang="en-US" altLang="en-US" sz="1600" b="1">
                <a:solidFill>
                  <a:schemeClr val="tx1"/>
                </a:solidFill>
              </a:rPr>
              <a:t>[4]</a:t>
            </a:r>
          </a:p>
        </p:txBody>
      </p:sp>
      <p:sp>
        <p:nvSpPr>
          <p:cNvPr id="12" name="Text Box 10">
            <a:extLst>
              <a:ext uri="{FF2B5EF4-FFF2-40B4-BE49-F238E27FC236}">
                <a16:creationId xmlns:a16="http://schemas.microsoft.com/office/drawing/2014/main" id="{0588AE88-EA95-4AA5-A466-29408151B0CE}"/>
              </a:ext>
            </a:extLst>
          </p:cNvPr>
          <p:cNvSpPr txBox="1">
            <a:spLocks noChangeArrowheads="1"/>
          </p:cNvSpPr>
          <p:nvPr/>
        </p:nvSpPr>
        <p:spPr bwMode="auto">
          <a:xfrm>
            <a:off x="7581133" y="4542412"/>
            <a:ext cx="516480" cy="33855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chemeClr val="bg2"/>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30000"/>
              </a:spcBef>
              <a:buClrTx/>
              <a:buSzTx/>
              <a:buFontTx/>
              <a:buNone/>
            </a:pPr>
            <a:r>
              <a:rPr lang="en-US" altLang="en-US" sz="1600" b="1">
                <a:solidFill>
                  <a:schemeClr val="tx1"/>
                </a:solidFill>
              </a:rPr>
              <a:t>[0]</a:t>
            </a:r>
          </a:p>
        </p:txBody>
      </p:sp>
      <p:sp>
        <p:nvSpPr>
          <p:cNvPr id="13" name="Text Box 10">
            <a:extLst>
              <a:ext uri="{FF2B5EF4-FFF2-40B4-BE49-F238E27FC236}">
                <a16:creationId xmlns:a16="http://schemas.microsoft.com/office/drawing/2014/main" id="{CF25A577-8DC0-42CE-A4DA-0147C5AA05D0}"/>
              </a:ext>
            </a:extLst>
          </p:cNvPr>
          <p:cNvSpPr txBox="1">
            <a:spLocks noChangeArrowheads="1"/>
          </p:cNvSpPr>
          <p:nvPr/>
        </p:nvSpPr>
        <p:spPr bwMode="auto">
          <a:xfrm>
            <a:off x="7927704" y="4542412"/>
            <a:ext cx="516480" cy="33855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chemeClr val="bg2"/>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30000"/>
              </a:spcBef>
              <a:buClrTx/>
              <a:buSzTx/>
              <a:buFontTx/>
              <a:buNone/>
            </a:pPr>
            <a:r>
              <a:rPr lang="en-US" altLang="en-US" sz="1600" b="1">
                <a:solidFill>
                  <a:schemeClr val="tx1"/>
                </a:solidFill>
              </a:rPr>
              <a:t>[1]</a:t>
            </a:r>
          </a:p>
        </p:txBody>
      </p:sp>
      <p:sp>
        <p:nvSpPr>
          <p:cNvPr id="14" name="Text Box 10">
            <a:extLst>
              <a:ext uri="{FF2B5EF4-FFF2-40B4-BE49-F238E27FC236}">
                <a16:creationId xmlns:a16="http://schemas.microsoft.com/office/drawing/2014/main" id="{F034A11D-F88B-4DC6-8A98-DE43D56C6B4C}"/>
              </a:ext>
            </a:extLst>
          </p:cNvPr>
          <p:cNvSpPr txBox="1">
            <a:spLocks noChangeArrowheads="1"/>
          </p:cNvSpPr>
          <p:nvPr/>
        </p:nvSpPr>
        <p:spPr bwMode="auto">
          <a:xfrm>
            <a:off x="8253299" y="4542412"/>
            <a:ext cx="516480" cy="33855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chemeClr val="bg2"/>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30000"/>
              </a:spcBef>
              <a:buClrTx/>
              <a:buSzTx/>
              <a:buFontTx/>
              <a:buNone/>
            </a:pPr>
            <a:r>
              <a:rPr lang="en-US" altLang="en-US" sz="1600" b="1">
                <a:solidFill>
                  <a:schemeClr val="tx1"/>
                </a:solidFill>
              </a:rPr>
              <a:t>[2]</a:t>
            </a:r>
          </a:p>
        </p:txBody>
      </p:sp>
      <p:sp>
        <p:nvSpPr>
          <p:cNvPr id="17" name="Rectangle 10">
            <a:extLst>
              <a:ext uri="{FF2B5EF4-FFF2-40B4-BE49-F238E27FC236}">
                <a16:creationId xmlns:a16="http://schemas.microsoft.com/office/drawing/2014/main" id="{0C62FC62-BDE4-4541-885D-A674D63E29D0}"/>
              </a:ext>
            </a:extLst>
          </p:cNvPr>
          <p:cNvSpPr>
            <a:spLocks noChangeArrowheads="1"/>
          </p:cNvSpPr>
          <p:nvPr/>
        </p:nvSpPr>
        <p:spPr bwMode="auto">
          <a:xfrm>
            <a:off x="7643402" y="4009492"/>
            <a:ext cx="1676400" cy="457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90000" tIns="46800" rIns="90000" bIns="46800" anchor="ctr">
            <a:spAutoFit/>
          </a:bodyPr>
          <a:lstStyle/>
          <a:p>
            <a:endParaRPr lang="en-CA"/>
          </a:p>
        </p:txBody>
      </p:sp>
      <p:sp>
        <p:nvSpPr>
          <p:cNvPr id="18" name="Text Box 11">
            <a:extLst>
              <a:ext uri="{FF2B5EF4-FFF2-40B4-BE49-F238E27FC236}">
                <a16:creationId xmlns:a16="http://schemas.microsoft.com/office/drawing/2014/main" id="{4CC3CE7E-B0BB-4586-8299-54B2F03208E2}"/>
              </a:ext>
            </a:extLst>
          </p:cNvPr>
          <p:cNvSpPr txBox="1">
            <a:spLocks noChangeArrowheads="1"/>
          </p:cNvSpPr>
          <p:nvPr/>
        </p:nvSpPr>
        <p:spPr bwMode="auto">
          <a:xfrm>
            <a:off x="7609179" y="4099292"/>
            <a:ext cx="319616" cy="37151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0</a:t>
            </a:r>
          </a:p>
        </p:txBody>
      </p:sp>
      <p:sp>
        <p:nvSpPr>
          <p:cNvPr id="19" name="Text Box 12">
            <a:extLst>
              <a:ext uri="{FF2B5EF4-FFF2-40B4-BE49-F238E27FC236}">
                <a16:creationId xmlns:a16="http://schemas.microsoft.com/office/drawing/2014/main" id="{BCCDC23C-6716-4B25-B510-699DFC499705}"/>
              </a:ext>
            </a:extLst>
          </p:cNvPr>
          <p:cNvSpPr txBox="1">
            <a:spLocks noChangeArrowheads="1"/>
          </p:cNvSpPr>
          <p:nvPr/>
        </p:nvSpPr>
        <p:spPr bwMode="auto">
          <a:xfrm>
            <a:off x="7952079" y="4099292"/>
            <a:ext cx="319616" cy="37151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1</a:t>
            </a:r>
          </a:p>
        </p:txBody>
      </p:sp>
      <p:sp>
        <p:nvSpPr>
          <p:cNvPr id="20" name="Text Box 13">
            <a:extLst>
              <a:ext uri="{FF2B5EF4-FFF2-40B4-BE49-F238E27FC236}">
                <a16:creationId xmlns:a16="http://schemas.microsoft.com/office/drawing/2014/main" id="{2D416E7A-14A7-4517-B2BA-7E7EB7180778}"/>
              </a:ext>
            </a:extLst>
          </p:cNvPr>
          <p:cNvSpPr txBox="1">
            <a:spLocks noChangeArrowheads="1"/>
          </p:cNvSpPr>
          <p:nvPr/>
        </p:nvSpPr>
        <p:spPr bwMode="auto">
          <a:xfrm>
            <a:off x="8294979" y="4099292"/>
            <a:ext cx="319616" cy="37151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highlight>
                  <a:srgbClr val="C0C0C0"/>
                </a:highlight>
                <a:latin typeface="Courier New" panose="02070309020205020404" pitchFamily="49" charset="0"/>
              </a:rPr>
              <a:t>2</a:t>
            </a:r>
          </a:p>
        </p:txBody>
      </p:sp>
      <p:sp>
        <p:nvSpPr>
          <p:cNvPr id="21" name="Text Box 14">
            <a:extLst>
              <a:ext uri="{FF2B5EF4-FFF2-40B4-BE49-F238E27FC236}">
                <a16:creationId xmlns:a16="http://schemas.microsoft.com/office/drawing/2014/main" id="{773CD90D-3DA1-4746-A3B8-399B4F9374F0}"/>
              </a:ext>
            </a:extLst>
          </p:cNvPr>
          <p:cNvSpPr txBox="1">
            <a:spLocks noChangeArrowheads="1"/>
          </p:cNvSpPr>
          <p:nvPr/>
        </p:nvSpPr>
        <p:spPr bwMode="auto">
          <a:xfrm>
            <a:off x="8637879" y="4099292"/>
            <a:ext cx="319616" cy="37151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3</a:t>
            </a:r>
          </a:p>
        </p:txBody>
      </p:sp>
      <p:sp>
        <p:nvSpPr>
          <p:cNvPr id="22" name="Text Box 15">
            <a:extLst>
              <a:ext uri="{FF2B5EF4-FFF2-40B4-BE49-F238E27FC236}">
                <a16:creationId xmlns:a16="http://schemas.microsoft.com/office/drawing/2014/main" id="{DAEEC4DD-E46C-44B7-AC3A-5E7EEABA84CD}"/>
              </a:ext>
            </a:extLst>
          </p:cNvPr>
          <p:cNvSpPr txBox="1">
            <a:spLocks noChangeArrowheads="1"/>
          </p:cNvSpPr>
          <p:nvPr/>
        </p:nvSpPr>
        <p:spPr bwMode="auto">
          <a:xfrm>
            <a:off x="8980648" y="4072953"/>
            <a:ext cx="357155" cy="37151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square" lIns="90000" tIns="46800" rIns="90000" bIns="46800">
            <a:spAutoFit/>
          </a:bodyPr>
          <a:lstStyle/>
          <a:p>
            <a:r>
              <a:rPr lang="en-US" altLang="en-US" b="1">
                <a:latin typeface="Courier New" panose="02070309020205020404" pitchFamily="49" charset="0"/>
              </a:rPr>
              <a:t>4</a:t>
            </a:r>
          </a:p>
        </p:txBody>
      </p:sp>
      <p:sp>
        <p:nvSpPr>
          <p:cNvPr id="23" name="Line 19">
            <a:extLst>
              <a:ext uri="{FF2B5EF4-FFF2-40B4-BE49-F238E27FC236}">
                <a16:creationId xmlns:a16="http://schemas.microsoft.com/office/drawing/2014/main" id="{5CD1CC74-0646-4BDA-81CF-35656C0F77F9}"/>
              </a:ext>
            </a:extLst>
          </p:cNvPr>
          <p:cNvSpPr>
            <a:spLocks noChangeShapeType="1"/>
          </p:cNvSpPr>
          <p:nvPr/>
        </p:nvSpPr>
        <p:spPr bwMode="auto">
          <a:xfrm>
            <a:off x="7913979" y="4023092"/>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endParaRPr lang="en-CA"/>
          </a:p>
        </p:txBody>
      </p:sp>
      <p:sp>
        <p:nvSpPr>
          <p:cNvPr id="24" name="Line 20">
            <a:extLst>
              <a:ext uri="{FF2B5EF4-FFF2-40B4-BE49-F238E27FC236}">
                <a16:creationId xmlns:a16="http://schemas.microsoft.com/office/drawing/2014/main" id="{B68A371A-A7DD-4F1C-B656-B2ADC13EB4B5}"/>
              </a:ext>
            </a:extLst>
          </p:cNvPr>
          <p:cNvSpPr>
            <a:spLocks noChangeShapeType="1"/>
          </p:cNvSpPr>
          <p:nvPr/>
        </p:nvSpPr>
        <p:spPr bwMode="auto">
          <a:xfrm>
            <a:off x="8269579" y="4023092"/>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endParaRPr lang="en-CA"/>
          </a:p>
        </p:txBody>
      </p:sp>
      <p:sp>
        <p:nvSpPr>
          <p:cNvPr id="26" name="Line 22">
            <a:extLst>
              <a:ext uri="{FF2B5EF4-FFF2-40B4-BE49-F238E27FC236}">
                <a16:creationId xmlns:a16="http://schemas.microsoft.com/office/drawing/2014/main" id="{1DB06FAD-AA1E-45C6-81F1-E252075722A1}"/>
              </a:ext>
            </a:extLst>
          </p:cNvPr>
          <p:cNvSpPr>
            <a:spLocks noChangeShapeType="1"/>
          </p:cNvSpPr>
          <p:nvPr/>
        </p:nvSpPr>
        <p:spPr bwMode="auto">
          <a:xfrm>
            <a:off x="8980779" y="4023092"/>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endParaRPr lang="en-CA"/>
          </a:p>
        </p:txBody>
      </p:sp>
      <p:sp>
        <p:nvSpPr>
          <p:cNvPr id="35" name="Arrow: Down 34">
            <a:extLst>
              <a:ext uri="{FF2B5EF4-FFF2-40B4-BE49-F238E27FC236}">
                <a16:creationId xmlns:a16="http://schemas.microsoft.com/office/drawing/2014/main" id="{40F24258-EED1-442D-B336-DC64FC5A6802}"/>
              </a:ext>
            </a:extLst>
          </p:cNvPr>
          <p:cNvSpPr/>
          <p:nvPr/>
        </p:nvSpPr>
        <p:spPr>
          <a:xfrm>
            <a:off x="8246478" y="3490651"/>
            <a:ext cx="484632" cy="43492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6" name="Arrow: Down 35">
            <a:extLst>
              <a:ext uri="{FF2B5EF4-FFF2-40B4-BE49-F238E27FC236}">
                <a16:creationId xmlns:a16="http://schemas.microsoft.com/office/drawing/2014/main" id="{778664D1-726C-4D9C-B12A-D74E85E206B9}"/>
              </a:ext>
            </a:extLst>
          </p:cNvPr>
          <p:cNvSpPr/>
          <p:nvPr/>
        </p:nvSpPr>
        <p:spPr>
          <a:xfrm rot="10800000">
            <a:off x="8253299" y="5009319"/>
            <a:ext cx="484632" cy="41527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7" name="TextBox 36">
            <a:extLst>
              <a:ext uri="{FF2B5EF4-FFF2-40B4-BE49-F238E27FC236}">
                <a16:creationId xmlns:a16="http://schemas.microsoft.com/office/drawing/2014/main" id="{3B1A3C00-8622-4A86-9767-D71DBCBEA181}"/>
              </a:ext>
            </a:extLst>
          </p:cNvPr>
          <p:cNvSpPr txBox="1"/>
          <p:nvPr/>
        </p:nvSpPr>
        <p:spPr>
          <a:xfrm>
            <a:off x="7839373" y="2530898"/>
            <a:ext cx="2453635" cy="1015663"/>
          </a:xfrm>
          <a:prstGeom prst="rect">
            <a:avLst/>
          </a:prstGeom>
          <a:noFill/>
        </p:spPr>
        <p:txBody>
          <a:bodyPr wrap="square" rtlCol="0">
            <a:spAutoFit/>
          </a:bodyPr>
          <a:lstStyle/>
          <a:p>
            <a:pPr algn="ctr"/>
            <a:r>
              <a:rPr lang="en-CA" sz="2000" b="1" dirty="0">
                <a:solidFill>
                  <a:srgbClr val="FF0000"/>
                </a:solidFill>
              </a:rPr>
              <a:t>Delete 1 element from the starting index</a:t>
            </a:r>
          </a:p>
        </p:txBody>
      </p:sp>
      <p:sp>
        <p:nvSpPr>
          <p:cNvPr id="39" name="TextBox 38">
            <a:extLst>
              <a:ext uri="{FF2B5EF4-FFF2-40B4-BE49-F238E27FC236}">
                <a16:creationId xmlns:a16="http://schemas.microsoft.com/office/drawing/2014/main" id="{77D6EE8E-BE03-4DA3-893C-ABB5E129A4BF}"/>
              </a:ext>
            </a:extLst>
          </p:cNvPr>
          <p:cNvSpPr txBox="1"/>
          <p:nvPr/>
        </p:nvSpPr>
        <p:spPr>
          <a:xfrm>
            <a:off x="7867826" y="5494721"/>
            <a:ext cx="1718612" cy="707886"/>
          </a:xfrm>
          <a:prstGeom prst="rect">
            <a:avLst/>
          </a:prstGeom>
          <a:noFill/>
        </p:spPr>
        <p:txBody>
          <a:bodyPr wrap="none" rtlCol="0">
            <a:spAutoFit/>
          </a:bodyPr>
          <a:lstStyle/>
          <a:p>
            <a:r>
              <a:rPr lang="en-CA" sz="2000" b="1">
                <a:solidFill>
                  <a:srgbClr val="FF0000"/>
                </a:solidFill>
              </a:rPr>
              <a:t>Starting index </a:t>
            </a:r>
          </a:p>
          <a:p>
            <a:r>
              <a:rPr lang="en-CA" sz="2000" b="1">
                <a:solidFill>
                  <a:srgbClr val="FF0000"/>
                </a:solidFill>
              </a:rPr>
              <a:t>= [2]</a:t>
            </a:r>
          </a:p>
        </p:txBody>
      </p:sp>
      <p:sp>
        <p:nvSpPr>
          <p:cNvPr id="40" name="TextBox 39">
            <a:extLst>
              <a:ext uri="{FF2B5EF4-FFF2-40B4-BE49-F238E27FC236}">
                <a16:creationId xmlns:a16="http://schemas.microsoft.com/office/drawing/2014/main" id="{D3AF6315-1AAF-4D43-BBEE-1ED604E8DBB6}"/>
              </a:ext>
            </a:extLst>
          </p:cNvPr>
          <p:cNvSpPr txBox="1"/>
          <p:nvPr/>
        </p:nvSpPr>
        <p:spPr>
          <a:xfrm>
            <a:off x="8143998" y="2067647"/>
            <a:ext cx="1751570" cy="400110"/>
          </a:xfrm>
          <a:prstGeom prst="rect">
            <a:avLst/>
          </a:prstGeom>
          <a:noFill/>
        </p:spPr>
        <p:txBody>
          <a:bodyPr wrap="none" rtlCol="0">
            <a:spAutoFit/>
          </a:bodyPr>
          <a:lstStyle/>
          <a:p>
            <a:pPr algn="ctr"/>
            <a:r>
              <a:rPr lang="en-CA" sz="2000" b="1" dirty="0" err="1">
                <a:solidFill>
                  <a:srgbClr val="FF0000"/>
                </a:solidFill>
              </a:rPr>
              <a:t>deleteCount</a:t>
            </a:r>
            <a:r>
              <a:rPr lang="en-CA" sz="2000" b="1" dirty="0">
                <a:solidFill>
                  <a:srgbClr val="FF0000"/>
                </a:solidFill>
              </a:rPr>
              <a:t>=1</a:t>
            </a:r>
          </a:p>
        </p:txBody>
      </p:sp>
      <p:sp>
        <p:nvSpPr>
          <p:cNvPr id="41" name="Rectangle 40">
            <a:extLst>
              <a:ext uri="{FF2B5EF4-FFF2-40B4-BE49-F238E27FC236}">
                <a16:creationId xmlns:a16="http://schemas.microsoft.com/office/drawing/2014/main" id="{F3EE9DC3-4A5D-47F3-BA12-4F6B8DEBCF4D}"/>
              </a:ext>
            </a:extLst>
          </p:cNvPr>
          <p:cNvSpPr/>
          <p:nvPr/>
        </p:nvSpPr>
        <p:spPr>
          <a:xfrm>
            <a:off x="7438736" y="5184810"/>
            <a:ext cx="535723" cy="923330"/>
          </a:xfrm>
          <a:prstGeom prst="rect">
            <a:avLst/>
          </a:prstGeom>
          <a:noFill/>
        </p:spPr>
        <p:txBody>
          <a:bodyPr wrap="none" lIns="91440" tIns="45720" rIns="91440" bIns="45720">
            <a:spAutoFit/>
          </a:bodyPr>
          <a:lstStyle/>
          <a:p>
            <a:pPr algn="ctr"/>
            <a:r>
              <a:rPr lang="en-US" sz="5400" b="0" cap="none" spc="0">
                <a:ln w="0"/>
                <a:solidFill>
                  <a:schemeClr val="tx1"/>
                </a:solidFill>
                <a:effectLst>
                  <a:outerShdw blurRad="38100" dist="19050" dir="2700000" algn="tl" rotWithShape="0">
                    <a:schemeClr val="dk1">
                      <a:alpha val="40000"/>
                    </a:schemeClr>
                  </a:outerShdw>
                </a:effectLst>
              </a:rPr>
              <a:t>1</a:t>
            </a:r>
          </a:p>
        </p:txBody>
      </p:sp>
      <p:sp>
        <p:nvSpPr>
          <p:cNvPr id="42" name="Rectangle 41">
            <a:extLst>
              <a:ext uri="{FF2B5EF4-FFF2-40B4-BE49-F238E27FC236}">
                <a16:creationId xmlns:a16="http://schemas.microsoft.com/office/drawing/2014/main" id="{D306134F-7856-4BC9-AEBD-8376E8E64AEB}"/>
              </a:ext>
            </a:extLst>
          </p:cNvPr>
          <p:cNvSpPr/>
          <p:nvPr/>
        </p:nvSpPr>
        <p:spPr>
          <a:xfrm>
            <a:off x="8703044" y="3274401"/>
            <a:ext cx="535723"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2</a:t>
            </a:r>
          </a:p>
        </p:txBody>
      </p:sp>
      <p:sp>
        <p:nvSpPr>
          <p:cNvPr id="43" name="Rectangle 42">
            <a:extLst>
              <a:ext uri="{FF2B5EF4-FFF2-40B4-BE49-F238E27FC236}">
                <a16:creationId xmlns:a16="http://schemas.microsoft.com/office/drawing/2014/main" id="{418539B4-D9A0-460C-B44A-005037771A64}"/>
              </a:ext>
            </a:extLst>
          </p:cNvPr>
          <p:cNvSpPr/>
          <p:nvPr/>
        </p:nvSpPr>
        <p:spPr>
          <a:xfrm>
            <a:off x="9612672" y="4204202"/>
            <a:ext cx="535723" cy="923330"/>
          </a:xfrm>
          <a:prstGeom prst="rect">
            <a:avLst/>
          </a:prstGeom>
          <a:noFill/>
        </p:spPr>
        <p:txBody>
          <a:bodyPr wrap="none" lIns="91440" tIns="45720" rIns="91440" bIns="45720">
            <a:spAutoFit/>
          </a:bodyPr>
          <a:lstStyle/>
          <a:p>
            <a:pPr algn="ctr"/>
            <a:r>
              <a:rPr lang="en-US" sz="5400" b="0" cap="none" spc="0">
                <a:ln w="0"/>
                <a:solidFill>
                  <a:schemeClr val="tx1"/>
                </a:solidFill>
                <a:effectLst>
                  <a:outerShdw blurRad="38100" dist="19050" dir="2700000" algn="tl" rotWithShape="0">
                    <a:schemeClr val="dk1">
                      <a:alpha val="40000"/>
                    </a:schemeClr>
                  </a:outerShdw>
                </a:effectLst>
              </a:rPr>
              <a:t>3</a:t>
            </a:r>
          </a:p>
        </p:txBody>
      </p:sp>
      <p:sp>
        <p:nvSpPr>
          <p:cNvPr id="74" name="Rectangle 73">
            <a:extLst>
              <a:ext uri="{FF2B5EF4-FFF2-40B4-BE49-F238E27FC236}">
                <a16:creationId xmlns:a16="http://schemas.microsoft.com/office/drawing/2014/main" id="{1EAC2615-17B4-4D40-A34A-70DC5751C7C2}"/>
              </a:ext>
            </a:extLst>
          </p:cNvPr>
          <p:cNvSpPr/>
          <p:nvPr/>
        </p:nvSpPr>
        <p:spPr>
          <a:xfrm>
            <a:off x="10168588" y="5009320"/>
            <a:ext cx="303604"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5" name="Text Box 15">
            <a:extLst>
              <a:ext uri="{FF2B5EF4-FFF2-40B4-BE49-F238E27FC236}">
                <a16:creationId xmlns:a16="http://schemas.microsoft.com/office/drawing/2014/main" id="{02DCF980-14B9-4280-84B3-CE726D33E72B}"/>
              </a:ext>
            </a:extLst>
          </p:cNvPr>
          <p:cNvSpPr txBox="1">
            <a:spLocks noChangeArrowheads="1"/>
          </p:cNvSpPr>
          <p:nvPr/>
        </p:nvSpPr>
        <p:spPr bwMode="auto">
          <a:xfrm>
            <a:off x="10168588" y="5090852"/>
            <a:ext cx="319616" cy="371513"/>
          </a:xfrm>
          <a:prstGeom prst="rect">
            <a:avLst/>
          </a:prstGeom>
          <a:noFill/>
          <a:ln>
            <a:noFill/>
          </a:ln>
          <a:effectLst/>
        </p:spPr>
        <p:txBody>
          <a:bodyPr wrap="none" lIns="90000" tIns="46800" rIns="90000" bIns="46800">
            <a:spAutoFit/>
          </a:bodyPr>
          <a:lstStyle/>
          <a:p>
            <a:r>
              <a:rPr lang="en-US" altLang="en-US" b="1">
                <a:latin typeface="Courier New" panose="02070309020205020404" pitchFamily="49" charset="0"/>
              </a:rPr>
              <a:t>3</a:t>
            </a:r>
          </a:p>
        </p:txBody>
      </p:sp>
      <p:sp>
        <p:nvSpPr>
          <p:cNvPr id="78" name="Rectangle 77">
            <a:extLst>
              <a:ext uri="{FF2B5EF4-FFF2-40B4-BE49-F238E27FC236}">
                <a16:creationId xmlns:a16="http://schemas.microsoft.com/office/drawing/2014/main" id="{0C5DE694-9768-4E2B-9F0B-94302008CB33}"/>
              </a:ext>
            </a:extLst>
          </p:cNvPr>
          <p:cNvSpPr/>
          <p:nvPr/>
        </p:nvSpPr>
        <p:spPr>
          <a:xfrm>
            <a:off x="9858581" y="5009449"/>
            <a:ext cx="303604"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9" name="Rectangle 78">
            <a:extLst>
              <a:ext uri="{FF2B5EF4-FFF2-40B4-BE49-F238E27FC236}">
                <a16:creationId xmlns:a16="http://schemas.microsoft.com/office/drawing/2014/main" id="{EA77F1AC-5D9A-4B71-9504-8B8A0277EF68}"/>
              </a:ext>
            </a:extLst>
          </p:cNvPr>
          <p:cNvSpPr/>
          <p:nvPr/>
        </p:nvSpPr>
        <p:spPr>
          <a:xfrm>
            <a:off x="9543748" y="5013130"/>
            <a:ext cx="303604"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0" name="Text Box 15">
            <a:extLst>
              <a:ext uri="{FF2B5EF4-FFF2-40B4-BE49-F238E27FC236}">
                <a16:creationId xmlns:a16="http://schemas.microsoft.com/office/drawing/2014/main" id="{0D92E921-3D83-4889-B9CF-BFD9E70051B1}"/>
              </a:ext>
            </a:extLst>
          </p:cNvPr>
          <p:cNvSpPr txBox="1">
            <a:spLocks noChangeArrowheads="1"/>
          </p:cNvSpPr>
          <p:nvPr/>
        </p:nvSpPr>
        <p:spPr bwMode="auto">
          <a:xfrm>
            <a:off x="9863364" y="5092994"/>
            <a:ext cx="319616" cy="371513"/>
          </a:xfrm>
          <a:prstGeom prst="rect">
            <a:avLst/>
          </a:prstGeom>
          <a:noFill/>
          <a:ln>
            <a:noFill/>
          </a:ln>
          <a:effectLst/>
        </p:spPr>
        <p:txBody>
          <a:bodyPr wrap="none" lIns="90000" tIns="46800" rIns="90000" bIns="46800">
            <a:spAutoFit/>
          </a:bodyPr>
          <a:lstStyle/>
          <a:p>
            <a:r>
              <a:rPr lang="en-US" altLang="en-US" b="1">
                <a:latin typeface="Courier New" panose="02070309020205020404" pitchFamily="49" charset="0"/>
              </a:rPr>
              <a:t>1</a:t>
            </a:r>
          </a:p>
        </p:txBody>
      </p:sp>
      <p:sp>
        <p:nvSpPr>
          <p:cNvPr id="84" name="Text Box 10">
            <a:extLst>
              <a:ext uri="{FF2B5EF4-FFF2-40B4-BE49-F238E27FC236}">
                <a16:creationId xmlns:a16="http://schemas.microsoft.com/office/drawing/2014/main" id="{4A99DF62-2F1C-43DA-9290-14F2504A21AD}"/>
              </a:ext>
            </a:extLst>
          </p:cNvPr>
          <p:cNvSpPr txBox="1">
            <a:spLocks noChangeArrowheads="1"/>
          </p:cNvSpPr>
          <p:nvPr/>
        </p:nvSpPr>
        <p:spPr bwMode="auto">
          <a:xfrm>
            <a:off x="9444685" y="5435990"/>
            <a:ext cx="516480" cy="33855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chemeClr val="bg2"/>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30000"/>
              </a:spcBef>
              <a:buClrTx/>
              <a:buSzTx/>
              <a:buFontTx/>
              <a:buNone/>
            </a:pPr>
            <a:r>
              <a:rPr lang="en-US" altLang="en-US" sz="1600" b="1">
                <a:solidFill>
                  <a:schemeClr val="tx1"/>
                </a:solidFill>
              </a:rPr>
              <a:t>[0]</a:t>
            </a:r>
          </a:p>
        </p:txBody>
      </p:sp>
      <p:sp>
        <p:nvSpPr>
          <p:cNvPr id="85" name="Text Box 10">
            <a:extLst>
              <a:ext uri="{FF2B5EF4-FFF2-40B4-BE49-F238E27FC236}">
                <a16:creationId xmlns:a16="http://schemas.microsoft.com/office/drawing/2014/main" id="{9044788F-62B1-4743-9E8B-3B7C2B346E03}"/>
              </a:ext>
            </a:extLst>
          </p:cNvPr>
          <p:cNvSpPr txBox="1">
            <a:spLocks noChangeArrowheads="1"/>
          </p:cNvSpPr>
          <p:nvPr/>
        </p:nvSpPr>
        <p:spPr bwMode="auto">
          <a:xfrm>
            <a:off x="9791256" y="5435990"/>
            <a:ext cx="516480" cy="33855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chemeClr val="bg2"/>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30000"/>
              </a:spcBef>
              <a:buClrTx/>
              <a:buSzTx/>
              <a:buFontTx/>
              <a:buNone/>
            </a:pPr>
            <a:r>
              <a:rPr lang="en-US" altLang="en-US" sz="1600" b="1">
                <a:solidFill>
                  <a:schemeClr val="tx1"/>
                </a:solidFill>
              </a:rPr>
              <a:t>[1]</a:t>
            </a:r>
          </a:p>
        </p:txBody>
      </p:sp>
      <p:sp>
        <p:nvSpPr>
          <p:cNvPr id="86" name="Text Box 10">
            <a:extLst>
              <a:ext uri="{FF2B5EF4-FFF2-40B4-BE49-F238E27FC236}">
                <a16:creationId xmlns:a16="http://schemas.microsoft.com/office/drawing/2014/main" id="{7B9A9E91-9A5D-4501-985A-05AB05CF4B27}"/>
              </a:ext>
            </a:extLst>
          </p:cNvPr>
          <p:cNvSpPr txBox="1">
            <a:spLocks noChangeArrowheads="1"/>
          </p:cNvSpPr>
          <p:nvPr/>
        </p:nvSpPr>
        <p:spPr bwMode="auto">
          <a:xfrm>
            <a:off x="10116851" y="5435990"/>
            <a:ext cx="516480" cy="33855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chemeClr val="bg2"/>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30000"/>
              </a:spcBef>
              <a:buClrTx/>
              <a:buSzTx/>
              <a:buFontTx/>
              <a:buNone/>
            </a:pPr>
            <a:r>
              <a:rPr lang="en-US" altLang="en-US" sz="1600" b="1">
                <a:solidFill>
                  <a:schemeClr val="tx1"/>
                </a:solidFill>
              </a:rPr>
              <a:t>[2]</a:t>
            </a:r>
          </a:p>
        </p:txBody>
      </p:sp>
      <p:sp>
        <p:nvSpPr>
          <p:cNvPr id="87" name="Text Box 15">
            <a:extLst>
              <a:ext uri="{FF2B5EF4-FFF2-40B4-BE49-F238E27FC236}">
                <a16:creationId xmlns:a16="http://schemas.microsoft.com/office/drawing/2014/main" id="{6B3DCA3C-7A76-4E78-BD45-3B722C93E12A}"/>
              </a:ext>
            </a:extLst>
          </p:cNvPr>
          <p:cNvSpPr txBox="1">
            <a:spLocks noChangeArrowheads="1"/>
          </p:cNvSpPr>
          <p:nvPr/>
        </p:nvSpPr>
        <p:spPr bwMode="auto">
          <a:xfrm>
            <a:off x="9554305" y="5078800"/>
            <a:ext cx="319616" cy="371513"/>
          </a:xfrm>
          <a:prstGeom prst="rect">
            <a:avLst/>
          </a:prstGeom>
          <a:noFill/>
          <a:ln>
            <a:noFill/>
          </a:ln>
          <a:effectLst/>
        </p:spPr>
        <p:txBody>
          <a:bodyPr wrap="none" lIns="90000" tIns="46800" rIns="90000" bIns="46800">
            <a:spAutoFit/>
          </a:bodyPr>
          <a:lstStyle/>
          <a:p>
            <a:r>
              <a:rPr lang="en-US" altLang="en-US" b="1">
                <a:latin typeface="Courier New" panose="02070309020205020404" pitchFamily="49" charset="0"/>
              </a:rPr>
              <a:t>0</a:t>
            </a:r>
          </a:p>
        </p:txBody>
      </p:sp>
      <p:sp>
        <p:nvSpPr>
          <p:cNvPr id="89" name="Arrow: Curved Down 88">
            <a:extLst>
              <a:ext uri="{FF2B5EF4-FFF2-40B4-BE49-F238E27FC236}">
                <a16:creationId xmlns:a16="http://schemas.microsoft.com/office/drawing/2014/main" id="{744CA276-F0D6-47CA-B0AE-0BA2A0DC56F6}"/>
              </a:ext>
            </a:extLst>
          </p:cNvPr>
          <p:cNvSpPr/>
          <p:nvPr/>
        </p:nvSpPr>
        <p:spPr>
          <a:xfrm rot="2745033">
            <a:off x="9559592" y="4229874"/>
            <a:ext cx="1217990" cy="565546"/>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endParaRPr>
          </a:p>
        </p:txBody>
      </p:sp>
      <p:sp>
        <p:nvSpPr>
          <p:cNvPr id="44" name="Text Box 1033">
            <a:extLst>
              <a:ext uri="{FF2B5EF4-FFF2-40B4-BE49-F238E27FC236}">
                <a16:creationId xmlns:a16="http://schemas.microsoft.com/office/drawing/2014/main" id="{AFCE26FA-E7FB-457E-9BF0-F13B4D9083FA}"/>
              </a:ext>
            </a:extLst>
          </p:cNvPr>
          <p:cNvSpPr txBox="1">
            <a:spLocks noChangeArrowheads="1"/>
          </p:cNvSpPr>
          <p:nvPr/>
        </p:nvSpPr>
        <p:spPr bwMode="auto">
          <a:xfrm>
            <a:off x="878183" y="1876201"/>
            <a:ext cx="7189107" cy="2031325"/>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console.log('Deleting elements using splice(2,1)');</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let </a:t>
            </a:r>
            <a:r>
              <a:rPr kumimoji="1" lang="en-US" altLang="en-US" sz="1800" b="1" kern="0" dirty="0" err="1">
                <a:solidFill>
                  <a:srgbClr val="000000"/>
                </a:solidFill>
                <a:latin typeface="Courier New" panose="02070309020205020404" pitchFamily="49" charset="0"/>
              </a:rPr>
              <a:t>myArray</a:t>
            </a:r>
            <a:r>
              <a:rPr kumimoji="1" lang="en-US" altLang="en-US" sz="1800" b="1" kern="0" dirty="0">
                <a:solidFill>
                  <a:srgbClr val="000000"/>
                </a:solidFill>
                <a:latin typeface="Courier New" panose="02070309020205020404" pitchFamily="49" charset="0"/>
              </a:rPr>
              <a:t> = [0,1,2,3,4];</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console.log(</a:t>
            </a:r>
            <a:r>
              <a:rPr kumimoji="1" lang="en-US" altLang="en-US" sz="1800" b="1" kern="0" dirty="0" err="1">
                <a:solidFill>
                  <a:srgbClr val="000000"/>
                </a:solidFill>
                <a:latin typeface="Courier New" panose="02070309020205020404" pitchFamily="49" charset="0"/>
              </a:rPr>
              <a:t>myArray</a:t>
            </a:r>
            <a:r>
              <a:rPr kumimoji="1" lang="en-US" altLang="en-US" sz="1800" b="1" kern="0" dirty="0">
                <a:solidFill>
                  <a:srgbClr val="000000"/>
                </a:solidFill>
                <a:latin typeface="Courier New" panose="02070309020205020404" pitchFamily="49" charset="0"/>
              </a:rPr>
              <a:t>);</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let </a:t>
            </a:r>
            <a:r>
              <a:rPr kumimoji="1" lang="en-US" altLang="en-US" sz="1800" b="1" kern="0" dirty="0" err="1">
                <a:solidFill>
                  <a:srgbClr val="000000"/>
                </a:solidFill>
                <a:latin typeface="Courier New" panose="02070309020205020404" pitchFamily="49" charset="0"/>
              </a:rPr>
              <a:t>removedElements</a:t>
            </a:r>
            <a:r>
              <a:rPr kumimoji="1" lang="en-US" altLang="en-US" sz="1800" b="1" kern="0" dirty="0">
                <a:solidFill>
                  <a:srgbClr val="000000"/>
                </a:solidFill>
                <a:latin typeface="Courier New" panose="02070309020205020404" pitchFamily="49" charset="0"/>
              </a:rPr>
              <a:t> = </a:t>
            </a:r>
            <a:r>
              <a:rPr kumimoji="1" lang="en-US" altLang="en-US" sz="1800" b="1" kern="0" dirty="0" err="1">
                <a:solidFill>
                  <a:srgbClr val="000000"/>
                </a:solidFill>
                <a:latin typeface="Courier New" panose="02070309020205020404" pitchFamily="49" charset="0"/>
              </a:rPr>
              <a:t>myArray.splice</a:t>
            </a:r>
            <a:r>
              <a:rPr kumimoji="1" lang="en-US" altLang="en-US" sz="1800" b="1" kern="0" dirty="0">
                <a:solidFill>
                  <a:srgbClr val="000000"/>
                </a:solidFill>
                <a:latin typeface="Courier New" panose="02070309020205020404" pitchFamily="49" charset="0"/>
              </a:rPr>
              <a:t>(2,1);</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console.log('</a:t>
            </a:r>
            <a:r>
              <a:rPr kumimoji="1" lang="en-US" altLang="en-US" sz="1800" b="1" kern="0" dirty="0" err="1">
                <a:solidFill>
                  <a:srgbClr val="000000"/>
                </a:solidFill>
                <a:latin typeface="Courier New" panose="02070309020205020404" pitchFamily="49" charset="0"/>
              </a:rPr>
              <a:t>myArray.splice</a:t>
            </a:r>
            <a:r>
              <a:rPr kumimoji="1" lang="en-US" altLang="en-US" sz="1800" b="1" kern="0" dirty="0">
                <a:solidFill>
                  <a:srgbClr val="000000"/>
                </a:solidFill>
                <a:latin typeface="Courier New" panose="02070309020205020404" pitchFamily="49" charset="0"/>
              </a:rPr>
              <a:t>(2,1)');</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console.log(</a:t>
            </a:r>
            <a:r>
              <a:rPr kumimoji="1" lang="en-US" altLang="en-US" sz="1800" b="1" kern="0" dirty="0" err="1">
                <a:solidFill>
                  <a:srgbClr val="000000"/>
                </a:solidFill>
                <a:latin typeface="Courier New" panose="02070309020205020404" pitchFamily="49" charset="0"/>
              </a:rPr>
              <a:t>myArray</a:t>
            </a:r>
            <a:r>
              <a:rPr kumimoji="1" lang="en-US" altLang="en-US" sz="1800" b="1" kern="0" dirty="0">
                <a:solidFill>
                  <a:srgbClr val="000000"/>
                </a:solidFill>
                <a:latin typeface="Courier New" panose="02070309020205020404" pitchFamily="49" charset="0"/>
              </a:rPr>
              <a:t>);</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console.log('</a:t>
            </a:r>
            <a:r>
              <a:rPr kumimoji="1" lang="en-US" altLang="en-US" sz="1800" b="1" kern="0" dirty="0" err="1">
                <a:solidFill>
                  <a:srgbClr val="000000"/>
                </a:solidFill>
                <a:latin typeface="Courier New" panose="02070309020205020404" pitchFamily="49" charset="0"/>
              </a:rPr>
              <a:t>removedElements</a:t>
            </a:r>
            <a:r>
              <a:rPr kumimoji="1" lang="en-US" altLang="en-US" sz="1800" b="1" kern="0" dirty="0">
                <a:solidFill>
                  <a:srgbClr val="000000"/>
                </a:solidFill>
                <a:latin typeface="Courier New" panose="02070309020205020404" pitchFamily="49" charset="0"/>
              </a:rPr>
              <a:t> '+ </a:t>
            </a:r>
            <a:r>
              <a:rPr kumimoji="1" lang="en-US" altLang="en-US" sz="1800" b="1" kern="0" dirty="0" err="1">
                <a:solidFill>
                  <a:srgbClr val="000000"/>
                </a:solidFill>
                <a:latin typeface="Courier New" panose="02070309020205020404" pitchFamily="49" charset="0"/>
              </a:rPr>
              <a:t>removedElements</a:t>
            </a:r>
            <a:r>
              <a:rPr kumimoji="1" lang="en-US" altLang="en-US" sz="1800" b="1" kern="0" dirty="0">
                <a:solidFill>
                  <a:srgbClr val="000000"/>
                </a:solidFill>
                <a:latin typeface="Courier New" panose="02070309020205020404" pitchFamily="49" charset="0"/>
              </a:rPr>
              <a:t>);</a:t>
            </a:r>
          </a:p>
        </p:txBody>
      </p:sp>
      <p:sp>
        <p:nvSpPr>
          <p:cNvPr id="45" name="Rectangle 44">
            <a:extLst>
              <a:ext uri="{FF2B5EF4-FFF2-40B4-BE49-F238E27FC236}">
                <a16:creationId xmlns:a16="http://schemas.microsoft.com/office/drawing/2014/main" id="{295F7142-480E-49F8-BB96-6EE73F48F535}"/>
              </a:ext>
            </a:extLst>
          </p:cNvPr>
          <p:cNvSpPr/>
          <p:nvPr/>
        </p:nvSpPr>
        <p:spPr>
          <a:xfrm>
            <a:off x="10510424" y="5013614"/>
            <a:ext cx="303604"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6" name="Text Box 15">
            <a:extLst>
              <a:ext uri="{FF2B5EF4-FFF2-40B4-BE49-F238E27FC236}">
                <a16:creationId xmlns:a16="http://schemas.microsoft.com/office/drawing/2014/main" id="{55334737-E573-4B63-ACF0-28B3A57F8FBC}"/>
              </a:ext>
            </a:extLst>
          </p:cNvPr>
          <p:cNvSpPr txBox="1">
            <a:spLocks noChangeArrowheads="1"/>
          </p:cNvSpPr>
          <p:nvPr/>
        </p:nvSpPr>
        <p:spPr bwMode="auto">
          <a:xfrm>
            <a:off x="10515207" y="5097159"/>
            <a:ext cx="319616" cy="371513"/>
          </a:xfrm>
          <a:prstGeom prst="rect">
            <a:avLst/>
          </a:prstGeom>
          <a:noFill/>
          <a:ln>
            <a:noFill/>
          </a:ln>
          <a:effectLst/>
        </p:spPr>
        <p:txBody>
          <a:bodyPr wrap="none" lIns="90000" tIns="46800" rIns="90000" bIns="46800">
            <a:spAutoFit/>
          </a:bodyPr>
          <a:lstStyle/>
          <a:p>
            <a:r>
              <a:rPr lang="en-US" altLang="en-US" b="1">
                <a:latin typeface="Courier New" panose="02070309020205020404" pitchFamily="49" charset="0"/>
              </a:rPr>
              <a:t>4</a:t>
            </a:r>
          </a:p>
        </p:txBody>
      </p:sp>
      <p:sp>
        <p:nvSpPr>
          <p:cNvPr id="47" name="Text Box 10">
            <a:extLst>
              <a:ext uri="{FF2B5EF4-FFF2-40B4-BE49-F238E27FC236}">
                <a16:creationId xmlns:a16="http://schemas.microsoft.com/office/drawing/2014/main" id="{C1ACFF19-D0FC-4DF0-AA0B-C24A26E4278E}"/>
              </a:ext>
            </a:extLst>
          </p:cNvPr>
          <p:cNvSpPr txBox="1">
            <a:spLocks noChangeArrowheads="1"/>
          </p:cNvSpPr>
          <p:nvPr/>
        </p:nvSpPr>
        <p:spPr bwMode="auto">
          <a:xfrm>
            <a:off x="10415790" y="5430050"/>
            <a:ext cx="516480" cy="33855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chemeClr val="bg2"/>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30000"/>
              </a:spcBef>
              <a:buClrTx/>
              <a:buSzTx/>
              <a:buFontTx/>
              <a:buNone/>
            </a:pPr>
            <a:r>
              <a:rPr lang="en-US" altLang="en-US" sz="1600" b="1">
                <a:solidFill>
                  <a:schemeClr val="tx1"/>
                </a:solidFill>
              </a:rPr>
              <a:t>[3]</a:t>
            </a:r>
          </a:p>
        </p:txBody>
      </p:sp>
      <p:sp>
        <p:nvSpPr>
          <p:cNvPr id="49" name="Line 22">
            <a:extLst>
              <a:ext uri="{FF2B5EF4-FFF2-40B4-BE49-F238E27FC236}">
                <a16:creationId xmlns:a16="http://schemas.microsoft.com/office/drawing/2014/main" id="{A61E4E95-9A21-40A5-BEFE-E0C526850F92}"/>
              </a:ext>
            </a:extLst>
          </p:cNvPr>
          <p:cNvSpPr>
            <a:spLocks noChangeShapeType="1"/>
          </p:cNvSpPr>
          <p:nvPr/>
        </p:nvSpPr>
        <p:spPr bwMode="auto">
          <a:xfrm>
            <a:off x="8637879" y="4023092"/>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endParaRPr lang="en-CA"/>
          </a:p>
        </p:txBody>
      </p:sp>
      <p:sp>
        <p:nvSpPr>
          <p:cNvPr id="4" name="Slide Number Placeholder 3">
            <a:extLst>
              <a:ext uri="{FF2B5EF4-FFF2-40B4-BE49-F238E27FC236}">
                <a16:creationId xmlns:a16="http://schemas.microsoft.com/office/drawing/2014/main" id="{7E08A49D-DAC8-4A28-B3A9-4C34817F16D8}"/>
              </a:ext>
            </a:extLst>
          </p:cNvPr>
          <p:cNvSpPr>
            <a:spLocks noGrp="1"/>
          </p:cNvSpPr>
          <p:nvPr>
            <p:ph type="sldNum" sz="quarter" idx="12"/>
          </p:nvPr>
        </p:nvSpPr>
        <p:spPr/>
        <p:txBody>
          <a:bodyPr/>
          <a:lstStyle/>
          <a:p>
            <a:fld id="{6B7CECC9-8688-4C14-9F38-24140407CAFB}" type="slidenum">
              <a:rPr lang="en-CA" smtClean="0"/>
              <a:t>22</a:t>
            </a:fld>
            <a:endParaRPr lang="en-CA"/>
          </a:p>
        </p:txBody>
      </p:sp>
    </p:spTree>
    <p:extLst>
      <p:ext uri="{BB962C8B-B14F-4D97-AF65-F5344CB8AC3E}">
        <p14:creationId xmlns:p14="http://schemas.microsoft.com/office/powerpoint/2010/main" val="13792710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19530-CB7A-4DDD-859E-0F563F55890C}"/>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CF6773D6-A8D4-4A2E-A8EB-C21E7902DFE3}"/>
              </a:ext>
            </a:extLst>
          </p:cNvPr>
          <p:cNvSpPr>
            <a:spLocks noGrp="1"/>
          </p:cNvSpPr>
          <p:nvPr>
            <p:ph idx="1"/>
          </p:nvPr>
        </p:nvSpPr>
        <p:spPr/>
        <p:txBody>
          <a:bodyPr/>
          <a:lstStyle/>
          <a:p>
            <a:endParaRPr lang="en-CA"/>
          </a:p>
        </p:txBody>
      </p:sp>
      <p:sp>
        <p:nvSpPr>
          <p:cNvPr id="4" name="Slide Number Placeholder 3">
            <a:extLst>
              <a:ext uri="{FF2B5EF4-FFF2-40B4-BE49-F238E27FC236}">
                <a16:creationId xmlns:a16="http://schemas.microsoft.com/office/drawing/2014/main" id="{7A68C258-149C-4478-93C4-CFF8E1856842}"/>
              </a:ext>
            </a:extLst>
          </p:cNvPr>
          <p:cNvSpPr>
            <a:spLocks noGrp="1"/>
          </p:cNvSpPr>
          <p:nvPr>
            <p:ph type="sldNum" sz="quarter" idx="12"/>
          </p:nvPr>
        </p:nvSpPr>
        <p:spPr/>
        <p:txBody>
          <a:bodyPr/>
          <a:lstStyle/>
          <a:p>
            <a:fld id="{6B7CECC9-8688-4C14-9F38-24140407CAFB}" type="slidenum">
              <a:rPr lang="en-CA" smtClean="0"/>
              <a:t>23</a:t>
            </a:fld>
            <a:endParaRPr lang="en-CA"/>
          </a:p>
        </p:txBody>
      </p:sp>
    </p:spTree>
    <p:extLst>
      <p:ext uri="{BB962C8B-B14F-4D97-AF65-F5344CB8AC3E}">
        <p14:creationId xmlns:p14="http://schemas.microsoft.com/office/powerpoint/2010/main" val="322388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17A31-DC46-486F-9781-891D7E88CB20}"/>
              </a:ext>
            </a:extLst>
          </p:cNvPr>
          <p:cNvSpPr>
            <a:spLocks noGrp="1"/>
          </p:cNvSpPr>
          <p:nvPr>
            <p:ph type="title"/>
          </p:nvPr>
        </p:nvSpPr>
        <p:spPr/>
        <p:txBody>
          <a:bodyPr/>
          <a:lstStyle/>
          <a:p>
            <a:r>
              <a:rPr lang="en-CA" dirty="0"/>
              <a:t>Deleting Elements in the Array - Scenario 2 </a:t>
            </a:r>
          </a:p>
        </p:txBody>
      </p:sp>
      <p:sp>
        <p:nvSpPr>
          <p:cNvPr id="3" name="Content Placeholder 2">
            <a:extLst>
              <a:ext uri="{FF2B5EF4-FFF2-40B4-BE49-F238E27FC236}">
                <a16:creationId xmlns:a16="http://schemas.microsoft.com/office/drawing/2014/main" id="{4FD52B31-DDF0-4D8E-8EA9-4D66A3C8F762}"/>
              </a:ext>
            </a:extLst>
          </p:cNvPr>
          <p:cNvSpPr>
            <a:spLocks noGrp="1"/>
          </p:cNvSpPr>
          <p:nvPr>
            <p:ph idx="1"/>
          </p:nvPr>
        </p:nvSpPr>
        <p:spPr>
          <a:xfrm>
            <a:off x="838200" y="1825625"/>
            <a:ext cx="10515600" cy="4351338"/>
          </a:xfrm>
        </p:spPr>
        <p:txBody>
          <a:bodyPr/>
          <a:lstStyle/>
          <a:p>
            <a:endParaRPr lang="en-CA" dirty="0"/>
          </a:p>
        </p:txBody>
      </p:sp>
      <p:sp>
        <p:nvSpPr>
          <p:cNvPr id="5" name="Text Box 10">
            <a:extLst>
              <a:ext uri="{FF2B5EF4-FFF2-40B4-BE49-F238E27FC236}">
                <a16:creationId xmlns:a16="http://schemas.microsoft.com/office/drawing/2014/main" id="{EEA31739-70B0-4CD7-B17A-1D412F03C120}"/>
              </a:ext>
            </a:extLst>
          </p:cNvPr>
          <p:cNvSpPr txBox="1">
            <a:spLocks noChangeArrowheads="1"/>
          </p:cNvSpPr>
          <p:nvPr/>
        </p:nvSpPr>
        <p:spPr bwMode="auto">
          <a:xfrm>
            <a:off x="8588281" y="4542412"/>
            <a:ext cx="516480" cy="33855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chemeClr val="bg2"/>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30000"/>
              </a:spcBef>
              <a:buClrTx/>
              <a:buSzTx/>
              <a:buFontTx/>
              <a:buNone/>
            </a:pPr>
            <a:r>
              <a:rPr lang="en-US" altLang="en-US" sz="1600" b="1">
                <a:solidFill>
                  <a:schemeClr val="tx1"/>
                </a:solidFill>
              </a:rPr>
              <a:t>[3]</a:t>
            </a:r>
          </a:p>
        </p:txBody>
      </p:sp>
      <p:sp>
        <p:nvSpPr>
          <p:cNvPr id="6" name="Text Box 10">
            <a:extLst>
              <a:ext uri="{FF2B5EF4-FFF2-40B4-BE49-F238E27FC236}">
                <a16:creationId xmlns:a16="http://schemas.microsoft.com/office/drawing/2014/main" id="{057F2E07-7327-44DF-9399-A5A02ADBBC3D}"/>
              </a:ext>
            </a:extLst>
          </p:cNvPr>
          <p:cNvSpPr txBox="1">
            <a:spLocks noChangeArrowheads="1"/>
          </p:cNvSpPr>
          <p:nvPr/>
        </p:nvSpPr>
        <p:spPr bwMode="auto">
          <a:xfrm>
            <a:off x="8897165" y="4542412"/>
            <a:ext cx="516480" cy="33855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chemeClr val="bg2"/>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30000"/>
              </a:spcBef>
              <a:buClrTx/>
              <a:buSzTx/>
              <a:buFontTx/>
              <a:buNone/>
            </a:pPr>
            <a:r>
              <a:rPr lang="en-US" altLang="en-US" sz="1600" b="1">
                <a:solidFill>
                  <a:schemeClr val="tx1"/>
                </a:solidFill>
              </a:rPr>
              <a:t>[4]</a:t>
            </a:r>
          </a:p>
        </p:txBody>
      </p:sp>
      <p:sp>
        <p:nvSpPr>
          <p:cNvPr id="12" name="Text Box 10">
            <a:extLst>
              <a:ext uri="{FF2B5EF4-FFF2-40B4-BE49-F238E27FC236}">
                <a16:creationId xmlns:a16="http://schemas.microsoft.com/office/drawing/2014/main" id="{0588AE88-EA95-4AA5-A466-29408151B0CE}"/>
              </a:ext>
            </a:extLst>
          </p:cNvPr>
          <p:cNvSpPr txBox="1">
            <a:spLocks noChangeArrowheads="1"/>
          </p:cNvSpPr>
          <p:nvPr/>
        </p:nvSpPr>
        <p:spPr bwMode="auto">
          <a:xfrm>
            <a:off x="7581133" y="4542412"/>
            <a:ext cx="516480" cy="33855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chemeClr val="bg2"/>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30000"/>
              </a:spcBef>
              <a:buClrTx/>
              <a:buSzTx/>
              <a:buFontTx/>
              <a:buNone/>
            </a:pPr>
            <a:r>
              <a:rPr lang="en-US" altLang="en-US" sz="1600" b="1">
                <a:solidFill>
                  <a:schemeClr val="tx1"/>
                </a:solidFill>
              </a:rPr>
              <a:t>[0]</a:t>
            </a:r>
          </a:p>
        </p:txBody>
      </p:sp>
      <p:sp>
        <p:nvSpPr>
          <p:cNvPr id="13" name="Text Box 10">
            <a:extLst>
              <a:ext uri="{FF2B5EF4-FFF2-40B4-BE49-F238E27FC236}">
                <a16:creationId xmlns:a16="http://schemas.microsoft.com/office/drawing/2014/main" id="{CF25A577-8DC0-42CE-A4DA-0147C5AA05D0}"/>
              </a:ext>
            </a:extLst>
          </p:cNvPr>
          <p:cNvSpPr txBox="1">
            <a:spLocks noChangeArrowheads="1"/>
          </p:cNvSpPr>
          <p:nvPr/>
        </p:nvSpPr>
        <p:spPr bwMode="auto">
          <a:xfrm>
            <a:off x="7927704" y="4542412"/>
            <a:ext cx="516480" cy="33855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chemeClr val="bg2"/>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30000"/>
              </a:spcBef>
              <a:buClrTx/>
              <a:buSzTx/>
              <a:buFontTx/>
              <a:buNone/>
            </a:pPr>
            <a:r>
              <a:rPr lang="en-US" altLang="en-US" sz="1600" b="1">
                <a:solidFill>
                  <a:schemeClr val="tx1"/>
                </a:solidFill>
              </a:rPr>
              <a:t>[1]</a:t>
            </a:r>
          </a:p>
        </p:txBody>
      </p:sp>
      <p:sp>
        <p:nvSpPr>
          <p:cNvPr id="14" name="Text Box 10">
            <a:extLst>
              <a:ext uri="{FF2B5EF4-FFF2-40B4-BE49-F238E27FC236}">
                <a16:creationId xmlns:a16="http://schemas.microsoft.com/office/drawing/2014/main" id="{F034A11D-F88B-4DC6-8A98-DE43D56C6B4C}"/>
              </a:ext>
            </a:extLst>
          </p:cNvPr>
          <p:cNvSpPr txBox="1">
            <a:spLocks noChangeArrowheads="1"/>
          </p:cNvSpPr>
          <p:nvPr/>
        </p:nvSpPr>
        <p:spPr bwMode="auto">
          <a:xfrm>
            <a:off x="8253299" y="4542412"/>
            <a:ext cx="516480" cy="33855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chemeClr val="bg2"/>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30000"/>
              </a:spcBef>
              <a:buClrTx/>
              <a:buSzTx/>
              <a:buFontTx/>
              <a:buNone/>
            </a:pPr>
            <a:r>
              <a:rPr lang="en-US" altLang="en-US" sz="1600" b="1">
                <a:solidFill>
                  <a:schemeClr val="tx1"/>
                </a:solidFill>
              </a:rPr>
              <a:t>[2]</a:t>
            </a:r>
          </a:p>
        </p:txBody>
      </p:sp>
      <p:sp>
        <p:nvSpPr>
          <p:cNvPr id="17" name="Rectangle 10">
            <a:extLst>
              <a:ext uri="{FF2B5EF4-FFF2-40B4-BE49-F238E27FC236}">
                <a16:creationId xmlns:a16="http://schemas.microsoft.com/office/drawing/2014/main" id="{0C62FC62-BDE4-4541-885D-A674D63E29D0}"/>
              </a:ext>
            </a:extLst>
          </p:cNvPr>
          <p:cNvSpPr>
            <a:spLocks noChangeArrowheads="1"/>
          </p:cNvSpPr>
          <p:nvPr/>
        </p:nvSpPr>
        <p:spPr bwMode="auto">
          <a:xfrm>
            <a:off x="7643402" y="4009492"/>
            <a:ext cx="1676400" cy="457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90000" tIns="46800" rIns="90000" bIns="46800" anchor="ctr">
            <a:spAutoFit/>
          </a:bodyPr>
          <a:lstStyle/>
          <a:p>
            <a:endParaRPr lang="en-CA"/>
          </a:p>
        </p:txBody>
      </p:sp>
      <p:sp>
        <p:nvSpPr>
          <p:cNvPr id="18" name="Text Box 11">
            <a:extLst>
              <a:ext uri="{FF2B5EF4-FFF2-40B4-BE49-F238E27FC236}">
                <a16:creationId xmlns:a16="http://schemas.microsoft.com/office/drawing/2014/main" id="{4CC3CE7E-B0BB-4586-8299-54B2F03208E2}"/>
              </a:ext>
            </a:extLst>
          </p:cNvPr>
          <p:cNvSpPr txBox="1">
            <a:spLocks noChangeArrowheads="1"/>
          </p:cNvSpPr>
          <p:nvPr/>
        </p:nvSpPr>
        <p:spPr bwMode="auto">
          <a:xfrm>
            <a:off x="7609179" y="4099292"/>
            <a:ext cx="319616" cy="37151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0</a:t>
            </a:r>
          </a:p>
        </p:txBody>
      </p:sp>
      <p:sp>
        <p:nvSpPr>
          <p:cNvPr id="19" name="Text Box 12">
            <a:extLst>
              <a:ext uri="{FF2B5EF4-FFF2-40B4-BE49-F238E27FC236}">
                <a16:creationId xmlns:a16="http://schemas.microsoft.com/office/drawing/2014/main" id="{BCCDC23C-6716-4B25-B510-699DFC499705}"/>
              </a:ext>
            </a:extLst>
          </p:cNvPr>
          <p:cNvSpPr txBox="1">
            <a:spLocks noChangeArrowheads="1"/>
          </p:cNvSpPr>
          <p:nvPr/>
        </p:nvSpPr>
        <p:spPr bwMode="auto">
          <a:xfrm>
            <a:off x="7952079" y="4099292"/>
            <a:ext cx="319616" cy="37151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1</a:t>
            </a:r>
          </a:p>
        </p:txBody>
      </p:sp>
      <p:sp>
        <p:nvSpPr>
          <p:cNvPr id="20" name="Text Box 13">
            <a:extLst>
              <a:ext uri="{FF2B5EF4-FFF2-40B4-BE49-F238E27FC236}">
                <a16:creationId xmlns:a16="http://schemas.microsoft.com/office/drawing/2014/main" id="{2D416E7A-14A7-4517-B2BA-7E7EB7180778}"/>
              </a:ext>
            </a:extLst>
          </p:cNvPr>
          <p:cNvSpPr txBox="1">
            <a:spLocks noChangeArrowheads="1"/>
          </p:cNvSpPr>
          <p:nvPr/>
        </p:nvSpPr>
        <p:spPr bwMode="auto">
          <a:xfrm>
            <a:off x="8294979" y="4099292"/>
            <a:ext cx="319616" cy="37151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highlight>
                  <a:srgbClr val="C0C0C0"/>
                </a:highlight>
                <a:latin typeface="Courier New" panose="02070309020205020404" pitchFamily="49" charset="0"/>
              </a:rPr>
              <a:t>2</a:t>
            </a:r>
          </a:p>
        </p:txBody>
      </p:sp>
      <p:sp>
        <p:nvSpPr>
          <p:cNvPr id="21" name="Text Box 14">
            <a:extLst>
              <a:ext uri="{FF2B5EF4-FFF2-40B4-BE49-F238E27FC236}">
                <a16:creationId xmlns:a16="http://schemas.microsoft.com/office/drawing/2014/main" id="{773CD90D-3DA1-4746-A3B8-399B4F9374F0}"/>
              </a:ext>
            </a:extLst>
          </p:cNvPr>
          <p:cNvSpPr txBox="1">
            <a:spLocks noChangeArrowheads="1"/>
          </p:cNvSpPr>
          <p:nvPr/>
        </p:nvSpPr>
        <p:spPr bwMode="auto">
          <a:xfrm>
            <a:off x="8637879" y="4099292"/>
            <a:ext cx="319616" cy="37151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3</a:t>
            </a:r>
          </a:p>
        </p:txBody>
      </p:sp>
      <p:sp>
        <p:nvSpPr>
          <p:cNvPr id="22" name="Text Box 15">
            <a:extLst>
              <a:ext uri="{FF2B5EF4-FFF2-40B4-BE49-F238E27FC236}">
                <a16:creationId xmlns:a16="http://schemas.microsoft.com/office/drawing/2014/main" id="{DAEEC4DD-E46C-44B7-AC3A-5E7EEABA84CD}"/>
              </a:ext>
            </a:extLst>
          </p:cNvPr>
          <p:cNvSpPr txBox="1">
            <a:spLocks noChangeArrowheads="1"/>
          </p:cNvSpPr>
          <p:nvPr/>
        </p:nvSpPr>
        <p:spPr bwMode="auto">
          <a:xfrm>
            <a:off x="8980648" y="4072953"/>
            <a:ext cx="357155" cy="37151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square" lIns="90000" tIns="46800" rIns="90000" bIns="46800">
            <a:spAutoFit/>
          </a:bodyPr>
          <a:lstStyle/>
          <a:p>
            <a:r>
              <a:rPr lang="en-US" altLang="en-US" b="1">
                <a:latin typeface="Courier New" panose="02070309020205020404" pitchFamily="49" charset="0"/>
              </a:rPr>
              <a:t>4</a:t>
            </a:r>
          </a:p>
        </p:txBody>
      </p:sp>
      <p:sp>
        <p:nvSpPr>
          <p:cNvPr id="23" name="Line 19">
            <a:extLst>
              <a:ext uri="{FF2B5EF4-FFF2-40B4-BE49-F238E27FC236}">
                <a16:creationId xmlns:a16="http://schemas.microsoft.com/office/drawing/2014/main" id="{5CD1CC74-0646-4BDA-81CF-35656C0F77F9}"/>
              </a:ext>
            </a:extLst>
          </p:cNvPr>
          <p:cNvSpPr>
            <a:spLocks noChangeShapeType="1"/>
          </p:cNvSpPr>
          <p:nvPr/>
        </p:nvSpPr>
        <p:spPr bwMode="auto">
          <a:xfrm>
            <a:off x="7913979" y="4023092"/>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endParaRPr lang="en-CA"/>
          </a:p>
        </p:txBody>
      </p:sp>
      <p:sp>
        <p:nvSpPr>
          <p:cNvPr id="24" name="Line 20">
            <a:extLst>
              <a:ext uri="{FF2B5EF4-FFF2-40B4-BE49-F238E27FC236}">
                <a16:creationId xmlns:a16="http://schemas.microsoft.com/office/drawing/2014/main" id="{B68A371A-A7DD-4F1C-B656-B2ADC13EB4B5}"/>
              </a:ext>
            </a:extLst>
          </p:cNvPr>
          <p:cNvSpPr>
            <a:spLocks noChangeShapeType="1"/>
          </p:cNvSpPr>
          <p:nvPr/>
        </p:nvSpPr>
        <p:spPr bwMode="auto">
          <a:xfrm>
            <a:off x="8269579" y="4023092"/>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endParaRPr lang="en-CA"/>
          </a:p>
        </p:txBody>
      </p:sp>
      <p:sp>
        <p:nvSpPr>
          <p:cNvPr id="26" name="Line 22">
            <a:extLst>
              <a:ext uri="{FF2B5EF4-FFF2-40B4-BE49-F238E27FC236}">
                <a16:creationId xmlns:a16="http://schemas.microsoft.com/office/drawing/2014/main" id="{1DB06FAD-AA1E-45C6-81F1-E252075722A1}"/>
              </a:ext>
            </a:extLst>
          </p:cNvPr>
          <p:cNvSpPr>
            <a:spLocks noChangeShapeType="1"/>
          </p:cNvSpPr>
          <p:nvPr/>
        </p:nvSpPr>
        <p:spPr bwMode="auto">
          <a:xfrm>
            <a:off x="8980779" y="4023092"/>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endParaRPr lang="en-CA"/>
          </a:p>
        </p:txBody>
      </p:sp>
      <p:sp>
        <p:nvSpPr>
          <p:cNvPr id="35" name="Arrow: Down 34">
            <a:extLst>
              <a:ext uri="{FF2B5EF4-FFF2-40B4-BE49-F238E27FC236}">
                <a16:creationId xmlns:a16="http://schemas.microsoft.com/office/drawing/2014/main" id="{40F24258-EED1-442D-B336-DC64FC5A6802}"/>
              </a:ext>
            </a:extLst>
          </p:cNvPr>
          <p:cNvSpPr/>
          <p:nvPr/>
        </p:nvSpPr>
        <p:spPr>
          <a:xfrm>
            <a:off x="8246478" y="3490651"/>
            <a:ext cx="484632" cy="43492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6" name="Arrow: Down 35">
            <a:extLst>
              <a:ext uri="{FF2B5EF4-FFF2-40B4-BE49-F238E27FC236}">
                <a16:creationId xmlns:a16="http://schemas.microsoft.com/office/drawing/2014/main" id="{778664D1-726C-4D9C-B12A-D74E85E206B9}"/>
              </a:ext>
            </a:extLst>
          </p:cNvPr>
          <p:cNvSpPr/>
          <p:nvPr/>
        </p:nvSpPr>
        <p:spPr>
          <a:xfrm rot="10800000">
            <a:off x="8253299" y="5009319"/>
            <a:ext cx="484632" cy="41527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7" name="TextBox 36">
            <a:extLst>
              <a:ext uri="{FF2B5EF4-FFF2-40B4-BE49-F238E27FC236}">
                <a16:creationId xmlns:a16="http://schemas.microsoft.com/office/drawing/2014/main" id="{3B1A3C00-8622-4A86-9767-D71DBCBEA181}"/>
              </a:ext>
            </a:extLst>
          </p:cNvPr>
          <p:cNvSpPr txBox="1"/>
          <p:nvPr/>
        </p:nvSpPr>
        <p:spPr>
          <a:xfrm>
            <a:off x="7952079" y="2715297"/>
            <a:ext cx="2621768" cy="707886"/>
          </a:xfrm>
          <a:prstGeom prst="rect">
            <a:avLst/>
          </a:prstGeom>
          <a:noFill/>
        </p:spPr>
        <p:txBody>
          <a:bodyPr wrap="square" rtlCol="0">
            <a:spAutoFit/>
          </a:bodyPr>
          <a:lstStyle/>
          <a:p>
            <a:pPr algn="ctr"/>
            <a:r>
              <a:rPr lang="en-CA" sz="2000" b="1" dirty="0">
                <a:solidFill>
                  <a:srgbClr val="FF0000"/>
                </a:solidFill>
              </a:rPr>
              <a:t>Delete all elements  from starting index 2</a:t>
            </a:r>
          </a:p>
        </p:txBody>
      </p:sp>
      <p:sp>
        <p:nvSpPr>
          <p:cNvPr id="39" name="TextBox 38">
            <a:extLst>
              <a:ext uri="{FF2B5EF4-FFF2-40B4-BE49-F238E27FC236}">
                <a16:creationId xmlns:a16="http://schemas.microsoft.com/office/drawing/2014/main" id="{77D6EE8E-BE03-4DA3-893C-ABB5E129A4BF}"/>
              </a:ext>
            </a:extLst>
          </p:cNvPr>
          <p:cNvSpPr txBox="1"/>
          <p:nvPr/>
        </p:nvSpPr>
        <p:spPr>
          <a:xfrm>
            <a:off x="7867826" y="5494721"/>
            <a:ext cx="1718612" cy="707886"/>
          </a:xfrm>
          <a:prstGeom prst="rect">
            <a:avLst/>
          </a:prstGeom>
          <a:noFill/>
        </p:spPr>
        <p:txBody>
          <a:bodyPr wrap="none" rtlCol="0">
            <a:spAutoFit/>
          </a:bodyPr>
          <a:lstStyle/>
          <a:p>
            <a:r>
              <a:rPr lang="en-CA" sz="2000" b="1">
                <a:solidFill>
                  <a:srgbClr val="FF0000"/>
                </a:solidFill>
              </a:rPr>
              <a:t>Starting index </a:t>
            </a:r>
          </a:p>
          <a:p>
            <a:r>
              <a:rPr lang="en-CA" sz="2000" b="1">
                <a:solidFill>
                  <a:srgbClr val="FF0000"/>
                </a:solidFill>
              </a:rPr>
              <a:t>= [2]</a:t>
            </a:r>
          </a:p>
        </p:txBody>
      </p:sp>
      <p:sp>
        <p:nvSpPr>
          <p:cNvPr id="41" name="Rectangle 40">
            <a:extLst>
              <a:ext uri="{FF2B5EF4-FFF2-40B4-BE49-F238E27FC236}">
                <a16:creationId xmlns:a16="http://schemas.microsoft.com/office/drawing/2014/main" id="{F3EE9DC3-4A5D-47F3-BA12-4F6B8DEBCF4D}"/>
              </a:ext>
            </a:extLst>
          </p:cNvPr>
          <p:cNvSpPr/>
          <p:nvPr/>
        </p:nvSpPr>
        <p:spPr>
          <a:xfrm>
            <a:off x="7438736" y="5184810"/>
            <a:ext cx="535723" cy="923330"/>
          </a:xfrm>
          <a:prstGeom prst="rect">
            <a:avLst/>
          </a:prstGeom>
          <a:noFill/>
        </p:spPr>
        <p:txBody>
          <a:bodyPr wrap="none" lIns="91440" tIns="45720" rIns="91440" bIns="45720">
            <a:spAutoFit/>
          </a:bodyPr>
          <a:lstStyle/>
          <a:p>
            <a:pPr algn="ctr"/>
            <a:r>
              <a:rPr lang="en-US" sz="5400" b="0" cap="none" spc="0">
                <a:ln w="0"/>
                <a:solidFill>
                  <a:schemeClr val="tx1"/>
                </a:solidFill>
                <a:effectLst>
                  <a:outerShdw blurRad="38100" dist="19050" dir="2700000" algn="tl" rotWithShape="0">
                    <a:schemeClr val="dk1">
                      <a:alpha val="40000"/>
                    </a:schemeClr>
                  </a:outerShdw>
                </a:effectLst>
              </a:rPr>
              <a:t>1</a:t>
            </a:r>
          </a:p>
        </p:txBody>
      </p:sp>
      <p:sp>
        <p:nvSpPr>
          <p:cNvPr id="42" name="Rectangle 41">
            <a:extLst>
              <a:ext uri="{FF2B5EF4-FFF2-40B4-BE49-F238E27FC236}">
                <a16:creationId xmlns:a16="http://schemas.microsoft.com/office/drawing/2014/main" id="{D306134F-7856-4BC9-AEBD-8376E8E64AEB}"/>
              </a:ext>
            </a:extLst>
          </p:cNvPr>
          <p:cNvSpPr/>
          <p:nvPr/>
        </p:nvSpPr>
        <p:spPr>
          <a:xfrm>
            <a:off x="7710424" y="2996647"/>
            <a:ext cx="535723"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2</a:t>
            </a:r>
          </a:p>
        </p:txBody>
      </p:sp>
      <p:sp>
        <p:nvSpPr>
          <p:cNvPr id="43" name="Rectangle 42">
            <a:extLst>
              <a:ext uri="{FF2B5EF4-FFF2-40B4-BE49-F238E27FC236}">
                <a16:creationId xmlns:a16="http://schemas.microsoft.com/office/drawing/2014/main" id="{418539B4-D9A0-460C-B44A-005037771A64}"/>
              </a:ext>
            </a:extLst>
          </p:cNvPr>
          <p:cNvSpPr/>
          <p:nvPr/>
        </p:nvSpPr>
        <p:spPr>
          <a:xfrm>
            <a:off x="9612672" y="4204202"/>
            <a:ext cx="535723" cy="923330"/>
          </a:xfrm>
          <a:prstGeom prst="rect">
            <a:avLst/>
          </a:prstGeom>
          <a:noFill/>
        </p:spPr>
        <p:txBody>
          <a:bodyPr wrap="none" lIns="91440" tIns="45720" rIns="91440" bIns="45720">
            <a:spAutoFit/>
          </a:bodyPr>
          <a:lstStyle/>
          <a:p>
            <a:pPr algn="ctr"/>
            <a:r>
              <a:rPr lang="en-US" sz="5400" b="0" cap="none" spc="0">
                <a:ln w="0"/>
                <a:solidFill>
                  <a:schemeClr val="tx1"/>
                </a:solidFill>
                <a:effectLst>
                  <a:outerShdw blurRad="38100" dist="19050" dir="2700000" algn="tl" rotWithShape="0">
                    <a:schemeClr val="dk1">
                      <a:alpha val="40000"/>
                    </a:schemeClr>
                  </a:outerShdw>
                </a:effectLst>
              </a:rPr>
              <a:t>3</a:t>
            </a:r>
          </a:p>
        </p:txBody>
      </p:sp>
      <p:sp>
        <p:nvSpPr>
          <p:cNvPr id="74" name="Rectangle 73">
            <a:extLst>
              <a:ext uri="{FF2B5EF4-FFF2-40B4-BE49-F238E27FC236}">
                <a16:creationId xmlns:a16="http://schemas.microsoft.com/office/drawing/2014/main" id="{1EAC2615-17B4-4D40-A34A-70DC5751C7C2}"/>
              </a:ext>
            </a:extLst>
          </p:cNvPr>
          <p:cNvSpPr/>
          <p:nvPr/>
        </p:nvSpPr>
        <p:spPr>
          <a:xfrm>
            <a:off x="10168588" y="5009320"/>
            <a:ext cx="303604"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5" name="Text Box 15">
            <a:extLst>
              <a:ext uri="{FF2B5EF4-FFF2-40B4-BE49-F238E27FC236}">
                <a16:creationId xmlns:a16="http://schemas.microsoft.com/office/drawing/2014/main" id="{02DCF980-14B9-4280-84B3-CE726D33E72B}"/>
              </a:ext>
            </a:extLst>
          </p:cNvPr>
          <p:cNvSpPr txBox="1">
            <a:spLocks noChangeArrowheads="1"/>
          </p:cNvSpPr>
          <p:nvPr/>
        </p:nvSpPr>
        <p:spPr bwMode="auto">
          <a:xfrm>
            <a:off x="10168588" y="5090852"/>
            <a:ext cx="319616" cy="371513"/>
          </a:xfrm>
          <a:prstGeom prst="rect">
            <a:avLst/>
          </a:prstGeom>
          <a:noFill/>
          <a:ln>
            <a:noFill/>
          </a:ln>
          <a:effectLst/>
        </p:spPr>
        <p:txBody>
          <a:bodyPr wrap="none" lIns="90000" tIns="46800" rIns="90000" bIns="46800">
            <a:spAutoFit/>
          </a:bodyPr>
          <a:lstStyle/>
          <a:p>
            <a:r>
              <a:rPr lang="en-US" altLang="en-US" b="1" dirty="0">
                <a:latin typeface="Courier New" panose="02070309020205020404" pitchFamily="49" charset="0"/>
              </a:rPr>
              <a:t>1</a:t>
            </a:r>
          </a:p>
        </p:txBody>
      </p:sp>
      <p:sp>
        <p:nvSpPr>
          <p:cNvPr id="78" name="Rectangle 77">
            <a:extLst>
              <a:ext uri="{FF2B5EF4-FFF2-40B4-BE49-F238E27FC236}">
                <a16:creationId xmlns:a16="http://schemas.microsoft.com/office/drawing/2014/main" id="{0C5DE694-9768-4E2B-9F0B-94302008CB33}"/>
              </a:ext>
            </a:extLst>
          </p:cNvPr>
          <p:cNvSpPr/>
          <p:nvPr/>
        </p:nvSpPr>
        <p:spPr>
          <a:xfrm>
            <a:off x="9858581" y="5009449"/>
            <a:ext cx="303604"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0" name="Text Box 15">
            <a:extLst>
              <a:ext uri="{FF2B5EF4-FFF2-40B4-BE49-F238E27FC236}">
                <a16:creationId xmlns:a16="http://schemas.microsoft.com/office/drawing/2014/main" id="{0D92E921-3D83-4889-B9CF-BFD9E70051B1}"/>
              </a:ext>
            </a:extLst>
          </p:cNvPr>
          <p:cNvSpPr txBox="1">
            <a:spLocks noChangeArrowheads="1"/>
          </p:cNvSpPr>
          <p:nvPr/>
        </p:nvSpPr>
        <p:spPr bwMode="auto">
          <a:xfrm>
            <a:off x="9863364" y="5092994"/>
            <a:ext cx="319616" cy="371513"/>
          </a:xfrm>
          <a:prstGeom prst="rect">
            <a:avLst/>
          </a:prstGeom>
          <a:noFill/>
          <a:ln>
            <a:noFill/>
          </a:ln>
          <a:effectLst/>
        </p:spPr>
        <p:txBody>
          <a:bodyPr wrap="none" lIns="90000" tIns="46800" rIns="90000" bIns="46800">
            <a:spAutoFit/>
          </a:bodyPr>
          <a:lstStyle/>
          <a:p>
            <a:r>
              <a:rPr lang="en-US" altLang="en-US" b="1" dirty="0">
                <a:latin typeface="Courier New" panose="02070309020205020404" pitchFamily="49" charset="0"/>
              </a:rPr>
              <a:t>0</a:t>
            </a:r>
          </a:p>
        </p:txBody>
      </p:sp>
      <p:sp>
        <p:nvSpPr>
          <p:cNvPr id="84" name="Text Box 10">
            <a:extLst>
              <a:ext uri="{FF2B5EF4-FFF2-40B4-BE49-F238E27FC236}">
                <a16:creationId xmlns:a16="http://schemas.microsoft.com/office/drawing/2014/main" id="{4A99DF62-2F1C-43DA-9290-14F2504A21AD}"/>
              </a:ext>
            </a:extLst>
          </p:cNvPr>
          <p:cNvSpPr txBox="1">
            <a:spLocks noChangeArrowheads="1"/>
          </p:cNvSpPr>
          <p:nvPr/>
        </p:nvSpPr>
        <p:spPr bwMode="auto">
          <a:xfrm>
            <a:off x="9771260" y="5435990"/>
            <a:ext cx="516480" cy="33855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chemeClr val="bg2"/>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30000"/>
              </a:spcBef>
              <a:buClrTx/>
              <a:buSzTx/>
              <a:buFontTx/>
              <a:buNone/>
            </a:pPr>
            <a:r>
              <a:rPr lang="en-US" altLang="en-US" sz="1600" b="1">
                <a:solidFill>
                  <a:schemeClr val="tx1"/>
                </a:solidFill>
              </a:rPr>
              <a:t>[0]</a:t>
            </a:r>
          </a:p>
        </p:txBody>
      </p:sp>
      <p:sp>
        <p:nvSpPr>
          <p:cNvPr id="85" name="Text Box 10">
            <a:extLst>
              <a:ext uri="{FF2B5EF4-FFF2-40B4-BE49-F238E27FC236}">
                <a16:creationId xmlns:a16="http://schemas.microsoft.com/office/drawing/2014/main" id="{9044788F-62B1-4743-9E8B-3B7C2B346E03}"/>
              </a:ext>
            </a:extLst>
          </p:cNvPr>
          <p:cNvSpPr txBox="1">
            <a:spLocks noChangeArrowheads="1"/>
          </p:cNvSpPr>
          <p:nvPr/>
        </p:nvSpPr>
        <p:spPr bwMode="auto">
          <a:xfrm>
            <a:off x="10078642" y="5435990"/>
            <a:ext cx="516480" cy="33855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chemeClr val="bg2"/>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30000"/>
              </a:spcBef>
              <a:buClrTx/>
              <a:buSzTx/>
              <a:buFontTx/>
              <a:buNone/>
            </a:pPr>
            <a:r>
              <a:rPr lang="en-US" altLang="en-US" sz="1600" b="1">
                <a:solidFill>
                  <a:schemeClr val="tx1"/>
                </a:solidFill>
              </a:rPr>
              <a:t>[1]</a:t>
            </a:r>
          </a:p>
        </p:txBody>
      </p:sp>
      <p:sp>
        <p:nvSpPr>
          <p:cNvPr id="89" name="Arrow: Curved Down 88">
            <a:extLst>
              <a:ext uri="{FF2B5EF4-FFF2-40B4-BE49-F238E27FC236}">
                <a16:creationId xmlns:a16="http://schemas.microsoft.com/office/drawing/2014/main" id="{744CA276-F0D6-47CA-B0AE-0BA2A0DC56F6}"/>
              </a:ext>
            </a:extLst>
          </p:cNvPr>
          <p:cNvSpPr/>
          <p:nvPr/>
        </p:nvSpPr>
        <p:spPr>
          <a:xfrm rot="2745033">
            <a:off x="9559592" y="4229874"/>
            <a:ext cx="1217990" cy="565546"/>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endParaRPr>
          </a:p>
        </p:txBody>
      </p:sp>
      <p:sp>
        <p:nvSpPr>
          <p:cNvPr id="44" name="Text Box 1033">
            <a:extLst>
              <a:ext uri="{FF2B5EF4-FFF2-40B4-BE49-F238E27FC236}">
                <a16:creationId xmlns:a16="http://schemas.microsoft.com/office/drawing/2014/main" id="{AFCE26FA-E7FB-457E-9BF0-F13B4D9083FA}"/>
              </a:ext>
            </a:extLst>
          </p:cNvPr>
          <p:cNvSpPr txBox="1">
            <a:spLocks noChangeArrowheads="1"/>
          </p:cNvSpPr>
          <p:nvPr/>
        </p:nvSpPr>
        <p:spPr bwMode="auto">
          <a:xfrm>
            <a:off x="836085" y="1888652"/>
            <a:ext cx="6935089" cy="2031325"/>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console.log('Deleting elements using splice()');</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let </a:t>
            </a:r>
            <a:r>
              <a:rPr kumimoji="1" lang="en-US" altLang="en-US" sz="1800" b="1" kern="0" dirty="0" err="1">
                <a:solidFill>
                  <a:srgbClr val="000000"/>
                </a:solidFill>
                <a:latin typeface="Courier New" panose="02070309020205020404" pitchFamily="49" charset="0"/>
              </a:rPr>
              <a:t>myArray</a:t>
            </a:r>
            <a:r>
              <a:rPr kumimoji="1" lang="en-US" altLang="en-US" sz="1800" b="1" kern="0" dirty="0">
                <a:solidFill>
                  <a:srgbClr val="000000"/>
                </a:solidFill>
                <a:latin typeface="Courier New" panose="02070309020205020404" pitchFamily="49" charset="0"/>
              </a:rPr>
              <a:t> = [0,1,2,3,4];</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console.log(</a:t>
            </a:r>
            <a:r>
              <a:rPr kumimoji="1" lang="en-US" altLang="en-US" sz="1800" b="1" kern="0" dirty="0" err="1">
                <a:solidFill>
                  <a:srgbClr val="000000"/>
                </a:solidFill>
                <a:latin typeface="Courier New" panose="02070309020205020404" pitchFamily="49" charset="0"/>
              </a:rPr>
              <a:t>myArray</a:t>
            </a:r>
            <a:r>
              <a:rPr kumimoji="1" lang="en-US" altLang="en-US" sz="1800" b="1" kern="0" dirty="0">
                <a:solidFill>
                  <a:srgbClr val="000000"/>
                </a:solidFill>
                <a:latin typeface="Courier New" panose="02070309020205020404" pitchFamily="49" charset="0"/>
              </a:rPr>
              <a:t>);</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let </a:t>
            </a:r>
            <a:r>
              <a:rPr kumimoji="1" lang="en-US" altLang="en-US" sz="1800" b="1" kern="0" dirty="0" err="1">
                <a:solidFill>
                  <a:srgbClr val="000000"/>
                </a:solidFill>
                <a:latin typeface="Courier New" panose="02070309020205020404" pitchFamily="49" charset="0"/>
              </a:rPr>
              <a:t>removedElements</a:t>
            </a:r>
            <a:r>
              <a:rPr kumimoji="1" lang="en-US" altLang="en-US" sz="1800" b="1" kern="0" dirty="0">
                <a:solidFill>
                  <a:srgbClr val="000000"/>
                </a:solidFill>
                <a:latin typeface="Courier New" panose="02070309020205020404" pitchFamily="49" charset="0"/>
              </a:rPr>
              <a:t> = </a:t>
            </a:r>
            <a:r>
              <a:rPr kumimoji="1" lang="en-US" altLang="en-US" sz="1800" b="1" kern="0" dirty="0" err="1">
                <a:solidFill>
                  <a:srgbClr val="000000"/>
                </a:solidFill>
                <a:latin typeface="Courier New" panose="02070309020205020404" pitchFamily="49" charset="0"/>
              </a:rPr>
              <a:t>myArray.splice</a:t>
            </a:r>
            <a:r>
              <a:rPr kumimoji="1" lang="en-US" altLang="en-US" sz="1800" b="1" kern="0" dirty="0">
                <a:solidFill>
                  <a:srgbClr val="000000"/>
                </a:solidFill>
                <a:latin typeface="Courier New" panose="02070309020205020404" pitchFamily="49" charset="0"/>
              </a:rPr>
              <a:t>(2);</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console.log('</a:t>
            </a:r>
            <a:r>
              <a:rPr kumimoji="1" lang="en-US" altLang="en-US" sz="1800" b="1" kern="0" dirty="0" err="1">
                <a:solidFill>
                  <a:srgbClr val="000000"/>
                </a:solidFill>
                <a:latin typeface="Courier New" panose="02070309020205020404" pitchFamily="49" charset="0"/>
              </a:rPr>
              <a:t>myArray.splice</a:t>
            </a:r>
            <a:r>
              <a:rPr kumimoji="1" lang="en-US" altLang="en-US" sz="1800" b="1" kern="0" dirty="0">
                <a:solidFill>
                  <a:srgbClr val="000000"/>
                </a:solidFill>
                <a:latin typeface="Courier New" panose="02070309020205020404" pitchFamily="49" charset="0"/>
              </a:rPr>
              <a:t>(2)');</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console.log(</a:t>
            </a:r>
            <a:r>
              <a:rPr kumimoji="1" lang="en-US" altLang="en-US" sz="1800" b="1" kern="0" dirty="0" err="1">
                <a:solidFill>
                  <a:srgbClr val="000000"/>
                </a:solidFill>
                <a:latin typeface="Courier New" panose="02070309020205020404" pitchFamily="49" charset="0"/>
              </a:rPr>
              <a:t>myArray</a:t>
            </a:r>
            <a:r>
              <a:rPr kumimoji="1" lang="en-US" altLang="en-US" sz="1800" b="1" kern="0" dirty="0">
                <a:solidFill>
                  <a:srgbClr val="000000"/>
                </a:solidFill>
                <a:latin typeface="Courier New" panose="02070309020205020404" pitchFamily="49" charset="0"/>
              </a:rPr>
              <a:t>);</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console.log('</a:t>
            </a:r>
            <a:r>
              <a:rPr kumimoji="1" lang="en-US" altLang="en-US" sz="1800" b="1" kern="0" dirty="0" err="1">
                <a:solidFill>
                  <a:srgbClr val="000000"/>
                </a:solidFill>
                <a:latin typeface="Courier New" panose="02070309020205020404" pitchFamily="49" charset="0"/>
              </a:rPr>
              <a:t>removedElements</a:t>
            </a:r>
            <a:r>
              <a:rPr kumimoji="1" lang="en-US" altLang="en-US" sz="1800" b="1" kern="0" dirty="0">
                <a:solidFill>
                  <a:srgbClr val="000000"/>
                </a:solidFill>
                <a:latin typeface="Courier New" panose="02070309020205020404" pitchFamily="49" charset="0"/>
              </a:rPr>
              <a:t> '+ </a:t>
            </a:r>
            <a:r>
              <a:rPr kumimoji="1" lang="en-US" altLang="en-US" sz="1800" b="1" kern="0" dirty="0" err="1">
                <a:solidFill>
                  <a:srgbClr val="000000"/>
                </a:solidFill>
                <a:latin typeface="Courier New" panose="02070309020205020404" pitchFamily="49" charset="0"/>
              </a:rPr>
              <a:t>removedElements</a:t>
            </a:r>
            <a:r>
              <a:rPr kumimoji="1" lang="en-US" altLang="en-US" sz="1800" b="1" kern="0" dirty="0">
                <a:solidFill>
                  <a:srgbClr val="000000"/>
                </a:solidFill>
                <a:latin typeface="Courier New" panose="02070309020205020404" pitchFamily="49" charset="0"/>
              </a:rPr>
              <a:t>);</a:t>
            </a:r>
          </a:p>
        </p:txBody>
      </p:sp>
      <p:sp>
        <p:nvSpPr>
          <p:cNvPr id="49" name="Line 22">
            <a:extLst>
              <a:ext uri="{FF2B5EF4-FFF2-40B4-BE49-F238E27FC236}">
                <a16:creationId xmlns:a16="http://schemas.microsoft.com/office/drawing/2014/main" id="{A61E4E95-9A21-40A5-BEFE-E0C526850F92}"/>
              </a:ext>
            </a:extLst>
          </p:cNvPr>
          <p:cNvSpPr>
            <a:spLocks noChangeShapeType="1"/>
          </p:cNvSpPr>
          <p:nvPr/>
        </p:nvSpPr>
        <p:spPr bwMode="auto">
          <a:xfrm>
            <a:off x="8637879" y="4023092"/>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endParaRPr lang="en-CA"/>
          </a:p>
        </p:txBody>
      </p:sp>
      <p:sp>
        <p:nvSpPr>
          <p:cNvPr id="4" name="Slide Number Placeholder 3">
            <a:extLst>
              <a:ext uri="{FF2B5EF4-FFF2-40B4-BE49-F238E27FC236}">
                <a16:creationId xmlns:a16="http://schemas.microsoft.com/office/drawing/2014/main" id="{7E08A49D-DAC8-4A28-B3A9-4C34817F16D8}"/>
              </a:ext>
            </a:extLst>
          </p:cNvPr>
          <p:cNvSpPr>
            <a:spLocks noGrp="1"/>
          </p:cNvSpPr>
          <p:nvPr>
            <p:ph type="sldNum" sz="quarter" idx="12"/>
          </p:nvPr>
        </p:nvSpPr>
        <p:spPr/>
        <p:txBody>
          <a:bodyPr/>
          <a:lstStyle/>
          <a:p>
            <a:fld id="{6B7CECC9-8688-4C14-9F38-24140407CAFB}" type="slidenum">
              <a:rPr lang="en-CA" smtClean="0"/>
              <a:t>24</a:t>
            </a:fld>
            <a:endParaRPr lang="en-CA"/>
          </a:p>
        </p:txBody>
      </p:sp>
    </p:spTree>
    <p:extLst>
      <p:ext uri="{BB962C8B-B14F-4D97-AF65-F5344CB8AC3E}">
        <p14:creationId xmlns:p14="http://schemas.microsoft.com/office/powerpoint/2010/main" val="16582802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19530-CB7A-4DDD-859E-0F563F55890C}"/>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CF6773D6-A8D4-4A2E-A8EB-C21E7902DFE3}"/>
              </a:ext>
            </a:extLst>
          </p:cNvPr>
          <p:cNvSpPr>
            <a:spLocks noGrp="1"/>
          </p:cNvSpPr>
          <p:nvPr>
            <p:ph idx="1"/>
          </p:nvPr>
        </p:nvSpPr>
        <p:spPr/>
        <p:txBody>
          <a:bodyPr/>
          <a:lstStyle/>
          <a:p>
            <a:endParaRPr lang="en-CA"/>
          </a:p>
        </p:txBody>
      </p:sp>
      <p:sp>
        <p:nvSpPr>
          <p:cNvPr id="4" name="Slide Number Placeholder 3">
            <a:extLst>
              <a:ext uri="{FF2B5EF4-FFF2-40B4-BE49-F238E27FC236}">
                <a16:creationId xmlns:a16="http://schemas.microsoft.com/office/drawing/2014/main" id="{7A68C258-149C-4478-93C4-CFF8E1856842}"/>
              </a:ext>
            </a:extLst>
          </p:cNvPr>
          <p:cNvSpPr>
            <a:spLocks noGrp="1"/>
          </p:cNvSpPr>
          <p:nvPr>
            <p:ph type="sldNum" sz="quarter" idx="12"/>
          </p:nvPr>
        </p:nvSpPr>
        <p:spPr/>
        <p:txBody>
          <a:bodyPr/>
          <a:lstStyle/>
          <a:p>
            <a:fld id="{6B7CECC9-8688-4C14-9F38-24140407CAFB}" type="slidenum">
              <a:rPr lang="en-CA" smtClean="0"/>
              <a:t>25</a:t>
            </a:fld>
            <a:endParaRPr lang="en-CA"/>
          </a:p>
        </p:txBody>
      </p:sp>
    </p:spTree>
    <p:extLst>
      <p:ext uri="{BB962C8B-B14F-4D97-AF65-F5344CB8AC3E}">
        <p14:creationId xmlns:p14="http://schemas.microsoft.com/office/powerpoint/2010/main" val="31071163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17A31-DC46-486F-9781-891D7E88CB20}"/>
              </a:ext>
            </a:extLst>
          </p:cNvPr>
          <p:cNvSpPr>
            <a:spLocks noGrp="1"/>
          </p:cNvSpPr>
          <p:nvPr>
            <p:ph type="title"/>
          </p:nvPr>
        </p:nvSpPr>
        <p:spPr/>
        <p:txBody>
          <a:bodyPr/>
          <a:lstStyle/>
          <a:p>
            <a:r>
              <a:rPr lang="en-CA"/>
              <a:t>Replacing Elements in the Array</a:t>
            </a:r>
          </a:p>
        </p:txBody>
      </p:sp>
      <p:sp>
        <p:nvSpPr>
          <p:cNvPr id="3" name="Content Placeholder 2">
            <a:extLst>
              <a:ext uri="{FF2B5EF4-FFF2-40B4-BE49-F238E27FC236}">
                <a16:creationId xmlns:a16="http://schemas.microsoft.com/office/drawing/2014/main" id="{4FD52B31-DDF0-4D8E-8EA9-4D66A3C8F762}"/>
              </a:ext>
            </a:extLst>
          </p:cNvPr>
          <p:cNvSpPr>
            <a:spLocks noGrp="1"/>
          </p:cNvSpPr>
          <p:nvPr>
            <p:ph idx="1"/>
          </p:nvPr>
        </p:nvSpPr>
        <p:spPr/>
        <p:txBody>
          <a:bodyPr/>
          <a:lstStyle/>
          <a:p>
            <a:endParaRPr lang="en-CA"/>
          </a:p>
        </p:txBody>
      </p:sp>
      <p:sp>
        <p:nvSpPr>
          <p:cNvPr id="35" name="Arrow: Down 34">
            <a:extLst>
              <a:ext uri="{FF2B5EF4-FFF2-40B4-BE49-F238E27FC236}">
                <a16:creationId xmlns:a16="http://schemas.microsoft.com/office/drawing/2014/main" id="{40F24258-EED1-442D-B336-DC64FC5A6802}"/>
              </a:ext>
            </a:extLst>
          </p:cNvPr>
          <p:cNvSpPr/>
          <p:nvPr/>
        </p:nvSpPr>
        <p:spPr>
          <a:xfrm>
            <a:off x="7407670" y="3172713"/>
            <a:ext cx="484632" cy="62255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6" name="Arrow: Down 35">
            <a:extLst>
              <a:ext uri="{FF2B5EF4-FFF2-40B4-BE49-F238E27FC236}">
                <a16:creationId xmlns:a16="http://schemas.microsoft.com/office/drawing/2014/main" id="{778664D1-726C-4D9C-B12A-D74E85E206B9}"/>
              </a:ext>
            </a:extLst>
          </p:cNvPr>
          <p:cNvSpPr/>
          <p:nvPr/>
        </p:nvSpPr>
        <p:spPr>
          <a:xfrm rot="10800000">
            <a:off x="7430351" y="4736961"/>
            <a:ext cx="484632" cy="72149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7" name="TextBox 36">
            <a:extLst>
              <a:ext uri="{FF2B5EF4-FFF2-40B4-BE49-F238E27FC236}">
                <a16:creationId xmlns:a16="http://schemas.microsoft.com/office/drawing/2014/main" id="{3B1A3C00-8622-4A86-9767-D71DBCBEA181}"/>
              </a:ext>
            </a:extLst>
          </p:cNvPr>
          <p:cNvSpPr txBox="1"/>
          <p:nvPr/>
        </p:nvSpPr>
        <p:spPr>
          <a:xfrm>
            <a:off x="6748466" y="2667063"/>
            <a:ext cx="3936531" cy="400110"/>
          </a:xfrm>
          <a:prstGeom prst="rect">
            <a:avLst/>
          </a:prstGeom>
          <a:noFill/>
        </p:spPr>
        <p:txBody>
          <a:bodyPr wrap="square" rtlCol="0">
            <a:spAutoFit/>
          </a:bodyPr>
          <a:lstStyle/>
          <a:p>
            <a:r>
              <a:rPr lang="en-CA" sz="2000" b="1">
                <a:solidFill>
                  <a:srgbClr val="FF0000"/>
                </a:solidFill>
              </a:rPr>
              <a:t>Deletion starts at starting index</a:t>
            </a:r>
          </a:p>
        </p:txBody>
      </p:sp>
      <p:sp>
        <p:nvSpPr>
          <p:cNvPr id="39" name="TextBox 38">
            <a:extLst>
              <a:ext uri="{FF2B5EF4-FFF2-40B4-BE49-F238E27FC236}">
                <a16:creationId xmlns:a16="http://schemas.microsoft.com/office/drawing/2014/main" id="{77D6EE8E-BE03-4DA3-893C-ABB5E129A4BF}"/>
              </a:ext>
            </a:extLst>
          </p:cNvPr>
          <p:cNvSpPr txBox="1"/>
          <p:nvPr/>
        </p:nvSpPr>
        <p:spPr>
          <a:xfrm>
            <a:off x="6538061" y="5509620"/>
            <a:ext cx="2192043" cy="400110"/>
          </a:xfrm>
          <a:prstGeom prst="rect">
            <a:avLst/>
          </a:prstGeom>
          <a:noFill/>
        </p:spPr>
        <p:txBody>
          <a:bodyPr wrap="square" rtlCol="0">
            <a:spAutoFit/>
          </a:bodyPr>
          <a:lstStyle/>
          <a:p>
            <a:r>
              <a:rPr lang="en-CA" sz="2000" b="1">
                <a:solidFill>
                  <a:srgbClr val="FF0000"/>
                </a:solidFill>
              </a:rPr>
              <a:t>Starting index = [3]</a:t>
            </a:r>
          </a:p>
        </p:txBody>
      </p:sp>
      <p:sp>
        <p:nvSpPr>
          <p:cNvPr id="40" name="TextBox 39">
            <a:extLst>
              <a:ext uri="{FF2B5EF4-FFF2-40B4-BE49-F238E27FC236}">
                <a16:creationId xmlns:a16="http://schemas.microsoft.com/office/drawing/2014/main" id="{D3AF6315-1AAF-4D43-BBEE-1ED604E8DBB6}"/>
              </a:ext>
            </a:extLst>
          </p:cNvPr>
          <p:cNvSpPr txBox="1"/>
          <p:nvPr/>
        </p:nvSpPr>
        <p:spPr>
          <a:xfrm>
            <a:off x="6132390" y="2313715"/>
            <a:ext cx="4329015" cy="400110"/>
          </a:xfrm>
          <a:prstGeom prst="rect">
            <a:avLst/>
          </a:prstGeom>
          <a:noFill/>
        </p:spPr>
        <p:txBody>
          <a:bodyPr wrap="square" rtlCol="0">
            <a:spAutoFit/>
          </a:bodyPr>
          <a:lstStyle/>
          <a:p>
            <a:pPr algn="ctr"/>
            <a:r>
              <a:rPr lang="en-CA" sz="2000" b="1" err="1">
                <a:solidFill>
                  <a:srgbClr val="FF0000"/>
                </a:solidFill>
              </a:rPr>
              <a:t>deleteCount</a:t>
            </a:r>
            <a:r>
              <a:rPr lang="en-CA" sz="2000" b="1">
                <a:solidFill>
                  <a:srgbClr val="FF0000"/>
                </a:solidFill>
              </a:rPr>
              <a:t>=3</a:t>
            </a:r>
          </a:p>
        </p:txBody>
      </p:sp>
      <p:sp>
        <p:nvSpPr>
          <p:cNvPr id="41" name="Rectangle 40">
            <a:extLst>
              <a:ext uri="{FF2B5EF4-FFF2-40B4-BE49-F238E27FC236}">
                <a16:creationId xmlns:a16="http://schemas.microsoft.com/office/drawing/2014/main" id="{F3EE9DC3-4A5D-47F3-BA12-4F6B8DEBCF4D}"/>
              </a:ext>
            </a:extLst>
          </p:cNvPr>
          <p:cNvSpPr/>
          <p:nvPr/>
        </p:nvSpPr>
        <p:spPr>
          <a:xfrm>
            <a:off x="6108979" y="5211990"/>
            <a:ext cx="535723" cy="923330"/>
          </a:xfrm>
          <a:prstGeom prst="rect">
            <a:avLst/>
          </a:prstGeom>
          <a:noFill/>
        </p:spPr>
        <p:txBody>
          <a:bodyPr wrap="none" lIns="91440" tIns="45720" rIns="91440" bIns="45720">
            <a:spAutoFit/>
          </a:bodyPr>
          <a:lstStyle/>
          <a:p>
            <a:pPr algn="ctr"/>
            <a:r>
              <a:rPr lang="en-US" sz="5400" b="0" cap="none" spc="0">
                <a:ln w="0"/>
                <a:solidFill>
                  <a:schemeClr val="tx1"/>
                </a:solidFill>
                <a:effectLst>
                  <a:outerShdw blurRad="38100" dist="19050" dir="2700000" algn="tl" rotWithShape="0">
                    <a:schemeClr val="dk1">
                      <a:alpha val="40000"/>
                    </a:schemeClr>
                  </a:outerShdw>
                </a:effectLst>
              </a:rPr>
              <a:t>1</a:t>
            </a:r>
          </a:p>
        </p:txBody>
      </p:sp>
      <p:sp>
        <p:nvSpPr>
          <p:cNvPr id="42" name="Rectangle 41">
            <a:extLst>
              <a:ext uri="{FF2B5EF4-FFF2-40B4-BE49-F238E27FC236}">
                <a16:creationId xmlns:a16="http://schemas.microsoft.com/office/drawing/2014/main" id="{D306134F-7856-4BC9-AEBD-8376E8E64AEB}"/>
              </a:ext>
            </a:extLst>
          </p:cNvPr>
          <p:cNvSpPr/>
          <p:nvPr/>
        </p:nvSpPr>
        <p:spPr>
          <a:xfrm>
            <a:off x="6858678" y="2918760"/>
            <a:ext cx="535723" cy="923330"/>
          </a:xfrm>
          <a:prstGeom prst="rect">
            <a:avLst/>
          </a:prstGeom>
          <a:noFill/>
        </p:spPr>
        <p:txBody>
          <a:bodyPr wrap="none" lIns="91440" tIns="45720" rIns="91440" bIns="45720">
            <a:spAutoFit/>
          </a:bodyPr>
          <a:lstStyle/>
          <a:p>
            <a:pPr algn="ctr"/>
            <a:r>
              <a:rPr lang="en-US" sz="5400" b="0" cap="none" spc="0">
                <a:ln w="0"/>
                <a:solidFill>
                  <a:schemeClr val="tx1"/>
                </a:solidFill>
                <a:effectLst>
                  <a:outerShdw blurRad="38100" dist="19050" dir="2700000" algn="tl" rotWithShape="0">
                    <a:schemeClr val="dk1">
                      <a:alpha val="40000"/>
                    </a:schemeClr>
                  </a:outerShdw>
                </a:effectLst>
              </a:rPr>
              <a:t>2</a:t>
            </a:r>
          </a:p>
        </p:txBody>
      </p:sp>
      <p:sp>
        <p:nvSpPr>
          <p:cNvPr id="43" name="Rectangle 42">
            <a:extLst>
              <a:ext uri="{FF2B5EF4-FFF2-40B4-BE49-F238E27FC236}">
                <a16:creationId xmlns:a16="http://schemas.microsoft.com/office/drawing/2014/main" id="{418539B4-D9A0-460C-B44A-005037771A64}"/>
              </a:ext>
            </a:extLst>
          </p:cNvPr>
          <p:cNvSpPr/>
          <p:nvPr/>
        </p:nvSpPr>
        <p:spPr>
          <a:xfrm>
            <a:off x="10290162" y="3831576"/>
            <a:ext cx="535723" cy="923330"/>
          </a:xfrm>
          <a:prstGeom prst="rect">
            <a:avLst/>
          </a:prstGeom>
          <a:noFill/>
        </p:spPr>
        <p:txBody>
          <a:bodyPr wrap="none" lIns="91440" tIns="45720" rIns="91440" bIns="45720">
            <a:spAutoFit/>
          </a:bodyPr>
          <a:lstStyle/>
          <a:p>
            <a:pPr algn="ctr"/>
            <a:r>
              <a:rPr lang="en-US" sz="5400" b="0" cap="none" spc="0">
                <a:ln w="0"/>
                <a:solidFill>
                  <a:schemeClr val="tx1"/>
                </a:solidFill>
                <a:effectLst>
                  <a:outerShdw blurRad="38100" dist="19050" dir="2700000" algn="tl" rotWithShape="0">
                    <a:schemeClr val="dk1">
                      <a:alpha val="40000"/>
                    </a:schemeClr>
                  </a:outerShdw>
                </a:effectLst>
              </a:rPr>
              <a:t>3</a:t>
            </a:r>
          </a:p>
        </p:txBody>
      </p:sp>
      <p:sp>
        <p:nvSpPr>
          <p:cNvPr id="44" name="Rectangle 43">
            <a:extLst>
              <a:ext uri="{FF2B5EF4-FFF2-40B4-BE49-F238E27FC236}">
                <a16:creationId xmlns:a16="http://schemas.microsoft.com/office/drawing/2014/main" id="{6EE88FA4-4EE6-4ADB-A13F-B4C3CDCB031B}"/>
              </a:ext>
            </a:extLst>
          </p:cNvPr>
          <p:cNvSpPr/>
          <p:nvPr/>
        </p:nvSpPr>
        <p:spPr>
          <a:xfrm>
            <a:off x="10621354" y="5000630"/>
            <a:ext cx="303604" cy="45720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5" name="Text Box 10">
            <a:extLst>
              <a:ext uri="{FF2B5EF4-FFF2-40B4-BE49-F238E27FC236}">
                <a16:creationId xmlns:a16="http://schemas.microsoft.com/office/drawing/2014/main" id="{02D925B3-987F-4C00-A1DF-C9B24E6E06B5}"/>
              </a:ext>
            </a:extLst>
          </p:cNvPr>
          <p:cNvSpPr txBox="1">
            <a:spLocks noChangeArrowheads="1"/>
          </p:cNvSpPr>
          <p:nvPr/>
        </p:nvSpPr>
        <p:spPr bwMode="auto">
          <a:xfrm>
            <a:off x="9886224" y="5537269"/>
            <a:ext cx="516480" cy="33855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chemeClr val="bg2"/>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30000"/>
              </a:spcBef>
              <a:buClrTx/>
              <a:buSzTx/>
              <a:buFontTx/>
              <a:buNone/>
            </a:pPr>
            <a:r>
              <a:rPr lang="en-US" altLang="en-US" sz="1600" b="1">
                <a:solidFill>
                  <a:schemeClr val="tx1"/>
                </a:solidFill>
              </a:rPr>
              <a:t>[3]</a:t>
            </a:r>
          </a:p>
        </p:txBody>
      </p:sp>
      <p:sp>
        <p:nvSpPr>
          <p:cNvPr id="46" name="Text Box 10">
            <a:extLst>
              <a:ext uri="{FF2B5EF4-FFF2-40B4-BE49-F238E27FC236}">
                <a16:creationId xmlns:a16="http://schemas.microsoft.com/office/drawing/2014/main" id="{0AD61876-7715-4DB3-A48A-60C1A14C15F2}"/>
              </a:ext>
            </a:extLst>
          </p:cNvPr>
          <p:cNvSpPr txBox="1">
            <a:spLocks noChangeArrowheads="1"/>
          </p:cNvSpPr>
          <p:nvPr/>
        </p:nvSpPr>
        <p:spPr bwMode="auto">
          <a:xfrm>
            <a:off x="10195108" y="5537269"/>
            <a:ext cx="516480" cy="33855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chemeClr val="bg2"/>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30000"/>
              </a:spcBef>
              <a:buClrTx/>
              <a:buSzTx/>
              <a:buFontTx/>
              <a:buNone/>
            </a:pPr>
            <a:r>
              <a:rPr lang="en-US" altLang="en-US" sz="1600" b="1">
                <a:solidFill>
                  <a:schemeClr val="tx1"/>
                </a:solidFill>
              </a:rPr>
              <a:t>[4]</a:t>
            </a:r>
          </a:p>
        </p:txBody>
      </p:sp>
      <p:sp>
        <p:nvSpPr>
          <p:cNvPr id="47" name="Text Box 10">
            <a:extLst>
              <a:ext uri="{FF2B5EF4-FFF2-40B4-BE49-F238E27FC236}">
                <a16:creationId xmlns:a16="http://schemas.microsoft.com/office/drawing/2014/main" id="{DE1EEB8A-7C69-4AC2-9A80-AF7A0D6E60CA}"/>
              </a:ext>
            </a:extLst>
          </p:cNvPr>
          <p:cNvSpPr txBox="1">
            <a:spLocks noChangeArrowheads="1"/>
          </p:cNvSpPr>
          <p:nvPr/>
        </p:nvSpPr>
        <p:spPr bwMode="auto">
          <a:xfrm>
            <a:off x="10568416" y="5567997"/>
            <a:ext cx="516480" cy="33855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chemeClr val="bg2"/>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30000"/>
              </a:spcBef>
              <a:buClrTx/>
              <a:buSzTx/>
              <a:buFontTx/>
              <a:buNone/>
            </a:pPr>
            <a:r>
              <a:rPr lang="en-US" altLang="en-US" sz="1600" b="1">
                <a:solidFill>
                  <a:schemeClr val="tx1"/>
                </a:solidFill>
              </a:rPr>
              <a:t>[5]</a:t>
            </a:r>
          </a:p>
        </p:txBody>
      </p:sp>
      <p:sp>
        <p:nvSpPr>
          <p:cNvPr id="48" name="Text Box 10">
            <a:extLst>
              <a:ext uri="{FF2B5EF4-FFF2-40B4-BE49-F238E27FC236}">
                <a16:creationId xmlns:a16="http://schemas.microsoft.com/office/drawing/2014/main" id="{067EAD54-F261-488C-835A-2624DB8DC336}"/>
              </a:ext>
            </a:extLst>
          </p:cNvPr>
          <p:cNvSpPr txBox="1">
            <a:spLocks noChangeArrowheads="1"/>
          </p:cNvSpPr>
          <p:nvPr/>
        </p:nvSpPr>
        <p:spPr bwMode="auto">
          <a:xfrm>
            <a:off x="10914987" y="5546367"/>
            <a:ext cx="516480" cy="33855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chemeClr val="bg2"/>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30000"/>
              </a:spcBef>
              <a:buClrTx/>
              <a:buSzTx/>
              <a:buFontTx/>
              <a:buNone/>
            </a:pPr>
            <a:r>
              <a:rPr lang="en-US" altLang="en-US" sz="1600" b="1">
                <a:solidFill>
                  <a:schemeClr val="tx1"/>
                </a:solidFill>
              </a:rPr>
              <a:t>[6]</a:t>
            </a:r>
          </a:p>
        </p:txBody>
      </p:sp>
      <p:sp>
        <p:nvSpPr>
          <p:cNvPr id="52" name="Text Box 10">
            <a:extLst>
              <a:ext uri="{FF2B5EF4-FFF2-40B4-BE49-F238E27FC236}">
                <a16:creationId xmlns:a16="http://schemas.microsoft.com/office/drawing/2014/main" id="{EBBAC450-87A6-4DA9-B029-665C21248FCD}"/>
              </a:ext>
            </a:extLst>
          </p:cNvPr>
          <p:cNvSpPr txBox="1">
            <a:spLocks noChangeArrowheads="1"/>
          </p:cNvSpPr>
          <p:nvPr/>
        </p:nvSpPr>
        <p:spPr bwMode="auto">
          <a:xfrm>
            <a:off x="8879076" y="5537269"/>
            <a:ext cx="516480" cy="33855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chemeClr val="bg2"/>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30000"/>
              </a:spcBef>
              <a:buClrTx/>
              <a:buSzTx/>
              <a:buFontTx/>
              <a:buNone/>
            </a:pPr>
            <a:r>
              <a:rPr lang="en-US" altLang="en-US" sz="1600" b="1">
                <a:solidFill>
                  <a:schemeClr val="tx1"/>
                </a:solidFill>
              </a:rPr>
              <a:t>[0]</a:t>
            </a:r>
          </a:p>
        </p:txBody>
      </p:sp>
      <p:sp>
        <p:nvSpPr>
          <p:cNvPr id="53" name="Text Box 10">
            <a:extLst>
              <a:ext uri="{FF2B5EF4-FFF2-40B4-BE49-F238E27FC236}">
                <a16:creationId xmlns:a16="http://schemas.microsoft.com/office/drawing/2014/main" id="{F9C118B2-EABF-46F5-9387-DDA52CCE7DD9}"/>
              </a:ext>
            </a:extLst>
          </p:cNvPr>
          <p:cNvSpPr txBox="1">
            <a:spLocks noChangeArrowheads="1"/>
          </p:cNvSpPr>
          <p:nvPr/>
        </p:nvSpPr>
        <p:spPr bwMode="auto">
          <a:xfrm>
            <a:off x="9225647" y="5537269"/>
            <a:ext cx="516480" cy="33855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chemeClr val="bg2"/>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30000"/>
              </a:spcBef>
              <a:buClrTx/>
              <a:buSzTx/>
              <a:buFontTx/>
              <a:buNone/>
            </a:pPr>
            <a:r>
              <a:rPr lang="en-US" altLang="en-US" sz="1600" b="1">
                <a:solidFill>
                  <a:schemeClr val="tx1"/>
                </a:solidFill>
              </a:rPr>
              <a:t>[1]</a:t>
            </a:r>
          </a:p>
        </p:txBody>
      </p:sp>
      <p:sp>
        <p:nvSpPr>
          <p:cNvPr id="54" name="Text Box 10">
            <a:extLst>
              <a:ext uri="{FF2B5EF4-FFF2-40B4-BE49-F238E27FC236}">
                <a16:creationId xmlns:a16="http://schemas.microsoft.com/office/drawing/2014/main" id="{2638DC49-AD43-4F8C-95F8-D4E829055199}"/>
              </a:ext>
            </a:extLst>
          </p:cNvPr>
          <p:cNvSpPr txBox="1">
            <a:spLocks noChangeArrowheads="1"/>
          </p:cNvSpPr>
          <p:nvPr/>
        </p:nvSpPr>
        <p:spPr bwMode="auto">
          <a:xfrm>
            <a:off x="9551242" y="5537269"/>
            <a:ext cx="516480" cy="33855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chemeClr val="bg2"/>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30000"/>
              </a:spcBef>
              <a:buClrTx/>
              <a:buSzTx/>
              <a:buFontTx/>
              <a:buNone/>
            </a:pPr>
            <a:r>
              <a:rPr lang="en-US" altLang="en-US" sz="1600" b="1">
                <a:solidFill>
                  <a:schemeClr val="tx1"/>
                </a:solidFill>
              </a:rPr>
              <a:t>[2]</a:t>
            </a:r>
          </a:p>
        </p:txBody>
      </p:sp>
      <p:sp>
        <p:nvSpPr>
          <p:cNvPr id="56" name="Rectangle 55">
            <a:extLst>
              <a:ext uri="{FF2B5EF4-FFF2-40B4-BE49-F238E27FC236}">
                <a16:creationId xmlns:a16="http://schemas.microsoft.com/office/drawing/2014/main" id="{5352E6C8-3D58-4CCD-B63A-284C99E7EE92}"/>
              </a:ext>
            </a:extLst>
          </p:cNvPr>
          <p:cNvSpPr/>
          <p:nvPr/>
        </p:nvSpPr>
        <p:spPr>
          <a:xfrm>
            <a:off x="10932578" y="5001546"/>
            <a:ext cx="303604"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7" name="Rectangle 10">
            <a:extLst>
              <a:ext uri="{FF2B5EF4-FFF2-40B4-BE49-F238E27FC236}">
                <a16:creationId xmlns:a16="http://schemas.microsoft.com/office/drawing/2014/main" id="{C4E9F72B-5A61-4602-8919-9EEC24E3A723}"/>
              </a:ext>
            </a:extLst>
          </p:cNvPr>
          <p:cNvSpPr>
            <a:spLocks noChangeArrowheads="1"/>
          </p:cNvSpPr>
          <p:nvPr/>
        </p:nvSpPr>
        <p:spPr bwMode="auto">
          <a:xfrm>
            <a:off x="8941345" y="5004349"/>
            <a:ext cx="1676400" cy="457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90000" tIns="46800" rIns="90000" bIns="46800" anchor="ctr">
            <a:spAutoFit/>
          </a:bodyPr>
          <a:lstStyle/>
          <a:p>
            <a:endParaRPr lang="en-CA"/>
          </a:p>
        </p:txBody>
      </p:sp>
      <p:sp>
        <p:nvSpPr>
          <p:cNvPr id="58" name="Text Box 11">
            <a:extLst>
              <a:ext uri="{FF2B5EF4-FFF2-40B4-BE49-F238E27FC236}">
                <a16:creationId xmlns:a16="http://schemas.microsoft.com/office/drawing/2014/main" id="{E80D7085-14FA-4686-893D-BA3B423DA722}"/>
              </a:ext>
            </a:extLst>
          </p:cNvPr>
          <p:cNvSpPr txBox="1">
            <a:spLocks noChangeArrowheads="1"/>
          </p:cNvSpPr>
          <p:nvPr/>
        </p:nvSpPr>
        <p:spPr bwMode="auto">
          <a:xfrm>
            <a:off x="8907122" y="5094149"/>
            <a:ext cx="319616" cy="37151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0</a:t>
            </a:r>
          </a:p>
        </p:txBody>
      </p:sp>
      <p:sp>
        <p:nvSpPr>
          <p:cNvPr id="59" name="Text Box 12">
            <a:extLst>
              <a:ext uri="{FF2B5EF4-FFF2-40B4-BE49-F238E27FC236}">
                <a16:creationId xmlns:a16="http://schemas.microsoft.com/office/drawing/2014/main" id="{84AB2EE0-E023-4300-BC16-93063C0AD7DA}"/>
              </a:ext>
            </a:extLst>
          </p:cNvPr>
          <p:cNvSpPr txBox="1">
            <a:spLocks noChangeArrowheads="1"/>
          </p:cNvSpPr>
          <p:nvPr/>
        </p:nvSpPr>
        <p:spPr bwMode="auto">
          <a:xfrm>
            <a:off x="9250022" y="5094149"/>
            <a:ext cx="319616" cy="37151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0</a:t>
            </a:r>
          </a:p>
        </p:txBody>
      </p:sp>
      <p:sp>
        <p:nvSpPr>
          <p:cNvPr id="60" name="Text Box 13">
            <a:extLst>
              <a:ext uri="{FF2B5EF4-FFF2-40B4-BE49-F238E27FC236}">
                <a16:creationId xmlns:a16="http://schemas.microsoft.com/office/drawing/2014/main" id="{42DAA1F1-2681-49AB-9EAB-2265C91E2C18}"/>
              </a:ext>
            </a:extLst>
          </p:cNvPr>
          <p:cNvSpPr txBox="1">
            <a:spLocks noChangeArrowheads="1"/>
          </p:cNvSpPr>
          <p:nvPr/>
        </p:nvSpPr>
        <p:spPr bwMode="auto">
          <a:xfrm>
            <a:off x="9592922" y="5094149"/>
            <a:ext cx="319616" cy="37151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0</a:t>
            </a:r>
          </a:p>
        </p:txBody>
      </p:sp>
      <p:sp>
        <p:nvSpPr>
          <p:cNvPr id="61" name="Text Box 14">
            <a:extLst>
              <a:ext uri="{FF2B5EF4-FFF2-40B4-BE49-F238E27FC236}">
                <a16:creationId xmlns:a16="http://schemas.microsoft.com/office/drawing/2014/main" id="{E278FEC6-4C0C-41C6-BA72-07D8DDA0DE87}"/>
              </a:ext>
            </a:extLst>
          </p:cNvPr>
          <p:cNvSpPr txBox="1">
            <a:spLocks noChangeArrowheads="1"/>
          </p:cNvSpPr>
          <p:nvPr/>
        </p:nvSpPr>
        <p:spPr bwMode="auto">
          <a:xfrm>
            <a:off x="9933576" y="5060792"/>
            <a:ext cx="333779" cy="371513"/>
          </a:xfrm>
          <a:prstGeom prst="rect">
            <a:avLst/>
          </a:prstGeom>
          <a:solidFill>
            <a:schemeClr val="bg1">
              <a:lumMod val="85000"/>
            </a:schemeClr>
          </a:solidFill>
          <a:ln>
            <a:noFill/>
          </a:ln>
          <a:effectLst/>
        </p:spPr>
        <p:txBody>
          <a:bodyPr wrap="square" lIns="90000" tIns="46800" rIns="90000" bIns="46800">
            <a:spAutoFit/>
          </a:bodyPr>
          <a:lstStyle/>
          <a:p>
            <a:r>
              <a:rPr lang="en-US" altLang="en-US" b="1">
                <a:latin typeface="Courier New" panose="02070309020205020404" pitchFamily="49" charset="0"/>
              </a:rPr>
              <a:t>1</a:t>
            </a:r>
          </a:p>
        </p:txBody>
      </p:sp>
      <p:sp>
        <p:nvSpPr>
          <p:cNvPr id="62" name="Text Box 15">
            <a:extLst>
              <a:ext uri="{FF2B5EF4-FFF2-40B4-BE49-F238E27FC236}">
                <a16:creationId xmlns:a16="http://schemas.microsoft.com/office/drawing/2014/main" id="{AFCCC66F-3A49-4156-A66A-306EFF823D7C}"/>
              </a:ext>
            </a:extLst>
          </p:cNvPr>
          <p:cNvSpPr txBox="1">
            <a:spLocks noChangeArrowheads="1"/>
          </p:cNvSpPr>
          <p:nvPr/>
        </p:nvSpPr>
        <p:spPr bwMode="auto">
          <a:xfrm>
            <a:off x="10301456" y="5067810"/>
            <a:ext cx="319899" cy="371513"/>
          </a:xfrm>
          <a:prstGeom prst="rect">
            <a:avLst/>
          </a:prstGeom>
          <a:solidFill>
            <a:schemeClr val="bg1">
              <a:lumMod val="85000"/>
            </a:schemeClr>
          </a:solidFill>
          <a:ln>
            <a:noFill/>
          </a:ln>
          <a:effectLst/>
        </p:spPr>
        <p:txBody>
          <a:bodyPr wrap="square" lIns="90000" tIns="46800" rIns="90000" bIns="46800">
            <a:spAutoFit/>
          </a:bodyPr>
          <a:lstStyle/>
          <a:p>
            <a:r>
              <a:rPr lang="en-US" altLang="en-US" b="1">
                <a:latin typeface="Courier New" panose="02070309020205020404" pitchFamily="49" charset="0"/>
              </a:rPr>
              <a:t>2</a:t>
            </a:r>
          </a:p>
        </p:txBody>
      </p:sp>
      <p:sp>
        <p:nvSpPr>
          <p:cNvPr id="63" name="Line 19">
            <a:extLst>
              <a:ext uri="{FF2B5EF4-FFF2-40B4-BE49-F238E27FC236}">
                <a16:creationId xmlns:a16="http://schemas.microsoft.com/office/drawing/2014/main" id="{5D254AE2-449D-4B43-A63F-ECCC388CDE4D}"/>
              </a:ext>
            </a:extLst>
          </p:cNvPr>
          <p:cNvSpPr>
            <a:spLocks noChangeShapeType="1"/>
          </p:cNvSpPr>
          <p:nvPr/>
        </p:nvSpPr>
        <p:spPr bwMode="auto">
          <a:xfrm>
            <a:off x="9211922" y="5017949"/>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endParaRPr lang="en-CA"/>
          </a:p>
        </p:txBody>
      </p:sp>
      <p:sp>
        <p:nvSpPr>
          <p:cNvPr id="64" name="Line 20">
            <a:extLst>
              <a:ext uri="{FF2B5EF4-FFF2-40B4-BE49-F238E27FC236}">
                <a16:creationId xmlns:a16="http://schemas.microsoft.com/office/drawing/2014/main" id="{E17D726A-3CB9-4964-A919-055C5E14276A}"/>
              </a:ext>
            </a:extLst>
          </p:cNvPr>
          <p:cNvSpPr>
            <a:spLocks noChangeShapeType="1"/>
          </p:cNvSpPr>
          <p:nvPr/>
        </p:nvSpPr>
        <p:spPr bwMode="auto">
          <a:xfrm>
            <a:off x="9567522" y="5017949"/>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endParaRPr lang="en-CA"/>
          </a:p>
        </p:txBody>
      </p:sp>
      <p:sp>
        <p:nvSpPr>
          <p:cNvPr id="65" name="Line 21">
            <a:extLst>
              <a:ext uri="{FF2B5EF4-FFF2-40B4-BE49-F238E27FC236}">
                <a16:creationId xmlns:a16="http://schemas.microsoft.com/office/drawing/2014/main" id="{D6B43200-7054-4042-93C2-D2F7F997E846}"/>
              </a:ext>
            </a:extLst>
          </p:cNvPr>
          <p:cNvSpPr>
            <a:spLocks noChangeShapeType="1"/>
          </p:cNvSpPr>
          <p:nvPr/>
        </p:nvSpPr>
        <p:spPr bwMode="auto">
          <a:xfrm>
            <a:off x="9923122" y="5017949"/>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endParaRPr lang="en-CA"/>
          </a:p>
        </p:txBody>
      </p:sp>
      <p:sp>
        <p:nvSpPr>
          <p:cNvPr id="66" name="Line 22">
            <a:extLst>
              <a:ext uri="{FF2B5EF4-FFF2-40B4-BE49-F238E27FC236}">
                <a16:creationId xmlns:a16="http://schemas.microsoft.com/office/drawing/2014/main" id="{9C56C489-B104-4943-AB68-7B39C4AFBCAD}"/>
              </a:ext>
            </a:extLst>
          </p:cNvPr>
          <p:cNvSpPr>
            <a:spLocks noChangeShapeType="1"/>
          </p:cNvSpPr>
          <p:nvPr/>
        </p:nvSpPr>
        <p:spPr bwMode="auto">
          <a:xfrm>
            <a:off x="10278722" y="5075099"/>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endParaRPr lang="en-CA"/>
          </a:p>
        </p:txBody>
      </p:sp>
      <p:sp>
        <p:nvSpPr>
          <p:cNvPr id="67" name="Line 22">
            <a:extLst>
              <a:ext uri="{FF2B5EF4-FFF2-40B4-BE49-F238E27FC236}">
                <a16:creationId xmlns:a16="http://schemas.microsoft.com/office/drawing/2014/main" id="{FC939CDA-4800-4B39-9470-47EF24BF6604}"/>
              </a:ext>
            </a:extLst>
          </p:cNvPr>
          <p:cNvSpPr>
            <a:spLocks noChangeShapeType="1"/>
          </p:cNvSpPr>
          <p:nvPr/>
        </p:nvSpPr>
        <p:spPr bwMode="auto">
          <a:xfrm>
            <a:off x="10611596" y="5050029"/>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endParaRPr lang="en-CA"/>
          </a:p>
        </p:txBody>
      </p:sp>
      <p:sp>
        <p:nvSpPr>
          <p:cNvPr id="68" name="Text Box 15">
            <a:extLst>
              <a:ext uri="{FF2B5EF4-FFF2-40B4-BE49-F238E27FC236}">
                <a16:creationId xmlns:a16="http://schemas.microsoft.com/office/drawing/2014/main" id="{92691850-C3EB-4286-A120-BDB134D7040B}"/>
              </a:ext>
            </a:extLst>
          </p:cNvPr>
          <p:cNvSpPr txBox="1">
            <a:spLocks noChangeArrowheads="1"/>
          </p:cNvSpPr>
          <p:nvPr/>
        </p:nvSpPr>
        <p:spPr bwMode="auto">
          <a:xfrm>
            <a:off x="10614406" y="5081410"/>
            <a:ext cx="319616" cy="37151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0</a:t>
            </a:r>
          </a:p>
        </p:txBody>
      </p:sp>
      <p:sp>
        <p:nvSpPr>
          <p:cNvPr id="69" name="Text Box 15">
            <a:extLst>
              <a:ext uri="{FF2B5EF4-FFF2-40B4-BE49-F238E27FC236}">
                <a16:creationId xmlns:a16="http://schemas.microsoft.com/office/drawing/2014/main" id="{D801DF69-4AE5-437D-8699-296964BB4194}"/>
              </a:ext>
            </a:extLst>
          </p:cNvPr>
          <p:cNvSpPr txBox="1">
            <a:spLocks noChangeArrowheads="1"/>
          </p:cNvSpPr>
          <p:nvPr/>
        </p:nvSpPr>
        <p:spPr bwMode="auto">
          <a:xfrm>
            <a:off x="10909845" y="5092969"/>
            <a:ext cx="319616" cy="371513"/>
          </a:xfrm>
          <a:prstGeom prst="rect">
            <a:avLst/>
          </a:prstGeom>
          <a:noFill/>
          <a:ln>
            <a:noFill/>
          </a:ln>
          <a:effectLst/>
        </p:spPr>
        <p:txBody>
          <a:bodyPr wrap="none" lIns="90000" tIns="46800" rIns="90000" bIns="46800">
            <a:spAutoFit/>
          </a:bodyPr>
          <a:lstStyle/>
          <a:p>
            <a:r>
              <a:rPr lang="en-US" altLang="en-US" b="1">
                <a:latin typeface="Courier New" panose="02070309020205020404" pitchFamily="49" charset="0"/>
              </a:rPr>
              <a:t>0</a:t>
            </a:r>
          </a:p>
        </p:txBody>
      </p:sp>
      <p:sp>
        <p:nvSpPr>
          <p:cNvPr id="71" name="Rectangle 70">
            <a:extLst>
              <a:ext uri="{FF2B5EF4-FFF2-40B4-BE49-F238E27FC236}">
                <a16:creationId xmlns:a16="http://schemas.microsoft.com/office/drawing/2014/main" id="{5B9BA15D-D867-4E3A-8786-838BEBDE7E96}"/>
              </a:ext>
            </a:extLst>
          </p:cNvPr>
          <p:cNvSpPr/>
          <p:nvPr/>
        </p:nvSpPr>
        <p:spPr>
          <a:xfrm>
            <a:off x="8156284" y="3827150"/>
            <a:ext cx="303604" cy="45720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2" name="Text Box 10">
            <a:extLst>
              <a:ext uri="{FF2B5EF4-FFF2-40B4-BE49-F238E27FC236}">
                <a16:creationId xmlns:a16="http://schemas.microsoft.com/office/drawing/2014/main" id="{27B3DE9C-CAC2-423E-9A5A-BF9D7D70AB93}"/>
              </a:ext>
            </a:extLst>
          </p:cNvPr>
          <p:cNvSpPr txBox="1">
            <a:spLocks noChangeArrowheads="1"/>
          </p:cNvSpPr>
          <p:nvPr/>
        </p:nvSpPr>
        <p:spPr bwMode="auto">
          <a:xfrm>
            <a:off x="7421154" y="4363789"/>
            <a:ext cx="516480" cy="33855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chemeClr val="bg2"/>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30000"/>
              </a:spcBef>
              <a:buClrTx/>
              <a:buSzTx/>
              <a:buFontTx/>
              <a:buNone/>
            </a:pPr>
            <a:r>
              <a:rPr lang="en-US" altLang="en-US" sz="1600" b="1">
                <a:solidFill>
                  <a:schemeClr val="tx1"/>
                </a:solidFill>
              </a:rPr>
              <a:t>[3]</a:t>
            </a:r>
          </a:p>
        </p:txBody>
      </p:sp>
      <p:sp>
        <p:nvSpPr>
          <p:cNvPr id="73" name="Text Box 10">
            <a:extLst>
              <a:ext uri="{FF2B5EF4-FFF2-40B4-BE49-F238E27FC236}">
                <a16:creationId xmlns:a16="http://schemas.microsoft.com/office/drawing/2014/main" id="{53661BFC-6AB2-45C5-947F-B895159E34DC}"/>
              </a:ext>
            </a:extLst>
          </p:cNvPr>
          <p:cNvSpPr txBox="1">
            <a:spLocks noChangeArrowheads="1"/>
          </p:cNvSpPr>
          <p:nvPr/>
        </p:nvSpPr>
        <p:spPr bwMode="auto">
          <a:xfrm>
            <a:off x="7730038" y="4363789"/>
            <a:ext cx="516480" cy="33855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chemeClr val="bg2"/>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30000"/>
              </a:spcBef>
              <a:buClrTx/>
              <a:buSzTx/>
              <a:buFontTx/>
              <a:buNone/>
            </a:pPr>
            <a:r>
              <a:rPr lang="en-US" altLang="en-US" sz="1600" b="1">
                <a:solidFill>
                  <a:schemeClr val="tx1"/>
                </a:solidFill>
              </a:rPr>
              <a:t>[4]</a:t>
            </a:r>
          </a:p>
        </p:txBody>
      </p:sp>
      <p:sp>
        <p:nvSpPr>
          <p:cNvPr id="74" name="Text Box 10">
            <a:extLst>
              <a:ext uri="{FF2B5EF4-FFF2-40B4-BE49-F238E27FC236}">
                <a16:creationId xmlns:a16="http://schemas.microsoft.com/office/drawing/2014/main" id="{21A73A2C-4637-4B73-8870-84B5B8086E44}"/>
              </a:ext>
            </a:extLst>
          </p:cNvPr>
          <p:cNvSpPr txBox="1">
            <a:spLocks noChangeArrowheads="1"/>
          </p:cNvSpPr>
          <p:nvPr/>
        </p:nvSpPr>
        <p:spPr bwMode="auto">
          <a:xfrm>
            <a:off x="8103346" y="4394517"/>
            <a:ext cx="516480" cy="33855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chemeClr val="bg2"/>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30000"/>
              </a:spcBef>
              <a:buClrTx/>
              <a:buSzTx/>
              <a:buFontTx/>
              <a:buNone/>
            </a:pPr>
            <a:r>
              <a:rPr lang="en-US" altLang="en-US" sz="1600" b="1">
                <a:solidFill>
                  <a:schemeClr val="tx1"/>
                </a:solidFill>
              </a:rPr>
              <a:t>[5]</a:t>
            </a:r>
          </a:p>
        </p:txBody>
      </p:sp>
      <p:sp>
        <p:nvSpPr>
          <p:cNvPr id="75" name="Text Box 10">
            <a:extLst>
              <a:ext uri="{FF2B5EF4-FFF2-40B4-BE49-F238E27FC236}">
                <a16:creationId xmlns:a16="http://schemas.microsoft.com/office/drawing/2014/main" id="{4560B949-46AE-421D-9637-A4385C178D8A}"/>
              </a:ext>
            </a:extLst>
          </p:cNvPr>
          <p:cNvSpPr txBox="1">
            <a:spLocks noChangeArrowheads="1"/>
          </p:cNvSpPr>
          <p:nvPr/>
        </p:nvSpPr>
        <p:spPr bwMode="auto">
          <a:xfrm>
            <a:off x="8449917" y="4372887"/>
            <a:ext cx="516480" cy="33855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chemeClr val="bg2"/>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30000"/>
              </a:spcBef>
              <a:buClrTx/>
              <a:buSzTx/>
              <a:buFontTx/>
              <a:buNone/>
            </a:pPr>
            <a:r>
              <a:rPr lang="en-US" altLang="en-US" sz="1600" b="1">
                <a:solidFill>
                  <a:schemeClr val="tx1"/>
                </a:solidFill>
              </a:rPr>
              <a:t>[6]</a:t>
            </a:r>
          </a:p>
        </p:txBody>
      </p:sp>
      <p:sp>
        <p:nvSpPr>
          <p:cNvPr id="76" name="Text Box 10">
            <a:extLst>
              <a:ext uri="{FF2B5EF4-FFF2-40B4-BE49-F238E27FC236}">
                <a16:creationId xmlns:a16="http://schemas.microsoft.com/office/drawing/2014/main" id="{365A7C31-6FFA-4533-BE49-721772C4E6C2}"/>
              </a:ext>
            </a:extLst>
          </p:cNvPr>
          <p:cNvSpPr txBox="1">
            <a:spLocks noChangeArrowheads="1"/>
          </p:cNvSpPr>
          <p:nvPr/>
        </p:nvSpPr>
        <p:spPr bwMode="auto">
          <a:xfrm>
            <a:off x="8739074" y="4363789"/>
            <a:ext cx="516480" cy="33855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chemeClr val="bg2"/>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30000"/>
              </a:spcBef>
              <a:buClrTx/>
              <a:buSzTx/>
              <a:buFontTx/>
              <a:buNone/>
            </a:pPr>
            <a:r>
              <a:rPr lang="en-US" altLang="en-US" sz="1600" b="1">
                <a:solidFill>
                  <a:schemeClr val="tx1"/>
                </a:solidFill>
              </a:rPr>
              <a:t>[7]</a:t>
            </a:r>
          </a:p>
        </p:txBody>
      </p:sp>
      <p:sp>
        <p:nvSpPr>
          <p:cNvPr id="77" name="Text Box 10">
            <a:extLst>
              <a:ext uri="{FF2B5EF4-FFF2-40B4-BE49-F238E27FC236}">
                <a16:creationId xmlns:a16="http://schemas.microsoft.com/office/drawing/2014/main" id="{80215688-30DC-4234-B565-E90633F43971}"/>
              </a:ext>
            </a:extLst>
          </p:cNvPr>
          <p:cNvSpPr txBox="1">
            <a:spLocks noChangeArrowheads="1"/>
          </p:cNvSpPr>
          <p:nvPr/>
        </p:nvSpPr>
        <p:spPr bwMode="auto">
          <a:xfrm>
            <a:off x="6414006" y="4363789"/>
            <a:ext cx="516480" cy="33855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chemeClr val="bg2"/>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30000"/>
              </a:spcBef>
              <a:buClrTx/>
              <a:buSzTx/>
              <a:buFontTx/>
              <a:buNone/>
            </a:pPr>
            <a:r>
              <a:rPr lang="en-US" altLang="en-US" sz="1600" b="1">
                <a:solidFill>
                  <a:schemeClr val="tx1"/>
                </a:solidFill>
              </a:rPr>
              <a:t>[0]</a:t>
            </a:r>
          </a:p>
        </p:txBody>
      </p:sp>
      <p:sp>
        <p:nvSpPr>
          <p:cNvPr id="78" name="Text Box 10">
            <a:extLst>
              <a:ext uri="{FF2B5EF4-FFF2-40B4-BE49-F238E27FC236}">
                <a16:creationId xmlns:a16="http://schemas.microsoft.com/office/drawing/2014/main" id="{3D2521FA-6AA4-4A2C-98A6-B6592351924E}"/>
              </a:ext>
            </a:extLst>
          </p:cNvPr>
          <p:cNvSpPr txBox="1">
            <a:spLocks noChangeArrowheads="1"/>
          </p:cNvSpPr>
          <p:nvPr/>
        </p:nvSpPr>
        <p:spPr bwMode="auto">
          <a:xfrm>
            <a:off x="6760577" y="4363789"/>
            <a:ext cx="516480" cy="33855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chemeClr val="bg2"/>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30000"/>
              </a:spcBef>
              <a:buClrTx/>
              <a:buSzTx/>
              <a:buFontTx/>
              <a:buNone/>
            </a:pPr>
            <a:r>
              <a:rPr lang="en-US" altLang="en-US" sz="1600" b="1">
                <a:solidFill>
                  <a:schemeClr val="tx1"/>
                </a:solidFill>
              </a:rPr>
              <a:t>[1]</a:t>
            </a:r>
          </a:p>
        </p:txBody>
      </p:sp>
      <p:sp>
        <p:nvSpPr>
          <p:cNvPr id="79" name="Text Box 10">
            <a:extLst>
              <a:ext uri="{FF2B5EF4-FFF2-40B4-BE49-F238E27FC236}">
                <a16:creationId xmlns:a16="http://schemas.microsoft.com/office/drawing/2014/main" id="{7950E982-AF13-44DA-BEDE-96F729D4CCE3}"/>
              </a:ext>
            </a:extLst>
          </p:cNvPr>
          <p:cNvSpPr txBox="1">
            <a:spLocks noChangeArrowheads="1"/>
          </p:cNvSpPr>
          <p:nvPr/>
        </p:nvSpPr>
        <p:spPr bwMode="auto">
          <a:xfrm>
            <a:off x="7086172" y="4363789"/>
            <a:ext cx="516480" cy="338554"/>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chemeClr val="bg2"/>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chemeClr val="bg2"/>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30000"/>
              </a:spcBef>
              <a:buClrTx/>
              <a:buSzTx/>
              <a:buFontTx/>
              <a:buNone/>
            </a:pPr>
            <a:r>
              <a:rPr lang="en-US" altLang="en-US" sz="1600" b="1">
                <a:solidFill>
                  <a:schemeClr val="tx1"/>
                </a:solidFill>
              </a:rPr>
              <a:t>[2]</a:t>
            </a:r>
          </a:p>
        </p:txBody>
      </p:sp>
      <p:sp>
        <p:nvSpPr>
          <p:cNvPr id="80" name="Rectangle 79">
            <a:extLst>
              <a:ext uri="{FF2B5EF4-FFF2-40B4-BE49-F238E27FC236}">
                <a16:creationId xmlns:a16="http://schemas.microsoft.com/office/drawing/2014/main" id="{784B226B-111B-4849-94D6-978CE958F273}"/>
              </a:ext>
            </a:extLst>
          </p:cNvPr>
          <p:cNvSpPr/>
          <p:nvPr/>
        </p:nvSpPr>
        <p:spPr>
          <a:xfrm>
            <a:off x="8782341" y="3824385"/>
            <a:ext cx="303604"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1" name="Rectangle 80">
            <a:extLst>
              <a:ext uri="{FF2B5EF4-FFF2-40B4-BE49-F238E27FC236}">
                <a16:creationId xmlns:a16="http://schemas.microsoft.com/office/drawing/2014/main" id="{2CFDFA2A-010B-4DE9-8A29-8D3129822D2C}"/>
              </a:ext>
            </a:extLst>
          </p:cNvPr>
          <p:cNvSpPr/>
          <p:nvPr/>
        </p:nvSpPr>
        <p:spPr>
          <a:xfrm>
            <a:off x="8467508" y="3828066"/>
            <a:ext cx="303604" cy="45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2" name="Rectangle 10">
            <a:extLst>
              <a:ext uri="{FF2B5EF4-FFF2-40B4-BE49-F238E27FC236}">
                <a16:creationId xmlns:a16="http://schemas.microsoft.com/office/drawing/2014/main" id="{386EE1D7-4150-4B73-8324-39909CB8D633}"/>
              </a:ext>
            </a:extLst>
          </p:cNvPr>
          <p:cNvSpPr>
            <a:spLocks noChangeArrowheads="1"/>
          </p:cNvSpPr>
          <p:nvPr/>
        </p:nvSpPr>
        <p:spPr bwMode="auto">
          <a:xfrm>
            <a:off x="6476275" y="3830869"/>
            <a:ext cx="1676400" cy="457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lIns="90000" tIns="46800" rIns="90000" bIns="46800" anchor="ctr">
            <a:spAutoFit/>
          </a:bodyPr>
          <a:lstStyle/>
          <a:p>
            <a:endParaRPr lang="en-CA"/>
          </a:p>
        </p:txBody>
      </p:sp>
      <p:sp>
        <p:nvSpPr>
          <p:cNvPr id="83" name="Text Box 11">
            <a:extLst>
              <a:ext uri="{FF2B5EF4-FFF2-40B4-BE49-F238E27FC236}">
                <a16:creationId xmlns:a16="http://schemas.microsoft.com/office/drawing/2014/main" id="{4DBA6EE3-7EED-402D-B746-3B6ADB285A1F}"/>
              </a:ext>
            </a:extLst>
          </p:cNvPr>
          <p:cNvSpPr txBox="1">
            <a:spLocks noChangeArrowheads="1"/>
          </p:cNvSpPr>
          <p:nvPr/>
        </p:nvSpPr>
        <p:spPr bwMode="auto">
          <a:xfrm>
            <a:off x="6442052" y="3920669"/>
            <a:ext cx="319616" cy="37151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0</a:t>
            </a:r>
          </a:p>
        </p:txBody>
      </p:sp>
      <p:sp>
        <p:nvSpPr>
          <p:cNvPr id="84" name="Text Box 12">
            <a:extLst>
              <a:ext uri="{FF2B5EF4-FFF2-40B4-BE49-F238E27FC236}">
                <a16:creationId xmlns:a16="http://schemas.microsoft.com/office/drawing/2014/main" id="{E5B35C37-A6D6-49D0-8D60-D6E05D722AB4}"/>
              </a:ext>
            </a:extLst>
          </p:cNvPr>
          <p:cNvSpPr txBox="1">
            <a:spLocks noChangeArrowheads="1"/>
          </p:cNvSpPr>
          <p:nvPr/>
        </p:nvSpPr>
        <p:spPr bwMode="auto">
          <a:xfrm>
            <a:off x="6784952" y="3920669"/>
            <a:ext cx="319616" cy="37151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0</a:t>
            </a:r>
          </a:p>
        </p:txBody>
      </p:sp>
      <p:sp>
        <p:nvSpPr>
          <p:cNvPr id="85" name="Text Box 13">
            <a:extLst>
              <a:ext uri="{FF2B5EF4-FFF2-40B4-BE49-F238E27FC236}">
                <a16:creationId xmlns:a16="http://schemas.microsoft.com/office/drawing/2014/main" id="{7A509D1B-E31E-4E39-AE36-972EBBA1F250}"/>
              </a:ext>
            </a:extLst>
          </p:cNvPr>
          <p:cNvSpPr txBox="1">
            <a:spLocks noChangeArrowheads="1"/>
          </p:cNvSpPr>
          <p:nvPr/>
        </p:nvSpPr>
        <p:spPr bwMode="auto">
          <a:xfrm>
            <a:off x="7127852" y="3920669"/>
            <a:ext cx="319616" cy="37151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0</a:t>
            </a:r>
          </a:p>
        </p:txBody>
      </p:sp>
      <p:sp>
        <p:nvSpPr>
          <p:cNvPr id="86" name="Text Box 14">
            <a:extLst>
              <a:ext uri="{FF2B5EF4-FFF2-40B4-BE49-F238E27FC236}">
                <a16:creationId xmlns:a16="http://schemas.microsoft.com/office/drawing/2014/main" id="{E1E8AA76-43F2-41DF-BC34-FE33FCDFE485}"/>
              </a:ext>
            </a:extLst>
          </p:cNvPr>
          <p:cNvSpPr txBox="1">
            <a:spLocks noChangeArrowheads="1"/>
          </p:cNvSpPr>
          <p:nvPr/>
        </p:nvSpPr>
        <p:spPr bwMode="auto">
          <a:xfrm>
            <a:off x="7468506" y="3887312"/>
            <a:ext cx="333779" cy="371513"/>
          </a:xfrm>
          <a:prstGeom prst="rect">
            <a:avLst/>
          </a:prstGeom>
          <a:solidFill>
            <a:schemeClr val="bg1">
              <a:lumMod val="85000"/>
            </a:schemeClr>
          </a:solidFill>
          <a:ln>
            <a:noFill/>
          </a:ln>
          <a:effectLst/>
        </p:spPr>
        <p:txBody>
          <a:bodyPr wrap="square" lIns="90000" tIns="46800" rIns="90000" bIns="46800">
            <a:spAutoFit/>
          </a:bodyPr>
          <a:lstStyle/>
          <a:p>
            <a:r>
              <a:rPr lang="en-US" altLang="en-US" b="1">
                <a:latin typeface="Courier New" panose="02070309020205020404" pitchFamily="49" charset="0"/>
              </a:rPr>
              <a:t>5</a:t>
            </a:r>
          </a:p>
        </p:txBody>
      </p:sp>
      <p:sp>
        <p:nvSpPr>
          <p:cNvPr id="87" name="Text Box 15">
            <a:extLst>
              <a:ext uri="{FF2B5EF4-FFF2-40B4-BE49-F238E27FC236}">
                <a16:creationId xmlns:a16="http://schemas.microsoft.com/office/drawing/2014/main" id="{E0F13A57-5796-484E-8823-835EDDC49803}"/>
              </a:ext>
            </a:extLst>
          </p:cNvPr>
          <p:cNvSpPr txBox="1">
            <a:spLocks noChangeArrowheads="1"/>
          </p:cNvSpPr>
          <p:nvPr/>
        </p:nvSpPr>
        <p:spPr bwMode="auto">
          <a:xfrm>
            <a:off x="7836386" y="3894330"/>
            <a:ext cx="319899" cy="371513"/>
          </a:xfrm>
          <a:prstGeom prst="rect">
            <a:avLst/>
          </a:prstGeom>
          <a:solidFill>
            <a:schemeClr val="bg1">
              <a:lumMod val="85000"/>
            </a:schemeClr>
          </a:solidFill>
          <a:ln>
            <a:noFill/>
          </a:ln>
          <a:effectLst/>
        </p:spPr>
        <p:txBody>
          <a:bodyPr wrap="square" lIns="90000" tIns="46800" rIns="90000" bIns="46800">
            <a:spAutoFit/>
          </a:bodyPr>
          <a:lstStyle/>
          <a:p>
            <a:r>
              <a:rPr lang="en-US" altLang="en-US" b="1">
                <a:latin typeface="Courier New" panose="02070309020205020404" pitchFamily="49" charset="0"/>
              </a:rPr>
              <a:t>5</a:t>
            </a:r>
          </a:p>
        </p:txBody>
      </p:sp>
      <p:sp>
        <p:nvSpPr>
          <p:cNvPr id="88" name="Line 19">
            <a:extLst>
              <a:ext uri="{FF2B5EF4-FFF2-40B4-BE49-F238E27FC236}">
                <a16:creationId xmlns:a16="http://schemas.microsoft.com/office/drawing/2014/main" id="{FF1B0027-7D9C-4919-A482-4087C401DDC4}"/>
              </a:ext>
            </a:extLst>
          </p:cNvPr>
          <p:cNvSpPr>
            <a:spLocks noChangeShapeType="1"/>
          </p:cNvSpPr>
          <p:nvPr/>
        </p:nvSpPr>
        <p:spPr bwMode="auto">
          <a:xfrm>
            <a:off x="6746852" y="3844469"/>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endParaRPr lang="en-CA"/>
          </a:p>
        </p:txBody>
      </p:sp>
      <p:sp>
        <p:nvSpPr>
          <p:cNvPr id="89" name="Line 20">
            <a:extLst>
              <a:ext uri="{FF2B5EF4-FFF2-40B4-BE49-F238E27FC236}">
                <a16:creationId xmlns:a16="http://schemas.microsoft.com/office/drawing/2014/main" id="{4846FDFA-9EE5-4424-B67E-0B35494650EA}"/>
              </a:ext>
            </a:extLst>
          </p:cNvPr>
          <p:cNvSpPr>
            <a:spLocks noChangeShapeType="1"/>
          </p:cNvSpPr>
          <p:nvPr/>
        </p:nvSpPr>
        <p:spPr bwMode="auto">
          <a:xfrm>
            <a:off x="7102452" y="3844469"/>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endParaRPr lang="en-CA"/>
          </a:p>
        </p:txBody>
      </p:sp>
      <p:sp>
        <p:nvSpPr>
          <p:cNvPr id="91" name="Line 22">
            <a:extLst>
              <a:ext uri="{FF2B5EF4-FFF2-40B4-BE49-F238E27FC236}">
                <a16:creationId xmlns:a16="http://schemas.microsoft.com/office/drawing/2014/main" id="{E5051F8D-6C10-4771-99DC-ADDEC831F0A9}"/>
              </a:ext>
            </a:extLst>
          </p:cNvPr>
          <p:cNvSpPr>
            <a:spLocks noChangeShapeType="1"/>
          </p:cNvSpPr>
          <p:nvPr/>
        </p:nvSpPr>
        <p:spPr bwMode="auto">
          <a:xfrm>
            <a:off x="7813652" y="3901619"/>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endParaRPr lang="en-CA"/>
          </a:p>
        </p:txBody>
      </p:sp>
      <p:sp>
        <p:nvSpPr>
          <p:cNvPr id="92" name="Line 22">
            <a:extLst>
              <a:ext uri="{FF2B5EF4-FFF2-40B4-BE49-F238E27FC236}">
                <a16:creationId xmlns:a16="http://schemas.microsoft.com/office/drawing/2014/main" id="{F83F7C7A-3A68-4043-A4D8-90ACCA696084}"/>
              </a:ext>
            </a:extLst>
          </p:cNvPr>
          <p:cNvSpPr>
            <a:spLocks noChangeShapeType="1"/>
          </p:cNvSpPr>
          <p:nvPr/>
        </p:nvSpPr>
        <p:spPr bwMode="auto">
          <a:xfrm>
            <a:off x="8146526" y="3876549"/>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endParaRPr lang="en-CA"/>
          </a:p>
        </p:txBody>
      </p:sp>
      <p:sp>
        <p:nvSpPr>
          <p:cNvPr id="93" name="Text Box 15">
            <a:extLst>
              <a:ext uri="{FF2B5EF4-FFF2-40B4-BE49-F238E27FC236}">
                <a16:creationId xmlns:a16="http://schemas.microsoft.com/office/drawing/2014/main" id="{1C3AEB2C-6B88-44B0-9515-37BC7320F6FD}"/>
              </a:ext>
            </a:extLst>
          </p:cNvPr>
          <p:cNvSpPr txBox="1">
            <a:spLocks noChangeArrowheads="1"/>
          </p:cNvSpPr>
          <p:nvPr/>
        </p:nvSpPr>
        <p:spPr bwMode="auto">
          <a:xfrm>
            <a:off x="8149336" y="3907930"/>
            <a:ext cx="319616" cy="371513"/>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r>
              <a:rPr lang="en-US" altLang="en-US" b="1">
                <a:latin typeface="Courier New" panose="02070309020205020404" pitchFamily="49" charset="0"/>
              </a:rPr>
              <a:t>5</a:t>
            </a:r>
          </a:p>
        </p:txBody>
      </p:sp>
      <p:sp>
        <p:nvSpPr>
          <p:cNvPr id="94" name="Text Box 15">
            <a:extLst>
              <a:ext uri="{FF2B5EF4-FFF2-40B4-BE49-F238E27FC236}">
                <a16:creationId xmlns:a16="http://schemas.microsoft.com/office/drawing/2014/main" id="{A5579405-D551-48BF-A089-5DE72B16745D}"/>
              </a:ext>
            </a:extLst>
          </p:cNvPr>
          <p:cNvSpPr txBox="1">
            <a:spLocks noChangeArrowheads="1"/>
          </p:cNvSpPr>
          <p:nvPr/>
        </p:nvSpPr>
        <p:spPr bwMode="auto">
          <a:xfrm>
            <a:off x="8444775" y="3919489"/>
            <a:ext cx="319616" cy="371513"/>
          </a:xfrm>
          <a:prstGeom prst="rect">
            <a:avLst/>
          </a:prstGeom>
          <a:noFill/>
          <a:ln>
            <a:noFill/>
          </a:ln>
          <a:effectLst/>
        </p:spPr>
        <p:txBody>
          <a:bodyPr wrap="none" lIns="90000" tIns="46800" rIns="90000" bIns="46800">
            <a:spAutoFit/>
          </a:bodyPr>
          <a:lstStyle/>
          <a:p>
            <a:r>
              <a:rPr lang="en-US" altLang="en-US" b="1">
                <a:latin typeface="Courier New" panose="02070309020205020404" pitchFamily="49" charset="0"/>
              </a:rPr>
              <a:t>0</a:t>
            </a:r>
          </a:p>
        </p:txBody>
      </p:sp>
      <p:sp>
        <p:nvSpPr>
          <p:cNvPr id="95" name="Text Box 15">
            <a:extLst>
              <a:ext uri="{FF2B5EF4-FFF2-40B4-BE49-F238E27FC236}">
                <a16:creationId xmlns:a16="http://schemas.microsoft.com/office/drawing/2014/main" id="{D7FE241B-F7C7-4817-89E4-D855E765CCB6}"/>
              </a:ext>
            </a:extLst>
          </p:cNvPr>
          <p:cNvSpPr txBox="1">
            <a:spLocks noChangeArrowheads="1"/>
          </p:cNvSpPr>
          <p:nvPr/>
        </p:nvSpPr>
        <p:spPr bwMode="auto">
          <a:xfrm>
            <a:off x="8787124" y="3907930"/>
            <a:ext cx="319616" cy="371513"/>
          </a:xfrm>
          <a:prstGeom prst="rect">
            <a:avLst/>
          </a:prstGeom>
          <a:noFill/>
          <a:ln>
            <a:noFill/>
          </a:ln>
          <a:effectLst/>
        </p:spPr>
        <p:txBody>
          <a:bodyPr wrap="none" lIns="90000" tIns="46800" rIns="90000" bIns="46800">
            <a:spAutoFit/>
          </a:bodyPr>
          <a:lstStyle/>
          <a:p>
            <a:r>
              <a:rPr lang="en-US" altLang="en-US" b="1">
                <a:latin typeface="Courier New" panose="02070309020205020404" pitchFamily="49" charset="0"/>
              </a:rPr>
              <a:t>0</a:t>
            </a:r>
          </a:p>
        </p:txBody>
      </p:sp>
      <p:sp>
        <p:nvSpPr>
          <p:cNvPr id="4" name="Oval 3">
            <a:extLst>
              <a:ext uri="{FF2B5EF4-FFF2-40B4-BE49-F238E27FC236}">
                <a16:creationId xmlns:a16="http://schemas.microsoft.com/office/drawing/2014/main" id="{B5FFA6CD-A820-4943-B51A-3CDE122F4292}"/>
              </a:ext>
            </a:extLst>
          </p:cNvPr>
          <p:cNvSpPr/>
          <p:nvPr/>
        </p:nvSpPr>
        <p:spPr>
          <a:xfrm>
            <a:off x="9877340" y="4868008"/>
            <a:ext cx="806096" cy="721498"/>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6" name="Arrow: Curved Down 95">
            <a:extLst>
              <a:ext uri="{FF2B5EF4-FFF2-40B4-BE49-F238E27FC236}">
                <a16:creationId xmlns:a16="http://schemas.microsoft.com/office/drawing/2014/main" id="{A5B98850-253E-4DB0-8625-2323CF9CD754}"/>
              </a:ext>
            </a:extLst>
          </p:cNvPr>
          <p:cNvSpPr/>
          <p:nvPr/>
        </p:nvSpPr>
        <p:spPr>
          <a:xfrm rot="2745033">
            <a:off x="9350948" y="3956351"/>
            <a:ext cx="1217990" cy="565546"/>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endParaRPr>
          </a:p>
        </p:txBody>
      </p:sp>
      <p:sp>
        <p:nvSpPr>
          <p:cNvPr id="97" name="Text Box 1033">
            <a:extLst>
              <a:ext uri="{FF2B5EF4-FFF2-40B4-BE49-F238E27FC236}">
                <a16:creationId xmlns:a16="http://schemas.microsoft.com/office/drawing/2014/main" id="{C4ABD668-261B-4BA2-9AE7-C280186CE2E6}"/>
              </a:ext>
            </a:extLst>
          </p:cNvPr>
          <p:cNvSpPr txBox="1">
            <a:spLocks noChangeArrowheads="1"/>
          </p:cNvSpPr>
          <p:nvPr/>
        </p:nvSpPr>
        <p:spPr bwMode="auto">
          <a:xfrm>
            <a:off x="799146" y="2808722"/>
            <a:ext cx="5601002" cy="2031325"/>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console.log('Replacing elements using splice()');</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let </a:t>
            </a:r>
            <a:r>
              <a:rPr kumimoji="1" lang="en-US" altLang="en-US" sz="1800" b="1" kern="0" err="1">
                <a:solidFill>
                  <a:srgbClr val="000000"/>
                </a:solidFill>
                <a:latin typeface="Courier New" panose="02070309020205020404" pitchFamily="49" charset="0"/>
              </a:rPr>
              <a:t>myArray</a:t>
            </a:r>
            <a:r>
              <a:rPr kumimoji="1" lang="en-US" altLang="en-US" sz="1800" b="1" kern="0">
                <a:solidFill>
                  <a:srgbClr val="000000"/>
                </a:solidFill>
                <a:latin typeface="Courier New" panose="02070309020205020404" pitchFamily="49" charset="0"/>
              </a:rPr>
              <a:t> = [0,0,0,5,5,5,0,0];</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a:t>
            </a:r>
            <a:r>
              <a:rPr kumimoji="1" lang="en-US" altLang="en-US" sz="1800" b="1" kern="0" err="1">
                <a:solidFill>
                  <a:srgbClr val="000000"/>
                </a:solidFill>
                <a:latin typeface="Courier New" panose="02070309020205020404" pitchFamily="49" charset="0"/>
              </a:rPr>
              <a:t>myArray</a:t>
            </a:r>
            <a:r>
              <a:rPr kumimoji="1" lang="en-US" altLang="en-US" sz="1800" b="1" kern="0">
                <a:solidFill>
                  <a:srgbClr val="000000"/>
                </a:solidFill>
                <a:latin typeface="Courier New" panose="02070309020205020404" pitchFamily="49" charset="0"/>
              </a:rPr>
              <a:t>);</a:t>
            </a:r>
          </a:p>
          <a:p>
            <a:pPr lvl="0" eaLnBrk="0" fontAlgn="base" hangingPunct="0">
              <a:spcBef>
                <a:spcPct val="0"/>
              </a:spcBef>
              <a:spcAft>
                <a:spcPct val="0"/>
              </a:spcAft>
              <a:buClrTx/>
              <a:buSzTx/>
              <a:buNone/>
              <a:defRPr/>
            </a:pPr>
            <a:r>
              <a:rPr kumimoji="1" lang="en-US" altLang="en-US" sz="1800" b="1" kern="0" err="1">
                <a:solidFill>
                  <a:srgbClr val="000000"/>
                </a:solidFill>
                <a:latin typeface="Courier New" panose="02070309020205020404" pitchFamily="49" charset="0"/>
              </a:rPr>
              <a:t>myArray.splice</a:t>
            </a:r>
            <a:r>
              <a:rPr kumimoji="1" lang="en-US" altLang="en-US" sz="1800" b="1" kern="0">
                <a:solidFill>
                  <a:srgbClr val="000000"/>
                </a:solidFill>
                <a:latin typeface="Courier New" panose="02070309020205020404" pitchFamily="49" charset="0"/>
              </a:rPr>
              <a:t>(3,3,1,2);</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a:t>
            </a:r>
            <a:r>
              <a:rPr kumimoji="1" lang="en-US" altLang="en-US" sz="1800" b="1" kern="0" err="1">
                <a:solidFill>
                  <a:srgbClr val="000000"/>
                </a:solidFill>
                <a:latin typeface="Courier New" panose="02070309020205020404" pitchFamily="49" charset="0"/>
              </a:rPr>
              <a:t>myArray.splice</a:t>
            </a:r>
            <a:r>
              <a:rPr kumimoji="1" lang="en-US" altLang="en-US" sz="1800" b="1" kern="0">
                <a:solidFill>
                  <a:srgbClr val="000000"/>
                </a:solidFill>
                <a:latin typeface="Courier New" panose="02070309020205020404" pitchFamily="49" charset="0"/>
              </a:rPr>
              <a:t>(3,3,1,2)');</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a:t>
            </a:r>
            <a:r>
              <a:rPr kumimoji="1" lang="en-US" altLang="en-US" sz="1800" b="1" kern="0" err="1">
                <a:solidFill>
                  <a:srgbClr val="000000"/>
                </a:solidFill>
                <a:latin typeface="Courier New" panose="02070309020205020404" pitchFamily="49" charset="0"/>
              </a:rPr>
              <a:t>myArray</a:t>
            </a:r>
            <a:r>
              <a:rPr kumimoji="1" lang="en-US" altLang="en-US" sz="1800" b="1" kern="0">
                <a:solidFill>
                  <a:srgbClr val="000000"/>
                </a:solidFill>
                <a:latin typeface="Courier New" panose="02070309020205020404" pitchFamily="49" charset="0"/>
              </a:rPr>
              <a:t>);</a:t>
            </a:r>
          </a:p>
        </p:txBody>
      </p:sp>
      <p:sp>
        <p:nvSpPr>
          <p:cNvPr id="98" name="Line 22">
            <a:extLst>
              <a:ext uri="{FF2B5EF4-FFF2-40B4-BE49-F238E27FC236}">
                <a16:creationId xmlns:a16="http://schemas.microsoft.com/office/drawing/2014/main" id="{0D787C38-19BB-43F7-A761-5109D4632E79}"/>
              </a:ext>
            </a:extLst>
          </p:cNvPr>
          <p:cNvSpPr>
            <a:spLocks noChangeShapeType="1"/>
          </p:cNvSpPr>
          <p:nvPr/>
        </p:nvSpPr>
        <p:spPr bwMode="auto">
          <a:xfrm>
            <a:off x="7484618" y="3852086"/>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07763" dir="2700000" algn="ctr" rotWithShape="0">
                    <a:schemeClr val="bg2">
                      <a:alpha val="50000"/>
                    </a:schemeClr>
                  </a:outerShdw>
                </a:effectLst>
              </a14:hiddenEffects>
            </a:ext>
          </a:extLst>
        </p:spPr>
        <p:txBody>
          <a:bodyPr wrap="none" lIns="90000" tIns="46800" rIns="90000" bIns="46800">
            <a:spAutoFit/>
          </a:bodyPr>
          <a:lstStyle/>
          <a:p>
            <a:endParaRPr lang="en-CA"/>
          </a:p>
        </p:txBody>
      </p:sp>
      <p:sp>
        <p:nvSpPr>
          <p:cNvPr id="5" name="Slide Number Placeholder 4">
            <a:extLst>
              <a:ext uri="{FF2B5EF4-FFF2-40B4-BE49-F238E27FC236}">
                <a16:creationId xmlns:a16="http://schemas.microsoft.com/office/drawing/2014/main" id="{2AEA7295-52AF-4187-8CEA-E2AAC0F435CD}"/>
              </a:ext>
            </a:extLst>
          </p:cNvPr>
          <p:cNvSpPr>
            <a:spLocks noGrp="1"/>
          </p:cNvSpPr>
          <p:nvPr>
            <p:ph type="sldNum" sz="quarter" idx="12"/>
          </p:nvPr>
        </p:nvSpPr>
        <p:spPr/>
        <p:txBody>
          <a:bodyPr/>
          <a:lstStyle/>
          <a:p>
            <a:fld id="{6B7CECC9-8688-4C14-9F38-24140407CAFB}" type="slidenum">
              <a:rPr lang="en-CA" smtClean="0"/>
              <a:t>26</a:t>
            </a:fld>
            <a:endParaRPr lang="en-CA"/>
          </a:p>
        </p:txBody>
      </p:sp>
    </p:spTree>
    <p:extLst>
      <p:ext uri="{BB962C8B-B14F-4D97-AF65-F5344CB8AC3E}">
        <p14:creationId xmlns:p14="http://schemas.microsoft.com/office/powerpoint/2010/main" val="34857018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E50A4-8FE2-4383-A038-25AE80B5FDC3}"/>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8433B83C-8844-425D-9831-10A196AD760E}"/>
              </a:ext>
            </a:extLst>
          </p:cNvPr>
          <p:cNvSpPr>
            <a:spLocks noGrp="1"/>
          </p:cNvSpPr>
          <p:nvPr>
            <p:ph idx="1"/>
          </p:nvPr>
        </p:nvSpPr>
        <p:spPr/>
        <p:txBody>
          <a:bodyPr/>
          <a:lstStyle/>
          <a:p>
            <a:endParaRPr lang="en-CA"/>
          </a:p>
        </p:txBody>
      </p:sp>
      <p:sp>
        <p:nvSpPr>
          <p:cNvPr id="4" name="Slide Number Placeholder 3">
            <a:extLst>
              <a:ext uri="{FF2B5EF4-FFF2-40B4-BE49-F238E27FC236}">
                <a16:creationId xmlns:a16="http://schemas.microsoft.com/office/drawing/2014/main" id="{AFBD92CD-FED6-4739-98DE-F67799ED08B7}"/>
              </a:ext>
            </a:extLst>
          </p:cNvPr>
          <p:cNvSpPr>
            <a:spLocks noGrp="1"/>
          </p:cNvSpPr>
          <p:nvPr>
            <p:ph type="sldNum" sz="quarter" idx="12"/>
          </p:nvPr>
        </p:nvSpPr>
        <p:spPr/>
        <p:txBody>
          <a:bodyPr/>
          <a:lstStyle/>
          <a:p>
            <a:fld id="{6B7CECC9-8688-4C14-9F38-24140407CAFB}" type="slidenum">
              <a:rPr lang="en-CA" smtClean="0"/>
              <a:t>27</a:t>
            </a:fld>
            <a:endParaRPr lang="en-CA"/>
          </a:p>
        </p:txBody>
      </p:sp>
    </p:spTree>
    <p:extLst>
      <p:ext uri="{BB962C8B-B14F-4D97-AF65-F5344CB8AC3E}">
        <p14:creationId xmlns:p14="http://schemas.microsoft.com/office/powerpoint/2010/main" val="33375792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52CAF-FBFF-4DD7-B37A-E8985AE9B7CC}"/>
              </a:ext>
            </a:extLst>
          </p:cNvPr>
          <p:cNvSpPr>
            <a:spLocks noGrp="1"/>
          </p:cNvSpPr>
          <p:nvPr>
            <p:ph type="title"/>
          </p:nvPr>
        </p:nvSpPr>
        <p:spPr/>
        <p:txBody>
          <a:bodyPr/>
          <a:lstStyle/>
          <a:p>
            <a:r>
              <a:rPr lang="en-CA"/>
              <a:t>The search() Method</a:t>
            </a:r>
          </a:p>
        </p:txBody>
      </p:sp>
      <p:sp>
        <p:nvSpPr>
          <p:cNvPr id="3" name="Content Placeholder 2">
            <a:extLst>
              <a:ext uri="{FF2B5EF4-FFF2-40B4-BE49-F238E27FC236}">
                <a16:creationId xmlns:a16="http://schemas.microsoft.com/office/drawing/2014/main" id="{4CAB88F9-69DC-4D9B-A6CB-B62199833954}"/>
              </a:ext>
            </a:extLst>
          </p:cNvPr>
          <p:cNvSpPr>
            <a:spLocks noGrp="1"/>
          </p:cNvSpPr>
          <p:nvPr>
            <p:ph idx="1"/>
          </p:nvPr>
        </p:nvSpPr>
        <p:spPr/>
        <p:txBody>
          <a:bodyPr/>
          <a:lstStyle/>
          <a:p>
            <a:r>
              <a:rPr lang="en-US"/>
              <a:t>The method is used, if you only need to examine a string to determine if a regular expression pattern is contained within the string</a:t>
            </a:r>
          </a:p>
          <a:p>
            <a:pPr marL="0" indent="0">
              <a:buNone/>
            </a:pPr>
            <a:endParaRPr lang="en-US"/>
          </a:p>
          <a:p>
            <a:pPr lvl="1"/>
            <a:r>
              <a:rPr lang="en-US"/>
              <a:t>The search() method returns </a:t>
            </a:r>
          </a:p>
          <a:p>
            <a:pPr lvl="2"/>
            <a:r>
              <a:rPr lang="en-US"/>
              <a:t>The index position of the first occurrence of the pattern</a:t>
            </a:r>
          </a:p>
          <a:p>
            <a:pPr lvl="2"/>
            <a:r>
              <a:rPr lang="en-US"/>
              <a:t>Or -1 if no match was found</a:t>
            </a:r>
            <a:endParaRPr lang="en-CA"/>
          </a:p>
          <a:p>
            <a:r>
              <a:rPr lang="en-US"/>
              <a:t>The search() method does not perform global searches even if the regular expression has the g flag set</a:t>
            </a:r>
            <a:endParaRPr lang="en-CA"/>
          </a:p>
        </p:txBody>
      </p:sp>
      <p:sp>
        <p:nvSpPr>
          <p:cNvPr id="4" name="Text Box 1033">
            <a:extLst>
              <a:ext uri="{FF2B5EF4-FFF2-40B4-BE49-F238E27FC236}">
                <a16:creationId xmlns:a16="http://schemas.microsoft.com/office/drawing/2014/main" id="{7B74AC39-D5B8-4479-9464-DFAD8E28E567}"/>
              </a:ext>
            </a:extLst>
          </p:cNvPr>
          <p:cNvSpPr txBox="1">
            <a:spLocks noChangeArrowheads="1"/>
          </p:cNvSpPr>
          <p:nvPr/>
        </p:nvSpPr>
        <p:spPr bwMode="auto">
          <a:xfrm>
            <a:off x="2506665" y="3059668"/>
            <a:ext cx="6336990" cy="369332"/>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1" lang="en-US" altLang="en-US" sz="1800" b="1" kern="0">
                <a:solidFill>
                  <a:schemeClr val="tx1"/>
                </a:solidFill>
                <a:latin typeface="Courier New" panose="02070309020205020404" pitchFamily="49" charset="0"/>
              </a:rPr>
              <a:t>let result = </a:t>
            </a:r>
            <a:r>
              <a:rPr kumimoji="1" lang="en-US" altLang="en-US" sz="1800" b="1" kern="0" err="1">
                <a:solidFill>
                  <a:schemeClr val="tx1"/>
                </a:solidFill>
                <a:latin typeface="Courier New" panose="02070309020205020404" pitchFamily="49" charset="0"/>
              </a:rPr>
              <a:t>stringObject.search</a:t>
            </a:r>
            <a:r>
              <a:rPr kumimoji="1" lang="en-US" altLang="en-US" sz="1800" b="1" kern="0">
                <a:solidFill>
                  <a:schemeClr val="tx1"/>
                </a:solidFill>
                <a:latin typeface="Courier New" panose="02070309020205020404" pitchFamily="49" charset="0"/>
              </a:rPr>
              <a:t>(regex);</a:t>
            </a:r>
            <a:endParaRPr kumimoji="1" lang="en-US" altLang="en-US" sz="1800" b="1" i="0" u="none" strike="noStrike" kern="0" cap="none" spc="0" normalizeH="0" baseline="0" noProof="0">
              <a:ln>
                <a:noFill/>
              </a:ln>
              <a:solidFill>
                <a:schemeClr val="tx1"/>
              </a:solidFill>
              <a:effectLst/>
              <a:uLnTx/>
              <a:uFillTx/>
              <a:latin typeface="Courier New" panose="02070309020205020404" pitchFamily="49" charset="0"/>
            </a:endParaRPr>
          </a:p>
        </p:txBody>
      </p:sp>
      <p:sp>
        <p:nvSpPr>
          <p:cNvPr id="5" name="Slide Number Placeholder 4">
            <a:extLst>
              <a:ext uri="{FF2B5EF4-FFF2-40B4-BE49-F238E27FC236}">
                <a16:creationId xmlns:a16="http://schemas.microsoft.com/office/drawing/2014/main" id="{4CC597ED-2D60-47B5-B018-84C8FB000DBD}"/>
              </a:ext>
            </a:extLst>
          </p:cNvPr>
          <p:cNvSpPr>
            <a:spLocks noGrp="1"/>
          </p:cNvSpPr>
          <p:nvPr>
            <p:ph type="sldNum" sz="quarter" idx="12"/>
          </p:nvPr>
        </p:nvSpPr>
        <p:spPr/>
        <p:txBody>
          <a:bodyPr/>
          <a:lstStyle/>
          <a:p>
            <a:fld id="{6B7CECC9-8688-4C14-9F38-24140407CAFB}" type="slidenum">
              <a:rPr lang="en-CA" smtClean="0"/>
              <a:t>28</a:t>
            </a:fld>
            <a:endParaRPr lang="en-CA"/>
          </a:p>
        </p:txBody>
      </p:sp>
    </p:spTree>
    <p:extLst>
      <p:ext uri="{BB962C8B-B14F-4D97-AF65-F5344CB8AC3E}">
        <p14:creationId xmlns:p14="http://schemas.microsoft.com/office/powerpoint/2010/main" val="41428948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9DDCA-995F-4904-9FF9-1581AC9E3637}"/>
              </a:ext>
            </a:extLst>
          </p:cNvPr>
          <p:cNvSpPr>
            <a:spLocks noGrp="1"/>
          </p:cNvSpPr>
          <p:nvPr>
            <p:ph type="title"/>
          </p:nvPr>
        </p:nvSpPr>
        <p:spPr/>
        <p:txBody>
          <a:bodyPr/>
          <a:lstStyle/>
          <a:p>
            <a:r>
              <a:rPr lang="en-CA" dirty="0"/>
              <a:t>The split() method </a:t>
            </a:r>
          </a:p>
        </p:txBody>
      </p:sp>
      <p:sp>
        <p:nvSpPr>
          <p:cNvPr id="3" name="Content Placeholder 2">
            <a:extLst>
              <a:ext uri="{FF2B5EF4-FFF2-40B4-BE49-F238E27FC236}">
                <a16:creationId xmlns:a16="http://schemas.microsoft.com/office/drawing/2014/main" id="{96DE8787-EDD8-486D-B0B5-5783F3B55A4B}"/>
              </a:ext>
            </a:extLst>
          </p:cNvPr>
          <p:cNvSpPr>
            <a:spLocks noGrp="1"/>
          </p:cNvSpPr>
          <p:nvPr>
            <p:ph idx="1"/>
          </p:nvPr>
        </p:nvSpPr>
        <p:spPr/>
        <p:txBody>
          <a:bodyPr/>
          <a:lstStyle/>
          <a:p>
            <a:r>
              <a:rPr lang="en-US"/>
              <a:t>Splits the given string into array of strings by separating it into substrings using a specified separator provided in the argument</a:t>
            </a:r>
          </a:p>
          <a:p>
            <a:r>
              <a:rPr lang="en-US"/>
              <a:t>The Array's split() method takes two arguments</a:t>
            </a:r>
          </a:p>
          <a:p>
            <a:endParaRPr lang="en-US"/>
          </a:p>
          <a:p>
            <a:pPr lvl="1"/>
            <a:endParaRPr lang="en-US"/>
          </a:p>
          <a:p>
            <a:pPr lvl="1"/>
            <a:r>
              <a:rPr lang="en-US"/>
              <a:t>separator - the pattern describing where the split has to take place</a:t>
            </a:r>
          </a:p>
          <a:p>
            <a:pPr lvl="1"/>
            <a:r>
              <a:rPr lang="en-US"/>
              <a:t>limit (optional)  – the maximum number of  splits to be found in the given string</a:t>
            </a:r>
          </a:p>
          <a:p>
            <a:pPr lvl="1"/>
            <a:r>
              <a:rPr lang="en-US"/>
              <a:t>Returns an array of strings that is formed after splitting the given string</a:t>
            </a:r>
          </a:p>
        </p:txBody>
      </p:sp>
      <p:sp>
        <p:nvSpPr>
          <p:cNvPr id="67" name="Text Box 1033">
            <a:extLst>
              <a:ext uri="{FF2B5EF4-FFF2-40B4-BE49-F238E27FC236}">
                <a16:creationId xmlns:a16="http://schemas.microsoft.com/office/drawing/2014/main" id="{9F46F64E-D983-4D29-B304-AAB6C9AC8288}"/>
              </a:ext>
            </a:extLst>
          </p:cNvPr>
          <p:cNvSpPr txBox="1">
            <a:spLocks noChangeArrowheads="1"/>
          </p:cNvSpPr>
          <p:nvPr/>
        </p:nvSpPr>
        <p:spPr bwMode="auto">
          <a:xfrm>
            <a:off x="1898264" y="3429000"/>
            <a:ext cx="8395472" cy="369332"/>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1" lang="en-US" altLang="en-US" sz="1800" b="1" kern="0">
                <a:solidFill>
                  <a:srgbClr val="000000"/>
                </a:solidFill>
                <a:latin typeface="Courier New" panose="02070309020205020404" pitchFamily="49" charset="0"/>
              </a:rPr>
              <a:t>let result = </a:t>
            </a:r>
            <a:r>
              <a:rPr kumimoji="1" lang="en-US" altLang="en-US" sz="1800" b="1" kern="0" err="1">
                <a:solidFill>
                  <a:srgbClr val="000000"/>
                </a:solidFill>
                <a:latin typeface="Courier New" panose="02070309020205020404" pitchFamily="49" charset="0"/>
              </a:rPr>
              <a:t>stringObject.split</a:t>
            </a:r>
            <a:r>
              <a:rPr kumimoji="1" lang="en-US" altLang="en-US" sz="1800" b="1" kern="0">
                <a:solidFill>
                  <a:srgbClr val="000000"/>
                </a:solidFill>
                <a:latin typeface="Courier New" panose="02070309020205020404" pitchFamily="49" charset="0"/>
              </a:rPr>
              <a:t>(separator, limit);  </a:t>
            </a:r>
            <a:endParaRPr kumimoji="1" lang="en-US" altLang="en-US" sz="1800" b="1" i="0" u="none" strike="noStrike" kern="0" cap="none" spc="0" normalizeH="0" baseline="0" noProof="0">
              <a:ln>
                <a:noFill/>
              </a:ln>
              <a:solidFill>
                <a:srgbClr val="000000"/>
              </a:solidFill>
              <a:effectLst/>
              <a:uLnTx/>
              <a:uFillTx/>
              <a:latin typeface="Courier New" panose="02070309020205020404" pitchFamily="49" charset="0"/>
            </a:endParaRPr>
          </a:p>
        </p:txBody>
      </p:sp>
      <p:sp>
        <p:nvSpPr>
          <p:cNvPr id="4" name="Slide Number Placeholder 3">
            <a:extLst>
              <a:ext uri="{FF2B5EF4-FFF2-40B4-BE49-F238E27FC236}">
                <a16:creationId xmlns:a16="http://schemas.microsoft.com/office/drawing/2014/main" id="{EBFE2031-DE8A-42DE-A84D-D85FB88CA30C}"/>
              </a:ext>
            </a:extLst>
          </p:cNvPr>
          <p:cNvSpPr>
            <a:spLocks noGrp="1"/>
          </p:cNvSpPr>
          <p:nvPr>
            <p:ph type="sldNum" sz="quarter" idx="12"/>
          </p:nvPr>
        </p:nvSpPr>
        <p:spPr/>
        <p:txBody>
          <a:bodyPr/>
          <a:lstStyle/>
          <a:p>
            <a:fld id="{6B7CECC9-8688-4C14-9F38-24140407CAFB}" type="slidenum">
              <a:rPr lang="en-CA" smtClean="0"/>
              <a:t>29</a:t>
            </a:fld>
            <a:endParaRPr lang="en-CA"/>
          </a:p>
        </p:txBody>
      </p:sp>
    </p:spTree>
    <p:extLst>
      <p:ext uri="{BB962C8B-B14F-4D97-AF65-F5344CB8AC3E}">
        <p14:creationId xmlns:p14="http://schemas.microsoft.com/office/powerpoint/2010/main" val="1148539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95ED9-4EA2-44BF-8DE2-BDE9EF5A4C81}"/>
              </a:ext>
            </a:extLst>
          </p:cNvPr>
          <p:cNvSpPr>
            <a:spLocks noGrp="1"/>
          </p:cNvSpPr>
          <p:nvPr>
            <p:ph type="title"/>
          </p:nvPr>
        </p:nvSpPr>
        <p:spPr/>
        <p:txBody>
          <a:bodyPr/>
          <a:lstStyle/>
          <a:p>
            <a:r>
              <a:rPr lang="en-CA" dirty="0"/>
              <a:t>The split() method – An Example</a:t>
            </a:r>
          </a:p>
        </p:txBody>
      </p:sp>
      <p:sp>
        <p:nvSpPr>
          <p:cNvPr id="3" name="Content Placeholder 2">
            <a:extLst>
              <a:ext uri="{FF2B5EF4-FFF2-40B4-BE49-F238E27FC236}">
                <a16:creationId xmlns:a16="http://schemas.microsoft.com/office/drawing/2014/main" id="{12F9AF05-9EF6-4A2D-949B-2C0A78EFDE24}"/>
              </a:ext>
            </a:extLst>
          </p:cNvPr>
          <p:cNvSpPr>
            <a:spLocks noGrp="1"/>
          </p:cNvSpPr>
          <p:nvPr>
            <p:ph idx="1"/>
          </p:nvPr>
        </p:nvSpPr>
        <p:spPr/>
        <p:txBody>
          <a:bodyPr/>
          <a:lstStyle/>
          <a:p>
            <a:endParaRPr lang="en-CA"/>
          </a:p>
        </p:txBody>
      </p:sp>
      <p:sp>
        <p:nvSpPr>
          <p:cNvPr id="4" name="Text Box 1033">
            <a:extLst>
              <a:ext uri="{FF2B5EF4-FFF2-40B4-BE49-F238E27FC236}">
                <a16:creationId xmlns:a16="http://schemas.microsoft.com/office/drawing/2014/main" id="{F3700AFA-367A-4319-BA7D-1CC5E478442A}"/>
              </a:ext>
            </a:extLst>
          </p:cNvPr>
          <p:cNvSpPr txBox="1">
            <a:spLocks noChangeArrowheads="1"/>
          </p:cNvSpPr>
          <p:nvPr/>
        </p:nvSpPr>
        <p:spPr bwMode="auto">
          <a:xfrm>
            <a:off x="1932976" y="1929646"/>
            <a:ext cx="8021251" cy="4247317"/>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let </a:t>
            </a:r>
            <a:r>
              <a:rPr kumimoji="1" lang="en-US" altLang="en-US" sz="1800" b="1" kern="0" err="1">
                <a:solidFill>
                  <a:srgbClr val="000000"/>
                </a:solidFill>
                <a:latin typeface="Courier New" panose="02070309020205020404" pitchFamily="49" charset="0"/>
              </a:rPr>
              <a:t>daysOfWeek</a:t>
            </a:r>
            <a:r>
              <a:rPr kumimoji="1" lang="en-US" altLang="en-US" sz="1800" b="1" kern="0">
                <a:solidFill>
                  <a:srgbClr val="000000"/>
                </a:solidFill>
                <a:latin typeface="Courier New" panose="02070309020205020404" pitchFamily="49" charset="0"/>
              </a:rPr>
              <a:t> = `Sun, Mon, Tue, Wed, Thu, Fri ,Sat`;</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let </a:t>
            </a:r>
            <a:r>
              <a:rPr kumimoji="1" lang="en-US" altLang="en-US" sz="1800" b="1" kern="0" err="1">
                <a:solidFill>
                  <a:srgbClr val="000000"/>
                </a:solidFill>
                <a:latin typeface="Courier New" panose="02070309020205020404" pitchFamily="49" charset="0"/>
              </a:rPr>
              <a:t>allDays</a:t>
            </a:r>
            <a:r>
              <a:rPr kumimoji="1" lang="en-US" altLang="en-US" sz="1800" b="1" kern="0">
                <a:solidFill>
                  <a:srgbClr val="000000"/>
                </a:solidFill>
                <a:latin typeface="Courier New" panose="02070309020205020404" pitchFamily="49" charset="0"/>
              </a:rPr>
              <a:t> = </a:t>
            </a:r>
            <a:r>
              <a:rPr kumimoji="1" lang="en-US" altLang="en-US" sz="1800" b="1" kern="0" err="1">
                <a:solidFill>
                  <a:srgbClr val="000000"/>
                </a:solidFill>
                <a:latin typeface="Courier New" panose="02070309020205020404" pitchFamily="49" charset="0"/>
              </a:rPr>
              <a:t>daysOfWeek.split</a:t>
            </a:r>
            <a:r>
              <a:rPr kumimoji="1" lang="en-US" altLang="en-US" sz="1800" b="1" kern="0">
                <a:solidFill>
                  <a:srgbClr val="000000"/>
                </a:solidFill>
                <a:latin typeface="Courier New" panose="02070309020205020404" pitchFamily="49" charset="0"/>
              </a:rPr>
              <a:t>(',');</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a:t>
            </a:r>
            <a:r>
              <a:rPr kumimoji="1" lang="en-US" altLang="en-US" sz="1800" b="1" kern="0" err="1">
                <a:solidFill>
                  <a:srgbClr val="000000"/>
                </a:solidFill>
                <a:latin typeface="Courier New" panose="02070309020205020404" pitchFamily="49" charset="0"/>
              </a:rPr>
              <a:t>allDays</a:t>
            </a:r>
            <a:r>
              <a:rPr kumimoji="1" lang="en-US" altLang="en-US" sz="1800" b="1" kern="0">
                <a:solidFill>
                  <a:srgbClr val="000000"/>
                </a:solidFill>
                <a:latin typeface="Courier New" panose="02070309020205020404" pitchFamily="49" charset="0"/>
              </a:rPr>
              <a:t>[0] = |${</a:t>
            </a:r>
            <a:r>
              <a:rPr kumimoji="1" lang="en-US" altLang="en-US" sz="1800" b="1" kern="0" err="1">
                <a:solidFill>
                  <a:srgbClr val="000000"/>
                </a:solidFill>
                <a:latin typeface="Courier New" panose="02070309020205020404" pitchFamily="49" charset="0"/>
              </a:rPr>
              <a:t>allDays</a:t>
            </a:r>
            <a:r>
              <a:rPr kumimoji="1" lang="en-US" altLang="en-US" sz="1800" b="1" kern="0">
                <a:solidFill>
                  <a:srgbClr val="000000"/>
                </a:solidFill>
                <a:latin typeface="Courier New" panose="02070309020205020404" pitchFamily="49" charset="0"/>
              </a:rPr>
              <a:t>[0]}|`);</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a:t>
            </a:r>
            <a:r>
              <a:rPr kumimoji="1" lang="en-US" altLang="en-US" sz="1800" b="1" kern="0" err="1">
                <a:solidFill>
                  <a:srgbClr val="000000"/>
                </a:solidFill>
                <a:latin typeface="Courier New" panose="02070309020205020404" pitchFamily="49" charset="0"/>
              </a:rPr>
              <a:t>allDays</a:t>
            </a:r>
            <a:r>
              <a:rPr kumimoji="1" lang="en-US" altLang="en-US" sz="1800" b="1" kern="0">
                <a:solidFill>
                  <a:srgbClr val="000000"/>
                </a:solidFill>
                <a:latin typeface="Courier New" panose="02070309020205020404" pitchFamily="49" charset="0"/>
              </a:rPr>
              <a:t>[1] = |${</a:t>
            </a:r>
            <a:r>
              <a:rPr kumimoji="1" lang="en-US" altLang="en-US" sz="1800" b="1" kern="0" err="1">
                <a:solidFill>
                  <a:srgbClr val="000000"/>
                </a:solidFill>
                <a:latin typeface="Courier New" panose="02070309020205020404" pitchFamily="49" charset="0"/>
              </a:rPr>
              <a:t>allDays</a:t>
            </a:r>
            <a:r>
              <a:rPr kumimoji="1" lang="en-US" altLang="en-US" sz="1800" b="1" kern="0">
                <a:solidFill>
                  <a:srgbClr val="000000"/>
                </a:solidFill>
                <a:latin typeface="Courier New" panose="02070309020205020404" pitchFamily="49" charset="0"/>
              </a:rPr>
              <a:t>[1]}|`);</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a:t>
            </a:r>
            <a:r>
              <a:rPr kumimoji="1" lang="en-US" altLang="en-US" sz="1800" b="1" kern="0" err="1">
                <a:solidFill>
                  <a:srgbClr val="000000"/>
                </a:solidFill>
                <a:latin typeface="Courier New" panose="02070309020205020404" pitchFamily="49" charset="0"/>
              </a:rPr>
              <a:t>allDays</a:t>
            </a:r>
            <a:r>
              <a:rPr kumimoji="1" lang="en-US" altLang="en-US" sz="1800" b="1" kern="0">
                <a:solidFill>
                  <a:srgbClr val="000000"/>
                </a:solidFill>
                <a:latin typeface="Courier New" panose="02070309020205020404" pitchFamily="49" charset="0"/>
              </a:rPr>
              <a:t>[1] = |${</a:t>
            </a:r>
            <a:r>
              <a:rPr kumimoji="1" lang="en-US" altLang="en-US" sz="1800" b="1" kern="0" err="1">
                <a:solidFill>
                  <a:srgbClr val="000000"/>
                </a:solidFill>
                <a:latin typeface="Courier New" panose="02070309020205020404" pitchFamily="49" charset="0"/>
              </a:rPr>
              <a:t>allDays</a:t>
            </a:r>
            <a:r>
              <a:rPr kumimoji="1" lang="en-US" altLang="en-US" sz="1800" b="1" kern="0">
                <a:solidFill>
                  <a:srgbClr val="000000"/>
                </a:solidFill>
                <a:latin typeface="Courier New" panose="02070309020205020404" pitchFamily="49" charset="0"/>
              </a:rPr>
              <a:t>[2]}|`);</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a:t>
            </a:r>
            <a:r>
              <a:rPr kumimoji="1" lang="en-US" altLang="en-US" sz="1800" b="1" kern="0" err="1">
                <a:solidFill>
                  <a:srgbClr val="000000"/>
                </a:solidFill>
                <a:latin typeface="Courier New" panose="02070309020205020404" pitchFamily="49" charset="0"/>
              </a:rPr>
              <a:t>allDays</a:t>
            </a:r>
            <a:r>
              <a:rPr kumimoji="1" lang="en-US" altLang="en-US" sz="1800" b="1" kern="0">
                <a:solidFill>
                  <a:srgbClr val="000000"/>
                </a:solidFill>
                <a:latin typeface="Courier New" panose="02070309020205020404" pitchFamily="49" charset="0"/>
              </a:rPr>
              <a:t>[3] = |${</a:t>
            </a:r>
            <a:r>
              <a:rPr kumimoji="1" lang="en-US" altLang="en-US" sz="1800" b="1" kern="0" err="1">
                <a:solidFill>
                  <a:srgbClr val="000000"/>
                </a:solidFill>
                <a:latin typeface="Courier New" panose="02070309020205020404" pitchFamily="49" charset="0"/>
              </a:rPr>
              <a:t>allDays</a:t>
            </a:r>
            <a:r>
              <a:rPr kumimoji="1" lang="en-US" altLang="en-US" sz="1800" b="1" kern="0">
                <a:solidFill>
                  <a:srgbClr val="000000"/>
                </a:solidFill>
                <a:latin typeface="Courier New" panose="02070309020205020404" pitchFamily="49" charset="0"/>
              </a:rPr>
              <a:t>[3]}|`);</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a:t>
            </a:r>
            <a:r>
              <a:rPr kumimoji="1" lang="en-US" altLang="en-US" sz="1800" b="1" kern="0" err="1">
                <a:solidFill>
                  <a:srgbClr val="000000"/>
                </a:solidFill>
                <a:latin typeface="Courier New" panose="02070309020205020404" pitchFamily="49" charset="0"/>
              </a:rPr>
              <a:t>allDays</a:t>
            </a:r>
            <a:r>
              <a:rPr kumimoji="1" lang="en-US" altLang="en-US" sz="1800" b="1" kern="0">
                <a:solidFill>
                  <a:srgbClr val="000000"/>
                </a:solidFill>
                <a:latin typeface="Courier New" panose="02070309020205020404" pitchFamily="49" charset="0"/>
              </a:rPr>
              <a:t>[4] = |${</a:t>
            </a:r>
            <a:r>
              <a:rPr kumimoji="1" lang="en-US" altLang="en-US" sz="1800" b="1" kern="0" err="1">
                <a:solidFill>
                  <a:srgbClr val="000000"/>
                </a:solidFill>
                <a:latin typeface="Courier New" panose="02070309020205020404" pitchFamily="49" charset="0"/>
              </a:rPr>
              <a:t>allDays</a:t>
            </a:r>
            <a:r>
              <a:rPr kumimoji="1" lang="en-US" altLang="en-US" sz="1800" b="1" kern="0">
                <a:solidFill>
                  <a:srgbClr val="000000"/>
                </a:solidFill>
                <a:latin typeface="Courier New" panose="02070309020205020404" pitchFamily="49" charset="0"/>
              </a:rPr>
              <a:t>[4]}|`);</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a:t>
            </a:r>
            <a:r>
              <a:rPr kumimoji="1" lang="en-US" altLang="en-US" sz="1800" b="1" kern="0" err="1">
                <a:solidFill>
                  <a:srgbClr val="000000"/>
                </a:solidFill>
                <a:latin typeface="Courier New" panose="02070309020205020404" pitchFamily="49" charset="0"/>
              </a:rPr>
              <a:t>allDays</a:t>
            </a:r>
            <a:r>
              <a:rPr kumimoji="1" lang="en-US" altLang="en-US" sz="1800" b="1" kern="0">
                <a:solidFill>
                  <a:srgbClr val="000000"/>
                </a:solidFill>
                <a:latin typeface="Courier New" panose="02070309020205020404" pitchFamily="49" charset="0"/>
              </a:rPr>
              <a:t>[5] = |${</a:t>
            </a:r>
            <a:r>
              <a:rPr kumimoji="1" lang="en-US" altLang="en-US" sz="1800" b="1" kern="0" err="1">
                <a:solidFill>
                  <a:srgbClr val="000000"/>
                </a:solidFill>
                <a:latin typeface="Courier New" panose="02070309020205020404" pitchFamily="49" charset="0"/>
              </a:rPr>
              <a:t>allDays</a:t>
            </a:r>
            <a:r>
              <a:rPr kumimoji="1" lang="en-US" altLang="en-US" sz="1800" b="1" kern="0">
                <a:solidFill>
                  <a:srgbClr val="000000"/>
                </a:solidFill>
                <a:latin typeface="Courier New" panose="02070309020205020404" pitchFamily="49" charset="0"/>
              </a:rPr>
              <a:t>[5]}|`);</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a:t>
            </a:r>
            <a:r>
              <a:rPr kumimoji="1" lang="en-US" altLang="en-US" sz="1800" b="1" kern="0" err="1">
                <a:solidFill>
                  <a:srgbClr val="000000"/>
                </a:solidFill>
                <a:latin typeface="Courier New" panose="02070309020205020404" pitchFamily="49" charset="0"/>
              </a:rPr>
              <a:t>allDays</a:t>
            </a:r>
            <a:r>
              <a:rPr kumimoji="1" lang="en-US" altLang="en-US" sz="1800" b="1" kern="0">
                <a:solidFill>
                  <a:srgbClr val="000000"/>
                </a:solidFill>
                <a:latin typeface="Courier New" panose="02070309020205020404" pitchFamily="49" charset="0"/>
              </a:rPr>
              <a:t>[6] = |${</a:t>
            </a:r>
            <a:r>
              <a:rPr kumimoji="1" lang="en-US" altLang="en-US" sz="1800" b="1" kern="0" err="1">
                <a:solidFill>
                  <a:srgbClr val="000000"/>
                </a:solidFill>
                <a:latin typeface="Courier New" panose="02070309020205020404" pitchFamily="49" charset="0"/>
              </a:rPr>
              <a:t>allDays</a:t>
            </a:r>
            <a:r>
              <a:rPr kumimoji="1" lang="en-US" altLang="en-US" sz="1800" b="1" kern="0">
                <a:solidFill>
                  <a:srgbClr val="000000"/>
                </a:solidFill>
                <a:latin typeface="Courier New" panose="02070309020205020404" pitchFamily="49" charset="0"/>
              </a:rPr>
              <a:t>[6]}|`);</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let </a:t>
            </a:r>
            <a:r>
              <a:rPr kumimoji="1" lang="en-US" altLang="en-US" sz="1800" b="1" kern="0" err="1">
                <a:solidFill>
                  <a:srgbClr val="000000"/>
                </a:solidFill>
                <a:latin typeface="Courier New" panose="02070309020205020404" pitchFamily="49" charset="0"/>
              </a:rPr>
              <a:t>twoDays</a:t>
            </a:r>
            <a:r>
              <a:rPr kumimoji="1" lang="en-US" altLang="en-US" sz="1800" b="1" kern="0">
                <a:solidFill>
                  <a:srgbClr val="000000"/>
                </a:solidFill>
                <a:latin typeface="Courier New" panose="02070309020205020404" pitchFamily="49" charset="0"/>
              </a:rPr>
              <a:t> = </a:t>
            </a:r>
            <a:r>
              <a:rPr kumimoji="1" lang="en-US" altLang="en-US" sz="1800" b="1" kern="0" err="1">
                <a:solidFill>
                  <a:srgbClr val="000000"/>
                </a:solidFill>
                <a:latin typeface="Courier New" panose="02070309020205020404" pitchFamily="49" charset="0"/>
              </a:rPr>
              <a:t>daysOfWeek.split</a:t>
            </a:r>
            <a:r>
              <a:rPr kumimoji="1" lang="en-US" altLang="en-US" sz="1800" b="1" kern="0">
                <a:solidFill>
                  <a:srgbClr val="000000"/>
                </a:solidFill>
                <a:latin typeface="Courier New" panose="02070309020205020404" pitchFamily="49" charset="0"/>
              </a:rPr>
              <a:t>(',', 2);</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a:t>
            </a:r>
            <a:r>
              <a:rPr kumimoji="1" lang="en-US" altLang="en-US" sz="1800" b="1" kern="0" err="1">
                <a:solidFill>
                  <a:srgbClr val="000000"/>
                </a:solidFill>
                <a:latin typeface="Courier New" panose="02070309020205020404" pitchFamily="49" charset="0"/>
              </a:rPr>
              <a:t>twoDays</a:t>
            </a:r>
            <a:r>
              <a:rPr kumimoji="1" lang="en-US" altLang="en-US" sz="1800" b="1" kern="0">
                <a:solidFill>
                  <a:srgbClr val="000000"/>
                </a:solidFill>
                <a:latin typeface="Courier New" panose="02070309020205020404" pitchFamily="49" charset="0"/>
              </a:rPr>
              <a:t>[0] = |${</a:t>
            </a:r>
            <a:r>
              <a:rPr kumimoji="1" lang="en-US" altLang="en-US" sz="1800" b="1" kern="0" err="1">
                <a:solidFill>
                  <a:srgbClr val="000000"/>
                </a:solidFill>
                <a:latin typeface="Courier New" panose="02070309020205020404" pitchFamily="49" charset="0"/>
              </a:rPr>
              <a:t>twoDays</a:t>
            </a:r>
            <a:r>
              <a:rPr kumimoji="1" lang="en-US" altLang="en-US" sz="1800" b="1" kern="0">
                <a:solidFill>
                  <a:srgbClr val="000000"/>
                </a:solidFill>
                <a:latin typeface="Courier New" panose="02070309020205020404" pitchFamily="49" charset="0"/>
              </a:rPr>
              <a:t>[0]}|`);</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a:t>
            </a:r>
            <a:r>
              <a:rPr kumimoji="1" lang="en-US" altLang="en-US" sz="1800" b="1" kern="0" err="1">
                <a:solidFill>
                  <a:srgbClr val="000000"/>
                </a:solidFill>
                <a:latin typeface="Courier New" panose="02070309020205020404" pitchFamily="49" charset="0"/>
              </a:rPr>
              <a:t>twoDays</a:t>
            </a:r>
            <a:r>
              <a:rPr kumimoji="1" lang="en-US" altLang="en-US" sz="1800" b="1" kern="0">
                <a:solidFill>
                  <a:srgbClr val="000000"/>
                </a:solidFill>
                <a:latin typeface="Courier New" panose="02070309020205020404" pitchFamily="49" charset="0"/>
              </a:rPr>
              <a:t>[1] = |${</a:t>
            </a:r>
            <a:r>
              <a:rPr kumimoji="1" lang="en-US" altLang="en-US" sz="1800" b="1" kern="0" err="1">
                <a:solidFill>
                  <a:srgbClr val="000000"/>
                </a:solidFill>
                <a:latin typeface="Courier New" panose="02070309020205020404" pitchFamily="49" charset="0"/>
              </a:rPr>
              <a:t>twoDays</a:t>
            </a:r>
            <a:r>
              <a:rPr kumimoji="1" lang="en-US" altLang="en-US" sz="1800" b="1" kern="0">
                <a:solidFill>
                  <a:srgbClr val="000000"/>
                </a:solidFill>
                <a:latin typeface="Courier New" panose="02070309020205020404" pitchFamily="49" charset="0"/>
              </a:rPr>
              <a:t>[1]}|`);</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a:t>
            </a:r>
            <a:r>
              <a:rPr kumimoji="1" lang="en-US" altLang="en-US" sz="1800" b="1" kern="0" err="1">
                <a:solidFill>
                  <a:srgbClr val="000000"/>
                </a:solidFill>
                <a:latin typeface="Courier New" panose="02070309020205020404" pitchFamily="49" charset="0"/>
              </a:rPr>
              <a:t>twoDays</a:t>
            </a:r>
            <a:r>
              <a:rPr kumimoji="1" lang="en-US" altLang="en-US" sz="1800" b="1" kern="0">
                <a:solidFill>
                  <a:srgbClr val="000000"/>
                </a:solidFill>
                <a:latin typeface="Courier New" panose="02070309020205020404" pitchFamily="49" charset="0"/>
              </a:rPr>
              <a:t>[2] = |${</a:t>
            </a:r>
            <a:r>
              <a:rPr kumimoji="1" lang="en-US" altLang="en-US" sz="1800" b="1" kern="0" err="1">
                <a:solidFill>
                  <a:srgbClr val="000000"/>
                </a:solidFill>
                <a:latin typeface="Courier New" panose="02070309020205020404" pitchFamily="49" charset="0"/>
              </a:rPr>
              <a:t>twoDays</a:t>
            </a:r>
            <a:r>
              <a:rPr kumimoji="1" lang="en-US" altLang="en-US" sz="1800" b="1" kern="0">
                <a:solidFill>
                  <a:srgbClr val="000000"/>
                </a:solidFill>
                <a:latin typeface="Courier New" panose="02070309020205020404" pitchFamily="49" charset="0"/>
              </a:rPr>
              <a:t>[2]}|`);</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let days = </a:t>
            </a:r>
            <a:r>
              <a:rPr kumimoji="1" lang="en-US" altLang="en-US" sz="1800" b="1" kern="0" err="1">
                <a:solidFill>
                  <a:srgbClr val="000000"/>
                </a:solidFill>
                <a:latin typeface="Courier New" panose="02070309020205020404" pitchFamily="49" charset="0"/>
              </a:rPr>
              <a:t>daysOfWeek.split</a:t>
            </a:r>
            <a:r>
              <a:rPr kumimoji="1" lang="en-US" altLang="en-US" sz="1800" b="1" kern="0">
                <a:solidFill>
                  <a:srgbClr val="000000"/>
                </a:solidFill>
                <a:latin typeface="Courier New" panose="02070309020205020404" pitchFamily="49" charset="0"/>
              </a:rPr>
              <a:t>('|');</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console.log(`days[0] = |${days[0]}|`);</a:t>
            </a:r>
          </a:p>
        </p:txBody>
      </p:sp>
      <p:sp>
        <p:nvSpPr>
          <p:cNvPr id="7" name="Arrow: Left 6">
            <a:extLst>
              <a:ext uri="{FF2B5EF4-FFF2-40B4-BE49-F238E27FC236}">
                <a16:creationId xmlns:a16="http://schemas.microsoft.com/office/drawing/2014/main" id="{ADBD8914-5C83-4E5D-A91F-9CE456BD5757}"/>
              </a:ext>
            </a:extLst>
          </p:cNvPr>
          <p:cNvSpPr/>
          <p:nvPr/>
        </p:nvSpPr>
        <p:spPr>
          <a:xfrm>
            <a:off x="8049702" y="5263203"/>
            <a:ext cx="516249"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TextBox 7">
            <a:extLst>
              <a:ext uri="{FF2B5EF4-FFF2-40B4-BE49-F238E27FC236}">
                <a16:creationId xmlns:a16="http://schemas.microsoft.com/office/drawing/2014/main" id="{E20D787A-92C3-40F6-AB67-E9535DE09AB6}"/>
              </a:ext>
            </a:extLst>
          </p:cNvPr>
          <p:cNvSpPr txBox="1"/>
          <p:nvPr/>
        </p:nvSpPr>
        <p:spPr>
          <a:xfrm>
            <a:off x="8615760" y="5199341"/>
            <a:ext cx="473305" cy="369332"/>
          </a:xfrm>
          <a:prstGeom prst="rect">
            <a:avLst/>
          </a:prstGeom>
          <a:noFill/>
        </p:spPr>
        <p:txBody>
          <a:bodyPr wrap="square" rtlCol="0">
            <a:spAutoFit/>
          </a:bodyPr>
          <a:lstStyle/>
          <a:p>
            <a:r>
              <a:rPr lang="en-CA" b="1">
                <a:solidFill>
                  <a:srgbClr val="FF0000"/>
                </a:solidFill>
              </a:rPr>
              <a:t>1</a:t>
            </a:r>
          </a:p>
        </p:txBody>
      </p:sp>
      <p:sp>
        <p:nvSpPr>
          <p:cNvPr id="9" name="Arrow: Left 8">
            <a:extLst>
              <a:ext uri="{FF2B5EF4-FFF2-40B4-BE49-F238E27FC236}">
                <a16:creationId xmlns:a16="http://schemas.microsoft.com/office/drawing/2014/main" id="{1FB9921C-FACF-4CE4-944C-9A4D2ADD5DC5}"/>
              </a:ext>
            </a:extLst>
          </p:cNvPr>
          <p:cNvSpPr/>
          <p:nvPr/>
        </p:nvSpPr>
        <p:spPr>
          <a:xfrm>
            <a:off x="7293293" y="5871493"/>
            <a:ext cx="516249"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TextBox 9">
            <a:extLst>
              <a:ext uri="{FF2B5EF4-FFF2-40B4-BE49-F238E27FC236}">
                <a16:creationId xmlns:a16="http://schemas.microsoft.com/office/drawing/2014/main" id="{6668DA96-9881-4FE3-8184-DB71F5D886AB}"/>
              </a:ext>
            </a:extLst>
          </p:cNvPr>
          <p:cNvSpPr txBox="1"/>
          <p:nvPr/>
        </p:nvSpPr>
        <p:spPr>
          <a:xfrm>
            <a:off x="7859351" y="5807631"/>
            <a:ext cx="473305" cy="369332"/>
          </a:xfrm>
          <a:prstGeom prst="rect">
            <a:avLst/>
          </a:prstGeom>
          <a:noFill/>
        </p:spPr>
        <p:txBody>
          <a:bodyPr wrap="square" rtlCol="0">
            <a:spAutoFit/>
          </a:bodyPr>
          <a:lstStyle/>
          <a:p>
            <a:r>
              <a:rPr lang="en-CA" b="1">
                <a:solidFill>
                  <a:srgbClr val="FF0000"/>
                </a:solidFill>
              </a:rPr>
              <a:t>2</a:t>
            </a:r>
          </a:p>
        </p:txBody>
      </p:sp>
      <p:sp>
        <p:nvSpPr>
          <p:cNvPr id="5" name="Slide Number Placeholder 4">
            <a:extLst>
              <a:ext uri="{FF2B5EF4-FFF2-40B4-BE49-F238E27FC236}">
                <a16:creationId xmlns:a16="http://schemas.microsoft.com/office/drawing/2014/main" id="{19437C3E-35AD-4583-90C2-6CF9350C6217}"/>
              </a:ext>
            </a:extLst>
          </p:cNvPr>
          <p:cNvSpPr>
            <a:spLocks noGrp="1"/>
          </p:cNvSpPr>
          <p:nvPr>
            <p:ph type="sldNum" sz="quarter" idx="12"/>
          </p:nvPr>
        </p:nvSpPr>
        <p:spPr/>
        <p:txBody>
          <a:bodyPr/>
          <a:lstStyle/>
          <a:p>
            <a:fld id="{6B7CECC9-8688-4C14-9F38-24140407CAFB}" type="slidenum">
              <a:rPr lang="en-CA" smtClean="0"/>
              <a:t>30</a:t>
            </a:fld>
            <a:endParaRPr lang="en-CA"/>
          </a:p>
        </p:txBody>
      </p:sp>
    </p:spTree>
    <p:extLst>
      <p:ext uri="{BB962C8B-B14F-4D97-AF65-F5344CB8AC3E}">
        <p14:creationId xmlns:p14="http://schemas.microsoft.com/office/powerpoint/2010/main" val="10054877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9DDCA-995F-4904-9FF9-1581AC9E3637}"/>
              </a:ext>
            </a:extLst>
          </p:cNvPr>
          <p:cNvSpPr>
            <a:spLocks noGrp="1"/>
          </p:cNvSpPr>
          <p:nvPr>
            <p:ph type="title"/>
          </p:nvPr>
        </p:nvSpPr>
        <p:spPr/>
        <p:txBody>
          <a:bodyPr/>
          <a:lstStyle/>
          <a:p>
            <a:r>
              <a:rPr lang="en-CA" dirty="0"/>
              <a:t>The split() method </a:t>
            </a:r>
          </a:p>
        </p:txBody>
      </p:sp>
      <p:sp>
        <p:nvSpPr>
          <p:cNvPr id="3" name="Content Placeholder 2">
            <a:extLst>
              <a:ext uri="{FF2B5EF4-FFF2-40B4-BE49-F238E27FC236}">
                <a16:creationId xmlns:a16="http://schemas.microsoft.com/office/drawing/2014/main" id="{96DE8787-EDD8-486D-B0B5-5783F3B55A4B}"/>
              </a:ext>
            </a:extLst>
          </p:cNvPr>
          <p:cNvSpPr>
            <a:spLocks noGrp="1"/>
          </p:cNvSpPr>
          <p:nvPr>
            <p:ph idx="1"/>
          </p:nvPr>
        </p:nvSpPr>
        <p:spPr/>
        <p:txBody>
          <a:bodyPr/>
          <a:lstStyle/>
          <a:p>
            <a:r>
              <a:rPr lang="en-US"/>
              <a:t>Splits the given string into array of strings by separating it into substrings using a specified separator provided in the argument</a:t>
            </a:r>
          </a:p>
          <a:p>
            <a:r>
              <a:rPr lang="en-US"/>
              <a:t>The Array's split() method takes two arguments</a:t>
            </a:r>
          </a:p>
          <a:p>
            <a:endParaRPr lang="en-US"/>
          </a:p>
          <a:p>
            <a:pPr lvl="1"/>
            <a:endParaRPr lang="en-US"/>
          </a:p>
          <a:p>
            <a:pPr lvl="1"/>
            <a:r>
              <a:rPr lang="en-US"/>
              <a:t>separator - the pattern describing where the split has to take place</a:t>
            </a:r>
          </a:p>
          <a:p>
            <a:pPr lvl="1"/>
            <a:r>
              <a:rPr lang="en-US"/>
              <a:t>limit (optional)  – the maximum number of  splits to be found in the given string</a:t>
            </a:r>
          </a:p>
          <a:p>
            <a:pPr lvl="1"/>
            <a:r>
              <a:rPr lang="en-US"/>
              <a:t>Returns an array of strings that is formed after splitting the given string</a:t>
            </a:r>
          </a:p>
        </p:txBody>
      </p:sp>
      <p:sp>
        <p:nvSpPr>
          <p:cNvPr id="67" name="Text Box 1033">
            <a:extLst>
              <a:ext uri="{FF2B5EF4-FFF2-40B4-BE49-F238E27FC236}">
                <a16:creationId xmlns:a16="http://schemas.microsoft.com/office/drawing/2014/main" id="{9F46F64E-D983-4D29-B304-AAB6C9AC8288}"/>
              </a:ext>
            </a:extLst>
          </p:cNvPr>
          <p:cNvSpPr txBox="1">
            <a:spLocks noChangeArrowheads="1"/>
          </p:cNvSpPr>
          <p:nvPr/>
        </p:nvSpPr>
        <p:spPr bwMode="auto">
          <a:xfrm>
            <a:off x="1898264" y="3429000"/>
            <a:ext cx="8395472" cy="369332"/>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1" lang="en-US" altLang="en-US" sz="1800" b="1" kern="0">
                <a:solidFill>
                  <a:srgbClr val="000000"/>
                </a:solidFill>
                <a:latin typeface="Courier New" panose="02070309020205020404" pitchFamily="49" charset="0"/>
              </a:rPr>
              <a:t>let result = </a:t>
            </a:r>
            <a:r>
              <a:rPr kumimoji="1" lang="en-US" altLang="en-US" sz="1800" b="1" kern="0" err="1">
                <a:solidFill>
                  <a:srgbClr val="000000"/>
                </a:solidFill>
                <a:latin typeface="Courier New" panose="02070309020205020404" pitchFamily="49" charset="0"/>
              </a:rPr>
              <a:t>stringObject.split</a:t>
            </a:r>
            <a:r>
              <a:rPr kumimoji="1" lang="en-US" altLang="en-US" sz="1800" b="1" kern="0">
                <a:solidFill>
                  <a:srgbClr val="000000"/>
                </a:solidFill>
                <a:latin typeface="Courier New" panose="02070309020205020404" pitchFamily="49" charset="0"/>
              </a:rPr>
              <a:t>(separator, limit);  </a:t>
            </a:r>
            <a:endParaRPr kumimoji="1" lang="en-US" altLang="en-US" sz="1800" b="1" i="0" u="none" strike="noStrike" kern="0" cap="none" spc="0" normalizeH="0" baseline="0" noProof="0">
              <a:ln>
                <a:noFill/>
              </a:ln>
              <a:solidFill>
                <a:srgbClr val="000000"/>
              </a:solidFill>
              <a:effectLst/>
              <a:uLnTx/>
              <a:uFillTx/>
              <a:latin typeface="Courier New" panose="02070309020205020404" pitchFamily="49" charset="0"/>
            </a:endParaRPr>
          </a:p>
        </p:txBody>
      </p:sp>
      <p:sp>
        <p:nvSpPr>
          <p:cNvPr id="4" name="Slide Number Placeholder 3">
            <a:extLst>
              <a:ext uri="{FF2B5EF4-FFF2-40B4-BE49-F238E27FC236}">
                <a16:creationId xmlns:a16="http://schemas.microsoft.com/office/drawing/2014/main" id="{EBFE2031-DE8A-42DE-A84D-D85FB88CA30C}"/>
              </a:ext>
            </a:extLst>
          </p:cNvPr>
          <p:cNvSpPr>
            <a:spLocks noGrp="1"/>
          </p:cNvSpPr>
          <p:nvPr>
            <p:ph type="sldNum" sz="quarter" idx="12"/>
          </p:nvPr>
        </p:nvSpPr>
        <p:spPr/>
        <p:txBody>
          <a:bodyPr/>
          <a:lstStyle/>
          <a:p>
            <a:fld id="{6B7CECC9-8688-4C14-9F38-24140407CAFB}" type="slidenum">
              <a:rPr lang="en-CA" smtClean="0"/>
              <a:t>31</a:t>
            </a:fld>
            <a:endParaRPr lang="en-CA"/>
          </a:p>
        </p:txBody>
      </p:sp>
    </p:spTree>
    <p:extLst>
      <p:ext uri="{BB962C8B-B14F-4D97-AF65-F5344CB8AC3E}">
        <p14:creationId xmlns:p14="http://schemas.microsoft.com/office/powerpoint/2010/main" val="5913618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95ED9-4EA2-44BF-8DE2-BDE9EF5A4C81}"/>
              </a:ext>
            </a:extLst>
          </p:cNvPr>
          <p:cNvSpPr>
            <a:spLocks noGrp="1"/>
          </p:cNvSpPr>
          <p:nvPr>
            <p:ph type="title"/>
          </p:nvPr>
        </p:nvSpPr>
        <p:spPr/>
        <p:txBody>
          <a:bodyPr/>
          <a:lstStyle/>
          <a:p>
            <a:r>
              <a:rPr lang="en-CA" dirty="0"/>
              <a:t>The split() method – An Example</a:t>
            </a:r>
          </a:p>
        </p:txBody>
      </p:sp>
      <p:sp>
        <p:nvSpPr>
          <p:cNvPr id="3" name="Content Placeholder 2">
            <a:extLst>
              <a:ext uri="{FF2B5EF4-FFF2-40B4-BE49-F238E27FC236}">
                <a16:creationId xmlns:a16="http://schemas.microsoft.com/office/drawing/2014/main" id="{12F9AF05-9EF6-4A2D-949B-2C0A78EFDE24}"/>
              </a:ext>
            </a:extLst>
          </p:cNvPr>
          <p:cNvSpPr>
            <a:spLocks noGrp="1"/>
          </p:cNvSpPr>
          <p:nvPr>
            <p:ph idx="1"/>
          </p:nvPr>
        </p:nvSpPr>
        <p:spPr/>
        <p:txBody>
          <a:bodyPr/>
          <a:lstStyle/>
          <a:p>
            <a:endParaRPr lang="en-CA"/>
          </a:p>
        </p:txBody>
      </p:sp>
      <p:sp>
        <p:nvSpPr>
          <p:cNvPr id="4" name="Text Box 1033">
            <a:extLst>
              <a:ext uri="{FF2B5EF4-FFF2-40B4-BE49-F238E27FC236}">
                <a16:creationId xmlns:a16="http://schemas.microsoft.com/office/drawing/2014/main" id="{F3700AFA-367A-4319-BA7D-1CC5E478442A}"/>
              </a:ext>
            </a:extLst>
          </p:cNvPr>
          <p:cNvSpPr txBox="1">
            <a:spLocks noChangeArrowheads="1"/>
          </p:cNvSpPr>
          <p:nvPr/>
        </p:nvSpPr>
        <p:spPr bwMode="auto">
          <a:xfrm>
            <a:off x="1932976" y="1929646"/>
            <a:ext cx="8021251" cy="4247317"/>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let </a:t>
            </a:r>
            <a:r>
              <a:rPr kumimoji="1" lang="en-US" altLang="en-US" sz="1800" b="1" kern="0" err="1">
                <a:solidFill>
                  <a:srgbClr val="000000"/>
                </a:solidFill>
                <a:latin typeface="Courier New" panose="02070309020205020404" pitchFamily="49" charset="0"/>
              </a:rPr>
              <a:t>daysOfWeek</a:t>
            </a:r>
            <a:r>
              <a:rPr kumimoji="1" lang="en-US" altLang="en-US" sz="1800" b="1" kern="0">
                <a:solidFill>
                  <a:srgbClr val="000000"/>
                </a:solidFill>
                <a:latin typeface="Courier New" panose="02070309020205020404" pitchFamily="49" charset="0"/>
              </a:rPr>
              <a:t> = `Sun, Mon, Tue, Wed, Thu, Fri ,Sat`;</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let </a:t>
            </a:r>
            <a:r>
              <a:rPr kumimoji="1" lang="en-US" altLang="en-US" sz="1800" b="1" kern="0" err="1">
                <a:solidFill>
                  <a:srgbClr val="000000"/>
                </a:solidFill>
                <a:latin typeface="Courier New" panose="02070309020205020404" pitchFamily="49" charset="0"/>
              </a:rPr>
              <a:t>allDays</a:t>
            </a:r>
            <a:r>
              <a:rPr kumimoji="1" lang="en-US" altLang="en-US" sz="1800" b="1" kern="0">
                <a:solidFill>
                  <a:srgbClr val="000000"/>
                </a:solidFill>
                <a:latin typeface="Courier New" panose="02070309020205020404" pitchFamily="49" charset="0"/>
              </a:rPr>
              <a:t> = </a:t>
            </a:r>
            <a:r>
              <a:rPr kumimoji="1" lang="en-US" altLang="en-US" sz="1800" b="1" kern="0" err="1">
                <a:solidFill>
                  <a:srgbClr val="000000"/>
                </a:solidFill>
                <a:latin typeface="Courier New" panose="02070309020205020404" pitchFamily="49" charset="0"/>
              </a:rPr>
              <a:t>daysOfWeek.split</a:t>
            </a:r>
            <a:r>
              <a:rPr kumimoji="1" lang="en-US" altLang="en-US" sz="1800" b="1" kern="0">
                <a:solidFill>
                  <a:srgbClr val="000000"/>
                </a:solidFill>
                <a:latin typeface="Courier New" panose="02070309020205020404" pitchFamily="49" charset="0"/>
              </a:rPr>
              <a:t>(',');</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a:t>
            </a:r>
            <a:r>
              <a:rPr kumimoji="1" lang="en-US" altLang="en-US" sz="1800" b="1" kern="0" err="1">
                <a:solidFill>
                  <a:srgbClr val="000000"/>
                </a:solidFill>
                <a:latin typeface="Courier New" panose="02070309020205020404" pitchFamily="49" charset="0"/>
              </a:rPr>
              <a:t>allDays</a:t>
            </a:r>
            <a:r>
              <a:rPr kumimoji="1" lang="en-US" altLang="en-US" sz="1800" b="1" kern="0">
                <a:solidFill>
                  <a:srgbClr val="000000"/>
                </a:solidFill>
                <a:latin typeface="Courier New" panose="02070309020205020404" pitchFamily="49" charset="0"/>
              </a:rPr>
              <a:t>[0] = |${</a:t>
            </a:r>
            <a:r>
              <a:rPr kumimoji="1" lang="en-US" altLang="en-US" sz="1800" b="1" kern="0" err="1">
                <a:solidFill>
                  <a:srgbClr val="000000"/>
                </a:solidFill>
                <a:latin typeface="Courier New" panose="02070309020205020404" pitchFamily="49" charset="0"/>
              </a:rPr>
              <a:t>allDays</a:t>
            </a:r>
            <a:r>
              <a:rPr kumimoji="1" lang="en-US" altLang="en-US" sz="1800" b="1" kern="0">
                <a:solidFill>
                  <a:srgbClr val="000000"/>
                </a:solidFill>
                <a:latin typeface="Courier New" panose="02070309020205020404" pitchFamily="49" charset="0"/>
              </a:rPr>
              <a:t>[0]}|`);</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a:t>
            </a:r>
            <a:r>
              <a:rPr kumimoji="1" lang="en-US" altLang="en-US" sz="1800" b="1" kern="0" err="1">
                <a:solidFill>
                  <a:srgbClr val="000000"/>
                </a:solidFill>
                <a:latin typeface="Courier New" panose="02070309020205020404" pitchFamily="49" charset="0"/>
              </a:rPr>
              <a:t>allDays</a:t>
            </a:r>
            <a:r>
              <a:rPr kumimoji="1" lang="en-US" altLang="en-US" sz="1800" b="1" kern="0">
                <a:solidFill>
                  <a:srgbClr val="000000"/>
                </a:solidFill>
                <a:latin typeface="Courier New" panose="02070309020205020404" pitchFamily="49" charset="0"/>
              </a:rPr>
              <a:t>[1] = |${</a:t>
            </a:r>
            <a:r>
              <a:rPr kumimoji="1" lang="en-US" altLang="en-US" sz="1800" b="1" kern="0" err="1">
                <a:solidFill>
                  <a:srgbClr val="000000"/>
                </a:solidFill>
                <a:latin typeface="Courier New" panose="02070309020205020404" pitchFamily="49" charset="0"/>
              </a:rPr>
              <a:t>allDays</a:t>
            </a:r>
            <a:r>
              <a:rPr kumimoji="1" lang="en-US" altLang="en-US" sz="1800" b="1" kern="0">
                <a:solidFill>
                  <a:srgbClr val="000000"/>
                </a:solidFill>
                <a:latin typeface="Courier New" panose="02070309020205020404" pitchFamily="49" charset="0"/>
              </a:rPr>
              <a:t>[1]}|`);</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a:t>
            </a:r>
            <a:r>
              <a:rPr kumimoji="1" lang="en-US" altLang="en-US" sz="1800" b="1" kern="0" err="1">
                <a:solidFill>
                  <a:srgbClr val="000000"/>
                </a:solidFill>
                <a:latin typeface="Courier New" panose="02070309020205020404" pitchFamily="49" charset="0"/>
              </a:rPr>
              <a:t>allDays</a:t>
            </a:r>
            <a:r>
              <a:rPr kumimoji="1" lang="en-US" altLang="en-US" sz="1800" b="1" kern="0">
                <a:solidFill>
                  <a:srgbClr val="000000"/>
                </a:solidFill>
                <a:latin typeface="Courier New" panose="02070309020205020404" pitchFamily="49" charset="0"/>
              </a:rPr>
              <a:t>[1] = |${</a:t>
            </a:r>
            <a:r>
              <a:rPr kumimoji="1" lang="en-US" altLang="en-US" sz="1800" b="1" kern="0" err="1">
                <a:solidFill>
                  <a:srgbClr val="000000"/>
                </a:solidFill>
                <a:latin typeface="Courier New" panose="02070309020205020404" pitchFamily="49" charset="0"/>
              </a:rPr>
              <a:t>allDays</a:t>
            </a:r>
            <a:r>
              <a:rPr kumimoji="1" lang="en-US" altLang="en-US" sz="1800" b="1" kern="0">
                <a:solidFill>
                  <a:srgbClr val="000000"/>
                </a:solidFill>
                <a:latin typeface="Courier New" panose="02070309020205020404" pitchFamily="49" charset="0"/>
              </a:rPr>
              <a:t>[2]}|`);</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a:t>
            </a:r>
            <a:r>
              <a:rPr kumimoji="1" lang="en-US" altLang="en-US" sz="1800" b="1" kern="0" err="1">
                <a:solidFill>
                  <a:srgbClr val="000000"/>
                </a:solidFill>
                <a:latin typeface="Courier New" panose="02070309020205020404" pitchFamily="49" charset="0"/>
              </a:rPr>
              <a:t>allDays</a:t>
            </a:r>
            <a:r>
              <a:rPr kumimoji="1" lang="en-US" altLang="en-US" sz="1800" b="1" kern="0">
                <a:solidFill>
                  <a:srgbClr val="000000"/>
                </a:solidFill>
                <a:latin typeface="Courier New" panose="02070309020205020404" pitchFamily="49" charset="0"/>
              </a:rPr>
              <a:t>[3] = |${</a:t>
            </a:r>
            <a:r>
              <a:rPr kumimoji="1" lang="en-US" altLang="en-US" sz="1800" b="1" kern="0" err="1">
                <a:solidFill>
                  <a:srgbClr val="000000"/>
                </a:solidFill>
                <a:latin typeface="Courier New" panose="02070309020205020404" pitchFamily="49" charset="0"/>
              </a:rPr>
              <a:t>allDays</a:t>
            </a:r>
            <a:r>
              <a:rPr kumimoji="1" lang="en-US" altLang="en-US" sz="1800" b="1" kern="0">
                <a:solidFill>
                  <a:srgbClr val="000000"/>
                </a:solidFill>
                <a:latin typeface="Courier New" panose="02070309020205020404" pitchFamily="49" charset="0"/>
              </a:rPr>
              <a:t>[3]}|`);</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a:t>
            </a:r>
            <a:r>
              <a:rPr kumimoji="1" lang="en-US" altLang="en-US" sz="1800" b="1" kern="0" err="1">
                <a:solidFill>
                  <a:srgbClr val="000000"/>
                </a:solidFill>
                <a:latin typeface="Courier New" panose="02070309020205020404" pitchFamily="49" charset="0"/>
              </a:rPr>
              <a:t>allDays</a:t>
            </a:r>
            <a:r>
              <a:rPr kumimoji="1" lang="en-US" altLang="en-US" sz="1800" b="1" kern="0">
                <a:solidFill>
                  <a:srgbClr val="000000"/>
                </a:solidFill>
                <a:latin typeface="Courier New" panose="02070309020205020404" pitchFamily="49" charset="0"/>
              </a:rPr>
              <a:t>[4] = |${</a:t>
            </a:r>
            <a:r>
              <a:rPr kumimoji="1" lang="en-US" altLang="en-US" sz="1800" b="1" kern="0" err="1">
                <a:solidFill>
                  <a:srgbClr val="000000"/>
                </a:solidFill>
                <a:latin typeface="Courier New" panose="02070309020205020404" pitchFamily="49" charset="0"/>
              </a:rPr>
              <a:t>allDays</a:t>
            </a:r>
            <a:r>
              <a:rPr kumimoji="1" lang="en-US" altLang="en-US" sz="1800" b="1" kern="0">
                <a:solidFill>
                  <a:srgbClr val="000000"/>
                </a:solidFill>
                <a:latin typeface="Courier New" panose="02070309020205020404" pitchFamily="49" charset="0"/>
              </a:rPr>
              <a:t>[4]}|`);</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a:t>
            </a:r>
            <a:r>
              <a:rPr kumimoji="1" lang="en-US" altLang="en-US" sz="1800" b="1" kern="0" err="1">
                <a:solidFill>
                  <a:srgbClr val="000000"/>
                </a:solidFill>
                <a:latin typeface="Courier New" panose="02070309020205020404" pitchFamily="49" charset="0"/>
              </a:rPr>
              <a:t>allDays</a:t>
            </a:r>
            <a:r>
              <a:rPr kumimoji="1" lang="en-US" altLang="en-US" sz="1800" b="1" kern="0">
                <a:solidFill>
                  <a:srgbClr val="000000"/>
                </a:solidFill>
                <a:latin typeface="Courier New" panose="02070309020205020404" pitchFamily="49" charset="0"/>
              </a:rPr>
              <a:t>[5] = |${</a:t>
            </a:r>
            <a:r>
              <a:rPr kumimoji="1" lang="en-US" altLang="en-US" sz="1800" b="1" kern="0" err="1">
                <a:solidFill>
                  <a:srgbClr val="000000"/>
                </a:solidFill>
                <a:latin typeface="Courier New" panose="02070309020205020404" pitchFamily="49" charset="0"/>
              </a:rPr>
              <a:t>allDays</a:t>
            </a:r>
            <a:r>
              <a:rPr kumimoji="1" lang="en-US" altLang="en-US" sz="1800" b="1" kern="0">
                <a:solidFill>
                  <a:srgbClr val="000000"/>
                </a:solidFill>
                <a:latin typeface="Courier New" panose="02070309020205020404" pitchFamily="49" charset="0"/>
              </a:rPr>
              <a:t>[5]}|`);</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a:t>
            </a:r>
            <a:r>
              <a:rPr kumimoji="1" lang="en-US" altLang="en-US" sz="1800" b="1" kern="0" err="1">
                <a:solidFill>
                  <a:srgbClr val="000000"/>
                </a:solidFill>
                <a:latin typeface="Courier New" panose="02070309020205020404" pitchFamily="49" charset="0"/>
              </a:rPr>
              <a:t>allDays</a:t>
            </a:r>
            <a:r>
              <a:rPr kumimoji="1" lang="en-US" altLang="en-US" sz="1800" b="1" kern="0">
                <a:solidFill>
                  <a:srgbClr val="000000"/>
                </a:solidFill>
                <a:latin typeface="Courier New" panose="02070309020205020404" pitchFamily="49" charset="0"/>
              </a:rPr>
              <a:t>[6] = |${</a:t>
            </a:r>
            <a:r>
              <a:rPr kumimoji="1" lang="en-US" altLang="en-US" sz="1800" b="1" kern="0" err="1">
                <a:solidFill>
                  <a:srgbClr val="000000"/>
                </a:solidFill>
                <a:latin typeface="Courier New" panose="02070309020205020404" pitchFamily="49" charset="0"/>
              </a:rPr>
              <a:t>allDays</a:t>
            </a:r>
            <a:r>
              <a:rPr kumimoji="1" lang="en-US" altLang="en-US" sz="1800" b="1" kern="0">
                <a:solidFill>
                  <a:srgbClr val="000000"/>
                </a:solidFill>
                <a:latin typeface="Courier New" panose="02070309020205020404" pitchFamily="49" charset="0"/>
              </a:rPr>
              <a:t>[6]}|`);</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let </a:t>
            </a:r>
            <a:r>
              <a:rPr kumimoji="1" lang="en-US" altLang="en-US" sz="1800" b="1" kern="0" err="1">
                <a:solidFill>
                  <a:srgbClr val="000000"/>
                </a:solidFill>
                <a:latin typeface="Courier New" panose="02070309020205020404" pitchFamily="49" charset="0"/>
              </a:rPr>
              <a:t>twoDays</a:t>
            </a:r>
            <a:r>
              <a:rPr kumimoji="1" lang="en-US" altLang="en-US" sz="1800" b="1" kern="0">
                <a:solidFill>
                  <a:srgbClr val="000000"/>
                </a:solidFill>
                <a:latin typeface="Courier New" panose="02070309020205020404" pitchFamily="49" charset="0"/>
              </a:rPr>
              <a:t> = </a:t>
            </a:r>
            <a:r>
              <a:rPr kumimoji="1" lang="en-US" altLang="en-US" sz="1800" b="1" kern="0" err="1">
                <a:solidFill>
                  <a:srgbClr val="000000"/>
                </a:solidFill>
                <a:latin typeface="Courier New" panose="02070309020205020404" pitchFamily="49" charset="0"/>
              </a:rPr>
              <a:t>daysOfWeek.split</a:t>
            </a:r>
            <a:r>
              <a:rPr kumimoji="1" lang="en-US" altLang="en-US" sz="1800" b="1" kern="0">
                <a:solidFill>
                  <a:srgbClr val="000000"/>
                </a:solidFill>
                <a:latin typeface="Courier New" panose="02070309020205020404" pitchFamily="49" charset="0"/>
              </a:rPr>
              <a:t>(',', 2);</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a:t>
            </a:r>
            <a:r>
              <a:rPr kumimoji="1" lang="en-US" altLang="en-US" sz="1800" b="1" kern="0" err="1">
                <a:solidFill>
                  <a:srgbClr val="000000"/>
                </a:solidFill>
                <a:latin typeface="Courier New" panose="02070309020205020404" pitchFamily="49" charset="0"/>
              </a:rPr>
              <a:t>twoDays</a:t>
            </a:r>
            <a:r>
              <a:rPr kumimoji="1" lang="en-US" altLang="en-US" sz="1800" b="1" kern="0">
                <a:solidFill>
                  <a:srgbClr val="000000"/>
                </a:solidFill>
                <a:latin typeface="Courier New" panose="02070309020205020404" pitchFamily="49" charset="0"/>
              </a:rPr>
              <a:t>[0] = |${</a:t>
            </a:r>
            <a:r>
              <a:rPr kumimoji="1" lang="en-US" altLang="en-US" sz="1800" b="1" kern="0" err="1">
                <a:solidFill>
                  <a:srgbClr val="000000"/>
                </a:solidFill>
                <a:latin typeface="Courier New" panose="02070309020205020404" pitchFamily="49" charset="0"/>
              </a:rPr>
              <a:t>twoDays</a:t>
            </a:r>
            <a:r>
              <a:rPr kumimoji="1" lang="en-US" altLang="en-US" sz="1800" b="1" kern="0">
                <a:solidFill>
                  <a:srgbClr val="000000"/>
                </a:solidFill>
                <a:latin typeface="Courier New" panose="02070309020205020404" pitchFamily="49" charset="0"/>
              </a:rPr>
              <a:t>[0]}|`);</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a:t>
            </a:r>
            <a:r>
              <a:rPr kumimoji="1" lang="en-US" altLang="en-US" sz="1800" b="1" kern="0" err="1">
                <a:solidFill>
                  <a:srgbClr val="000000"/>
                </a:solidFill>
                <a:latin typeface="Courier New" panose="02070309020205020404" pitchFamily="49" charset="0"/>
              </a:rPr>
              <a:t>twoDays</a:t>
            </a:r>
            <a:r>
              <a:rPr kumimoji="1" lang="en-US" altLang="en-US" sz="1800" b="1" kern="0">
                <a:solidFill>
                  <a:srgbClr val="000000"/>
                </a:solidFill>
                <a:latin typeface="Courier New" panose="02070309020205020404" pitchFamily="49" charset="0"/>
              </a:rPr>
              <a:t>[1] = |${</a:t>
            </a:r>
            <a:r>
              <a:rPr kumimoji="1" lang="en-US" altLang="en-US" sz="1800" b="1" kern="0" err="1">
                <a:solidFill>
                  <a:srgbClr val="000000"/>
                </a:solidFill>
                <a:latin typeface="Courier New" panose="02070309020205020404" pitchFamily="49" charset="0"/>
              </a:rPr>
              <a:t>twoDays</a:t>
            </a:r>
            <a:r>
              <a:rPr kumimoji="1" lang="en-US" altLang="en-US" sz="1800" b="1" kern="0">
                <a:solidFill>
                  <a:srgbClr val="000000"/>
                </a:solidFill>
                <a:latin typeface="Courier New" panose="02070309020205020404" pitchFamily="49" charset="0"/>
              </a:rPr>
              <a:t>[1]}|`);</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a:t>
            </a:r>
            <a:r>
              <a:rPr kumimoji="1" lang="en-US" altLang="en-US" sz="1800" b="1" kern="0" err="1">
                <a:solidFill>
                  <a:srgbClr val="000000"/>
                </a:solidFill>
                <a:latin typeface="Courier New" panose="02070309020205020404" pitchFamily="49" charset="0"/>
              </a:rPr>
              <a:t>twoDays</a:t>
            </a:r>
            <a:r>
              <a:rPr kumimoji="1" lang="en-US" altLang="en-US" sz="1800" b="1" kern="0">
                <a:solidFill>
                  <a:srgbClr val="000000"/>
                </a:solidFill>
                <a:latin typeface="Courier New" panose="02070309020205020404" pitchFamily="49" charset="0"/>
              </a:rPr>
              <a:t>[2] = |${</a:t>
            </a:r>
            <a:r>
              <a:rPr kumimoji="1" lang="en-US" altLang="en-US" sz="1800" b="1" kern="0" err="1">
                <a:solidFill>
                  <a:srgbClr val="000000"/>
                </a:solidFill>
                <a:latin typeface="Courier New" panose="02070309020205020404" pitchFamily="49" charset="0"/>
              </a:rPr>
              <a:t>twoDays</a:t>
            </a:r>
            <a:r>
              <a:rPr kumimoji="1" lang="en-US" altLang="en-US" sz="1800" b="1" kern="0">
                <a:solidFill>
                  <a:srgbClr val="000000"/>
                </a:solidFill>
                <a:latin typeface="Courier New" panose="02070309020205020404" pitchFamily="49" charset="0"/>
              </a:rPr>
              <a:t>[2]}|`);</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let days = </a:t>
            </a:r>
            <a:r>
              <a:rPr kumimoji="1" lang="en-US" altLang="en-US" sz="1800" b="1" kern="0" err="1">
                <a:solidFill>
                  <a:srgbClr val="000000"/>
                </a:solidFill>
                <a:latin typeface="Courier New" panose="02070309020205020404" pitchFamily="49" charset="0"/>
              </a:rPr>
              <a:t>daysOfWeek.split</a:t>
            </a:r>
            <a:r>
              <a:rPr kumimoji="1" lang="en-US" altLang="en-US" sz="1800" b="1" kern="0">
                <a:solidFill>
                  <a:srgbClr val="000000"/>
                </a:solidFill>
                <a:latin typeface="Courier New" panose="02070309020205020404" pitchFamily="49" charset="0"/>
              </a:rPr>
              <a:t>('|');</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console.log(`days[0] = |${days[0]}|`);</a:t>
            </a:r>
          </a:p>
        </p:txBody>
      </p:sp>
      <p:sp>
        <p:nvSpPr>
          <p:cNvPr id="7" name="Arrow: Left 6">
            <a:extLst>
              <a:ext uri="{FF2B5EF4-FFF2-40B4-BE49-F238E27FC236}">
                <a16:creationId xmlns:a16="http://schemas.microsoft.com/office/drawing/2014/main" id="{ADBD8914-5C83-4E5D-A91F-9CE456BD5757}"/>
              </a:ext>
            </a:extLst>
          </p:cNvPr>
          <p:cNvSpPr/>
          <p:nvPr/>
        </p:nvSpPr>
        <p:spPr>
          <a:xfrm>
            <a:off x="8049702" y="5263203"/>
            <a:ext cx="516249"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TextBox 7">
            <a:extLst>
              <a:ext uri="{FF2B5EF4-FFF2-40B4-BE49-F238E27FC236}">
                <a16:creationId xmlns:a16="http://schemas.microsoft.com/office/drawing/2014/main" id="{E20D787A-92C3-40F6-AB67-E9535DE09AB6}"/>
              </a:ext>
            </a:extLst>
          </p:cNvPr>
          <p:cNvSpPr txBox="1"/>
          <p:nvPr/>
        </p:nvSpPr>
        <p:spPr>
          <a:xfrm>
            <a:off x="8615760" y="5199341"/>
            <a:ext cx="473305" cy="369332"/>
          </a:xfrm>
          <a:prstGeom prst="rect">
            <a:avLst/>
          </a:prstGeom>
          <a:noFill/>
        </p:spPr>
        <p:txBody>
          <a:bodyPr wrap="square" rtlCol="0">
            <a:spAutoFit/>
          </a:bodyPr>
          <a:lstStyle/>
          <a:p>
            <a:r>
              <a:rPr lang="en-CA" b="1">
                <a:solidFill>
                  <a:srgbClr val="FF0000"/>
                </a:solidFill>
              </a:rPr>
              <a:t>1</a:t>
            </a:r>
          </a:p>
        </p:txBody>
      </p:sp>
      <p:sp>
        <p:nvSpPr>
          <p:cNvPr id="9" name="Arrow: Left 8">
            <a:extLst>
              <a:ext uri="{FF2B5EF4-FFF2-40B4-BE49-F238E27FC236}">
                <a16:creationId xmlns:a16="http://schemas.microsoft.com/office/drawing/2014/main" id="{1FB9921C-FACF-4CE4-944C-9A4D2ADD5DC5}"/>
              </a:ext>
            </a:extLst>
          </p:cNvPr>
          <p:cNvSpPr/>
          <p:nvPr/>
        </p:nvSpPr>
        <p:spPr>
          <a:xfrm>
            <a:off x="7293293" y="5871493"/>
            <a:ext cx="516249"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TextBox 9">
            <a:extLst>
              <a:ext uri="{FF2B5EF4-FFF2-40B4-BE49-F238E27FC236}">
                <a16:creationId xmlns:a16="http://schemas.microsoft.com/office/drawing/2014/main" id="{6668DA96-9881-4FE3-8184-DB71F5D886AB}"/>
              </a:ext>
            </a:extLst>
          </p:cNvPr>
          <p:cNvSpPr txBox="1"/>
          <p:nvPr/>
        </p:nvSpPr>
        <p:spPr>
          <a:xfrm>
            <a:off x="7859351" y="5807631"/>
            <a:ext cx="473305" cy="369332"/>
          </a:xfrm>
          <a:prstGeom prst="rect">
            <a:avLst/>
          </a:prstGeom>
          <a:noFill/>
        </p:spPr>
        <p:txBody>
          <a:bodyPr wrap="square" rtlCol="0">
            <a:spAutoFit/>
          </a:bodyPr>
          <a:lstStyle/>
          <a:p>
            <a:r>
              <a:rPr lang="en-CA" b="1">
                <a:solidFill>
                  <a:srgbClr val="FF0000"/>
                </a:solidFill>
              </a:rPr>
              <a:t>2</a:t>
            </a:r>
          </a:p>
        </p:txBody>
      </p:sp>
      <p:sp>
        <p:nvSpPr>
          <p:cNvPr id="5" name="Slide Number Placeholder 4">
            <a:extLst>
              <a:ext uri="{FF2B5EF4-FFF2-40B4-BE49-F238E27FC236}">
                <a16:creationId xmlns:a16="http://schemas.microsoft.com/office/drawing/2014/main" id="{19437C3E-35AD-4583-90C2-6CF9350C6217}"/>
              </a:ext>
            </a:extLst>
          </p:cNvPr>
          <p:cNvSpPr>
            <a:spLocks noGrp="1"/>
          </p:cNvSpPr>
          <p:nvPr>
            <p:ph type="sldNum" sz="quarter" idx="12"/>
          </p:nvPr>
        </p:nvSpPr>
        <p:spPr/>
        <p:txBody>
          <a:bodyPr/>
          <a:lstStyle/>
          <a:p>
            <a:fld id="{6B7CECC9-8688-4C14-9F38-24140407CAFB}" type="slidenum">
              <a:rPr lang="en-CA" smtClean="0"/>
              <a:t>32</a:t>
            </a:fld>
            <a:endParaRPr lang="en-CA"/>
          </a:p>
        </p:txBody>
      </p:sp>
    </p:spTree>
    <p:extLst>
      <p:ext uri="{BB962C8B-B14F-4D97-AF65-F5344CB8AC3E}">
        <p14:creationId xmlns:p14="http://schemas.microsoft.com/office/powerpoint/2010/main" val="29182200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AE943-0689-6AB9-825B-2311A2225F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C79C2F-6540-42AB-F4CB-4CA70090681B}"/>
              </a:ext>
            </a:extLst>
          </p:cNvPr>
          <p:cNvSpPr>
            <a:spLocks noGrp="1"/>
          </p:cNvSpPr>
          <p:nvPr>
            <p:ph type="title"/>
          </p:nvPr>
        </p:nvSpPr>
        <p:spPr/>
        <p:txBody>
          <a:bodyPr/>
          <a:lstStyle/>
          <a:p>
            <a:r>
              <a:rPr lang="en-CA" dirty="0"/>
              <a:t>The join() method </a:t>
            </a:r>
          </a:p>
        </p:txBody>
      </p:sp>
      <p:sp>
        <p:nvSpPr>
          <p:cNvPr id="3" name="Content Placeholder 2">
            <a:extLst>
              <a:ext uri="{FF2B5EF4-FFF2-40B4-BE49-F238E27FC236}">
                <a16:creationId xmlns:a16="http://schemas.microsoft.com/office/drawing/2014/main" id="{2CBB41A4-9E7C-47E7-D42D-8BE55AD16BA4}"/>
              </a:ext>
            </a:extLst>
          </p:cNvPr>
          <p:cNvSpPr>
            <a:spLocks noGrp="1"/>
          </p:cNvSpPr>
          <p:nvPr>
            <p:ph idx="1"/>
          </p:nvPr>
        </p:nvSpPr>
        <p:spPr/>
        <p:txBody>
          <a:bodyPr>
            <a:normAutofit fontScale="92500" lnSpcReduction="10000"/>
          </a:bodyPr>
          <a:lstStyle/>
          <a:p>
            <a:r>
              <a:rPr lang="en-US" dirty="0"/>
              <a:t>Takes all elements of an array and combines them in a single string, using the separator you choose</a:t>
            </a:r>
          </a:p>
          <a:p>
            <a:pPr lvl="1"/>
            <a:r>
              <a:rPr lang="en-US" dirty="0"/>
              <a:t>If you did no specify a separator, it defaults to a comma</a:t>
            </a:r>
          </a:p>
          <a:p>
            <a:r>
              <a:rPr lang="en-US" dirty="0"/>
              <a:t>The Array’s join() method takes two arguments</a:t>
            </a:r>
          </a:p>
          <a:p>
            <a:endParaRPr lang="en-US" dirty="0"/>
          </a:p>
          <a:p>
            <a:pPr lvl="1"/>
            <a:endParaRPr lang="en-US" dirty="0"/>
          </a:p>
          <a:p>
            <a:pPr lvl="1"/>
            <a:r>
              <a:rPr lang="en-US" dirty="0"/>
              <a:t>separator – string place between elements</a:t>
            </a:r>
          </a:p>
          <a:p>
            <a:pPr lvl="1"/>
            <a:r>
              <a:rPr lang="en-US" dirty="0"/>
              <a:t>What it does:</a:t>
            </a:r>
          </a:p>
          <a:p>
            <a:pPr lvl="2"/>
            <a:r>
              <a:rPr lang="en-US" dirty="0"/>
              <a:t>Convert each array element to a string</a:t>
            </a:r>
          </a:p>
          <a:p>
            <a:pPr lvl="2"/>
            <a:r>
              <a:rPr lang="en-US" dirty="0"/>
              <a:t>Concatenate them in one string</a:t>
            </a:r>
          </a:p>
          <a:p>
            <a:pPr lvl="2"/>
            <a:r>
              <a:rPr lang="en-US" dirty="0"/>
              <a:t>Insert the separator between each elements</a:t>
            </a:r>
          </a:p>
          <a:p>
            <a:pPr lvl="2"/>
            <a:r>
              <a:rPr lang="en-US" dirty="0"/>
              <a:t>Return the final string (does dot modify the original array)</a:t>
            </a:r>
          </a:p>
          <a:p>
            <a:pPr lvl="2"/>
            <a:endParaRPr lang="en-US" dirty="0"/>
          </a:p>
        </p:txBody>
      </p:sp>
      <p:sp>
        <p:nvSpPr>
          <p:cNvPr id="67" name="Text Box 1033">
            <a:extLst>
              <a:ext uri="{FF2B5EF4-FFF2-40B4-BE49-F238E27FC236}">
                <a16:creationId xmlns:a16="http://schemas.microsoft.com/office/drawing/2014/main" id="{5BA58ED2-21F4-DD60-5F7F-214AF93FC785}"/>
              </a:ext>
            </a:extLst>
          </p:cNvPr>
          <p:cNvSpPr txBox="1">
            <a:spLocks noChangeArrowheads="1"/>
          </p:cNvSpPr>
          <p:nvPr/>
        </p:nvSpPr>
        <p:spPr bwMode="auto">
          <a:xfrm>
            <a:off x="1753884" y="3435810"/>
            <a:ext cx="8395472" cy="369332"/>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1" lang="en-US" altLang="en-US" sz="1800" b="1" kern="0" dirty="0">
                <a:solidFill>
                  <a:srgbClr val="000000"/>
                </a:solidFill>
                <a:latin typeface="Courier New" panose="02070309020205020404" pitchFamily="49" charset="0"/>
              </a:rPr>
              <a:t>const result = </a:t>
            </a:r>
            <a:r>
              <a:rPr kumimoji="1" lang="en-US" altLang="en-US" sz="1800" b="1" kern="0" dirty="0" err="1">
                <a:solidFill>
                  <a:srgbClr val="000000"/>
                </a:solidFill>
                <a:latin typeface="Courier New" panose="02070309020205020404" pitchFamily="49" charset="0"/>
              </a:rPr>
              <a:t>arrayObject.join</a:t>
            </a:r>
            <a:r>
              <a:rPr kumimoji="1" lang="en-US" altLang="en-US" sz="1800" b="1" kern="0" dirty="0">
                <a:solidFill>
                  <a:srgbClr val="000000"/>
                </a:solidFill>
                <a:latin typeface="Courier New" panose="02070309020205020404" pitchFamily="49" charset="0"/>
              </a:rPr>
              <a:t>(separator);  </a:t>
            </a:r>
            <a:endParaRPr kumimoji="1" lang="en-US" altLang="en-US" sz="1800" b="1" i="0" u="none" strike="noStrike" kern="0" cap="none" spc="0" normalizeH="0" baseline="0" noProof="0" dirty="0">
              <a:ln>
                <a:noFill/>
              </a:ln>
              <a:solidFill>
                <a:srgbClr val="000000"/>
              </a:solidFill>
              <a:effectLst/>
              <a:uLnTx/>
              <a:uFillTx/>
              <a:latin typeface="Courier New" panose="02070309020205020404" pitchFamily="49" charset="0"/>
            </a:endParaRPr>
          </a:p>
        </p:txBody>
      </p:sp>
      <p:sp>
        <p:nvSpPr>
          <p:cNvPr id="4" name="Slide Number Placeholder 3">
            <a:extLst>
              <a:ext uri="{FF2B5EF4-FFF2-40B4-BE49-F238E27FC236}">
                <a16:creationId xmlns:a16="http://schemas.microsoft.com/office/drawing/2014/main" id="{6CE3B0F4-C5F6-786E-B0B2-99B5E3FEE9A1}"/>
              </a:ext>
            </a:extLst>
          </p:cNvPr>
          <p:cNvSpPr>
            <a:spLocks noGrp="1"/>
          </p:cNvSpPr>
          <p:nvPr>
            <p:ph type="sldNum" sz="quarter" idx="12"/>
          </p:nvPr>
        </p:nvSpPr>
        <p:spPr/>
        <p:txBody>
          <a:bodyPr/>
          <a:lstStyle/>
          <a:p>
            <a:fld id="{6B7CECC9-8688-4C14-9F38-24140407CAFB}" type="slidenum">
              <a:rPr lang="en-CA" smtClean="0"/>
              <a:t>33</a:t>
            </a:fld>
            <a:endParaRPr lang="en-CA"/>
          </a:p>
        </p:txBody>
      </p:sp>
    </p:spTree>
    <p:extLst>
      <p:ext uri="{BB962C8B-B14F-4D97-AF65-F5344CB8AC3E}">
        <p14:creationId xmlns:p14="http://schemas.microsoft.com/office/powerpoint/2010/main" val="20751589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3EC11-ED7F-262F-F69B-241BBE88BD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BA01FC-3BFB-958C-90FB-C00A41B55783}"/>
              </a:ext>
            </a:extLst>
          </p:cNvPr>
          <p:cNvSpPr>
            <a:spLocks noGrp="1"/>
          </p:cNvSpPr>
          <p:nvPr>
            <p:ph type="ctrTitle"/>
          </p:nvPr>
        </p:nvSpPr>
        <p:spPr/>
        <p:txBody>
          <a:bodyPr/>
          <a:lstStyle/>
          <a:p>
            <a:r>
              <a:rPr lang="en-CA" dirty="0"/>
              <a:t>07_arrays_methods</a:t>
            </a:r>
          </a:p>
        </p:txBody>
      </p:sp>
      <p:sp>
        <p:nvSpPr>
          <p:cNvPr id="3" name="Subtitle 2">
            <a:extLst>
              <a:ext uri="{FF2B5EF4-FFF2-40B4-BE49-F238E27FC236}">
                <a16:creationId xmlns:a16="http://schemas.microsoft.com/office/drawing/2014/main" id="{84C5CEEB-E478-159E-1C8D-A512B0FD2B1E}"/>
              </a:ext>
            </a:extLst>
          </p:cNvPr>
          <p:cNvSpPr>
            <a:spLocks noGrp="1"/>
          </p:cNvSpPr>
          <p:nvPr>
            <p:ph type="subTitle" idx="1"/>
          </p:nvPr>
        </p:nvSpPr>
        <p:spPr/>
        <p:txBody>
          <a:bodyPr/>
          <a:lstStyle/>
          <a:p>
            <a:endParaRPr lang="en-CA"/>
          </a:p>
        </p:txBody>
      </p:sp>
      <p:sp>
        <p:nvSpPr>
          <p:cNvPr id="4" name="Slide Number Placeholder 3">
            <a:extLst>
              <a:ext uri="{FF2B5EF4-FFF2-40B4-BE49-F238E27FC236}">
                <a16:creationId xmlns:a16="http://schemas.microsoft.com/office/drawing/2014/main" id="{B2F5CE9B-778C-B1E2-69B6-8A6DF5D09EB5}"/>
              </a:ext>
            </a:extLst>
          </p:cNvPr>
          <p:cNvSpPr>
            <a:spLocks noGrp="1"/>
          </p:cNvSpPr>
          <p:nvPr>
            <p:ph type="sldNum" sz="quarter" idx="12"/>
          </p:nvPr>
        </p:nvSpPr>
        <p:spPr/>
        <p:txBody>
          <a:bodyPr/>
          <a:lstStyle/>
          <a:p>
            <a:fld id="{6B7CECC9-8688-4C14-9F38-24140407CAFB}" type="slidenum">
              <a:rPr lang="en-CA" smtClean="0"/>
              <a:t>34</a:t>
            </a:fld>
            <a:endParaRPr lang="en-CA"/>
          </a:p>
        </p:txBody>
      </p:sp>
    </p:spTree>
    <p:extLst>
      <p:ext uri="{BB962C8B-B14F-4D97-AF65-F5344CB8AC3E}">
        <p14:creationId xmlns:p14="http://schemas.microsoft.com/office/powerpoint/2010/main" val="30231976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BD388-C571-4E7A-A152-2B52D2E4D79C}"/>
              </a:ext>
            </a:extLst>
          </p:cNvPr>
          <p:cNvSpPr>
            <a:spLocks noGrp="1"/>
          </p:cNvSpPr>
          <p:nvPr>
            <p:ph type="title"/>
          </p:nvPr>
        </p:nvSpPr>
        <p:spPr/>
        <p:txBody>
          <a:bodyPr/>
          <a:lstStyle/>
          <a:p>
            <a:r>
              <a:rPr lang="en-CA"/>
              <a:t>Array Methods to Iterate an Array </a:t>
            </a:r>
          </a:p>
        </p:txBody>
      </p:sp>
      <p:sp>
        <p:nvSpPr>
          <p:cNvPr id="3" name="Content Placeholder 2">
            <a:extLst>
              <a:ext uri="{FF2B5EF4-FFF2-40B4-BE49-F238E27FC236}">
                <a16:creationId xmlns:a16="http://schemas.microsoft.com/office/drawing/2014/main" id="{D9B3E241-0AAA-4269-86BA-598FBE594672}"/>
              </a:ext>
            </a:extLst>
          </p:cNvPr>
          <p:cNvSpPr>
            <a:spLocks noGrp="1"/>
          </p:cNvSpPr>
          <p:nvPr>
            <p:ph idx="1"/>
          </p:nvPr>
        </p:nvSpPr>
        <p:spPr/>
        <p:txBody>
          <a:bodyPr>
            <a:normAutofit/>
          </a:bodyPr>
          <a:lstStyle/>
          <a:p>
            <a:r>
              <a:rPr lang="en-CA" err="1"/>
              <a:t>forEach</a:t>
            </a:r>
            <a:r>
              <a:rPr lang="en-CA"/>
              <a:t>()</a:t>
            </a:r>
          </a:p>
          <a:p>
            <a:r>
              <a:rPr lang="en-CA"/>
              <a:t>map()</a:t>
            </a:r>
          </a:p>
          <a:p>
            <a:r>
              <a:rPr lang="en-CA"/>
              <a:t>filter()</a:t>
            </a:r>
          </a:p>
          <a:p>
            <a:r>
              <a:rPr lang="en-CA"/>
              <a:t>find()</a:t>
            </a:r>
          </a:p>
          <a:p>
            <a:r>
              <a:rPr lang="en-CA"/>
              <a:t>every()</a:t>
            </a:r>
          </a:p>
          <a:p>
            <a:r>
              <a:rPr lang="en-CA"/>
              <a:t>some()</a:t>
            </a:r>
          </a:p>
          <a:p>
            <a:r>
              <a:rPr lang="en-CA"/>
              <a:t>reduce()</a:t>
            </a:r>
          </a:p>
        </p:txBody>
      </p:sp>
      <p:sp>
        <p:nvSpPr>
          <p:cNvPr id="4" name="Slide Number Placeholder 3">
            <a:extLst>
              <a:ext uri="{FF2B5EF4-FFF2-40B4-BE49-F238E27FC236}">
                <a16:creationId xmlns:a16="http://schemas.microsoft.com/office/drawing/2014/main" id="{8E63772D-1AEB-4AB5-9181-6BBB5B3B1003}"/>
              </a:ext>
            </a:extLst>
          </p:cNvPr>
          <p:cNvSpPr>
            <a:spLocks noGrp="1"/>
          </p:cNvSpPr>
          <p:nvPr>
            <p:ph type="sldNum" sz="quarter" idx="12"/>
          </p:nvPr>
        </p:nvSpPr>
        <p:spPr/>
        <p:txBody>
          <a:bodyPr/>
          <a:lstStyle/>
          <a:p>
            <a:fld id="{6B7CECC9-8688-4C14-9F38-24140407CAFB}" type="slidenum">
              <a:rPr lang="en-CA" smtClean="0"/>
              <a:t>35</a:t>
            </a:fld>
            <a:endParaRPr lang="en-CA"/>
          </a:p>
        </p:txBody>
      </p:sp>
    </p:spTree>
    <p:extLst>
      <p:ext uri="{BB962C8B-B14F-4D97-AF65-F5344CB8AC3E}">
        <p14:creationId xmlns:p14="http://schemas.microsoft.com/office/powerpoint/2010/main" val="42502819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60987-9BC6-4D46-9EE4-FF4103DEAA12}"/>
              </a:ext>
            </a:extLst>
          </p:cNvPr>
          <p:cNvSpPr>
            <a:spLocks noGrp="1"/>
          </p:cNvSpPr>
          <p:nvPr>
            <p:ph type="title"/>
          </p:nvPr>
        </p:nvSpPr>
        <p:spPr/>
        <p:txBody>
          <a:bodyPr/>
          <a:lstStyle/>
          <a:p>
            <a:r>
              <a:rPr lang="en-CA"/>
              <a:t>The </a:t>
            </a:r>
            <a:r>
              <a:rPr lang="en-CA" err="1"/>
              <a:t>Array.forEach</a:t>
            </a:r>
            <a:r>
              <a:rPr lang="en-CA"/>
              <a:t>() Method</a:t>
            </a:r>
          </a:p>
        </p:txBody>
      </p:sp>
      <p:sp>
        <p:nvSpPr>
          <p:cNvPr id="3" name="Content Placeholder 2">
            <a:extLst>
              <a:ext uri="{FF2B5EF4-FFF2-40B4-BE49-F238E27FC236}">
                <a16:creationId xmlns:a16="http://schemas.microsoft.com/office/drawing/2014/main" id="{C6825A67-F301-4D2E-89A0-617BD65CF23F}"/>
              </a:ext>
            </a:extLst>
          </p:cNvPr>
          <p:cNvSpPr>
            <a:spLocks noGrp="1"/>
          </p:cNvSpPr>
          <p:nvPr>
            <p:ph idx="1"/>
          </p:nvPr>
        </p:nvSpPr>
        <p:spPr/>
        <p:txBody>
          <a:bodyPr>
            <a:normAutofit/>
          </a:bodyPr>
          <a:lstStyle/>
          <a:p>
            <a:r>
              <a:rPr lang="en-CA"/>
              <a:t>The Array's object </a:t>
            </a:r>
            <a:r>
              <a:rPr lang="en-CA" err="1"/>
              <a:t>forEach</a:t>
            </a:r>
            <a:r>
              <a:rPr lang="en-CA"/>
              <a:t>() </a:t>
            </a:r>
            <a:r>
              <a:rPr lang="en-US"/>
              <a:t>method runs for each element in the array</a:t>
            </a:r>
          </a:p>
          <a:p>
            <a:endParaRPr lang="en-US"/>
          </a:p>
          <a:p>
            <a:pPr lvl="1"/>
            <a:endParaRPr lang="en-US"/>
          </a:p>
          <a:p>
            <a:pPr lvl="1"/>
            <a:r>
              <a:rPr lang="en-US"/>
              <a:t>The arguments of the callback function are as follows</a:t>
            </a:r>
          </a:p>
          <a:p>
            <a:pPr lvl="2"/>
            <a:r>
              <a:rPr lang="en-US" err="1"/>
              <a:t>currentValue</a:t>
            </a:r>
            <a:r>
              <a:rPr lang="en-US"/>
              <a:t> (required) – the value of the current element</a:t>
            </a:r>
          </a:p>
          <a:p>
            <a:pPr lvl="2"/>
            <a:r>
              <a:rPr lang="en-US"/>
              <a:t>index (optional) – the index of the current element</a:t>
            </a:r>
          </a:p>
          <a:p>
            <a:pPr lvl="2"/>
            <a:r>
              <a:rPr lang="en-US" err="1"/>
              <a:t>arr</a:t>
            </a:r>
            <a:r>
              <a:rPr lang="en-US"/>
              <a:t> (optional) – the current array that the element belong to</a:t>
            </a:r>
          </a:p>
          <a:p>
            <a:pPr lvl="2"/>
            <a:r>
              <a:rPr lang="en-US" err="1"/>
              <a:t>thisValue</a:t>
            </a:r>
            <a:r>
              <a:rPr lang="en-US"/>
              <a:t> (optional) – the value to use as this when executing callback</a:t>
            </a:r>
          </a:p>
          <a:p>
            <a:pPr lvl="1"/>
            <a:r>
              <a:rPr lang="en-US"/>
              <a:t>Return value</a:t>
            </a:r>
          </a:p>
          <a:p>
            <a:pPr lvl="2"/>
            <a:r>
              <a:rPr lang="en-US"/>
              <a:t>There is no return value</a:t>
            </a:r>
          </a:p>
          <a:p>
            <a:endParaRPr lang="en-CA"/>
          </a:p>
        </p:txBody>
      </p:sp>
      <p:sp>
        <p:nvSpPr>
          <p:cNvPr id="4" name="Text Box 1033">
            <a:extLst>
              <a:ext uri="{FF2B5EF4-FFF2-40B4-BE49-F238E27FC236}">
                <a16:creationId xmlns:a16="http://schemas.microsoft.com/office/drawing/2014/main" id="{485D212A-8A77-4293-B461-D227098820A6}"/>
              </a:ext>
            </a:extLst>
          </p:cNvPr>
          <p:cNvSpPr txBox="1">
            <a:spLocks noChangeArrowheads="1"/>
          </p:cNvSpPr>
          <p:nvPr/>
        </p:nvSpPr>
        <p:spPr bwMode="auto">
          <a:xfrm>
            <a:off x="1403985" y="2831068"/>
            <a:ext cx="9077325" cy="369332"/>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0" algn="ctr" eaLnBrk="0" fontAlgn="base" hangingPunct="0">
              <a:spcBef>
                <a:spcPct val="0"/>
              </a:spcBef>
              <a:spcAft>
                <a:spcPct val="0"/>
              </a:spcAft>
              <a:buClrTx/>
              <a:buSzTx/>
              <a:buNone/>
              <a:defRPr/>
            </a:pPr>
            <a:r>
              <a:rPr kumimoji="1" lang="en-US" altLang="en-US" sz="1800" b="1" kern="0" err="1">
                <a:solidFill>
                  <a:srgbClr val="000000"/>
                </a:solidFill>
                <a:latin typeface="Courier New" panose="02070309020205020404" pitchFamily="49" charset="0"/>
              </a:rPr>
              <a:t>array.forEach</a:t>
            </a:r>
            <a:r>
              <a:rPr kumimoji="1" lang="en-US" altLang="en-US" sz="1800" b="1" kern="0">
                <a:solidFill>
                  <a:srgbClr val="000000"/>
                </a:solidFill>
                <a:latin typeface="Courier New" panose="02070309020205020404" pitchFamily="49" charset="0"/>
              </a:rPr>
              <a:t>(function(</a:t>
            </a:r>
            <a:r>
              <a:rPr kumimoji="1" lang="en-US" altLang="en-US" sz="1800" b="1" kern="0" err="1">
                <a:solidFill>
                  <a:srgbClr val="000000"/>
                </a:solidFill>
                <a:latin typeface="Courier New" panose="02070309020205020404" pitchFamily="49" charset="0"/>
              </a:rPr>
              <a:t>currentValue</a:t>
            </a:r>
            <a:r>
              <a:rPr kumimoji="1" lang="en-US" altLang="en-US" sz="1800" b="1" kern="0">
                <a:solidFill>
                  <a:srgbClr val="000000"/>
                </a:solidFill>
                <a:latin typeface="Courier New" panose="02070309020205020404" pitchFamily="49" charset="0"/>
              </a:rPr>
              <a:t>, index, </a:t>
            </a:r>
            <a:r>
              <a:rPr kumimoji="1" lang="en-US" altLang="en-US" sz="1800" b="1" kern="0" err="1">
                <a:solidFill>
                  <a:srgbClr val="000000"/>
                </a:solidFill>
                <a:latin typeface="Courier New" panose="02070309020205020404" pitchFamily="49" charset="0"/>
              </a:rPr>
              <a:t>arr</a:t>
            </a:r>
            <a:r>
              <a:rPr kumimoji="1" lang="en-US" altLang="en-US" sz="1800" b="1" kern="0">
                <a:solidFill>
                  <a:srgbClr val="000000"/>
                </a:solidFill>
                <a:latin typeface="Courier New" panose="02070309020205020404" pitchFamily="49" charset="0"/>
              </a:rPr>
              <a:t>), </a:t>
            </a:r>
            <a:r>
              <a:rPr kumimoji="1" lang="en-US" altLang="en-US" sz="1800" b="1" kern="0" err="1">
                <a:solidFill>
                  <a:srgbClr val="000000"/>
                </a:solidFill>
                <a:latin typeface="Courier New" panose="02070309020205020404" pitchFamily="49" charset="0"/>
              </a:rPr>
              <a:t>thisValue</a:t>
            </a:r>
            <a:r>
              <a:rPr kumimoji="1" lang="en-US" altLang="en-US" sz="1800" b="1" kern="0">
                <a:solidFill>
                  <a:srgbClr val="000000"/>
                </a:solidFill>
                <a:latin typeface="Courier New" panose="02070309020205020404" pitchFamily="49" charset="0"/>
              </a:rPr>
              <a:t>)</a:t>
            </a:r>
          </a:p>
        </p:txBody>
      </p:sp>
      <p:sp>
        <p:nvSpPr>
          <p:cNvPr id="5" name="Slide Number Placeholder 4">
            <a:extLst>
              <a:ext uri="{FF2B5EF4-FFF2-40B4-BE49-F238E27FC236}">
                <a16:creationId xmlns:a16="http://schemas.microsoft.com/office/drawing/2014/main" id="{F832CA51-AB88-4CE4-9E39-0E49F86E3C4C}"/>
              </a:ext>
            </a:extLst>
          </p:cNvPr>
          <p:cNvSpPr>
            <a:spLocks noGrp="1"/>
          </p:cNvSpPr>
          <p:nvPr>
            <p:ph type="sldNum" sz="quarter" idx="12"/>
          </p:nvPr>
        </p:nvSpPr>
        <p:spPr/>
        <p:txBody>
          <a:bodyPr/>
          <a:lstStyle/>
          <a:p>
            <a:fld id="{6B7CECC9-8688-4C14-9F38-24140407CAFB}" type="slidenum">
              <a:rPr lang="en-CA" smtClean="0"/>
              <a:t>36</a:t>
            </a:fld>
            <a:endParaRPr lang="en-CA"/>
          </a:p>
        </p:txBody>
      </p:sp>
    </p:spTree>
    <p:extLst>
      <p:ext uri="{BB962C8B-B14F-4D97-AF65-F5344CB8AC3E}">
        <p14:creationId xmlns:p14="http://schemas.microsoft.com/office/powerpoint/2010/main" val="4385819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F157F-79DE-4E80-9EAE-F263E92BB1BC}"/>
              </a:ext>
            </a:extLst>
          </p:cNvPr>
          <p:cNvSpPr>
            <a:spLocks noGrp="1"/>
          </p:cNvSpPr>
          <p:nvPr>
            <p:ph type="title"/>
          </p:nvPr>
        </p:nvSpPr>
        <p:spPr/>
        <p:txBody>
          <a:bodyPr/>
          <a:lstStyle/>
          <a:p>
            <a:r>
              <a:rPr lang="en-CA" dirty="0"/>
              <a:t>The </a:t>
            </a:r>
            <a:r>
              <a:rPr lang="en-CA" dirty="0" err="1"/>
              <a:t>Array.forEach</a:t>
            </a:r>
            <a:r>
              <a:rPr lang="en-CA" dirty="0"/>
              <a:t>() Method – An Example</a:t>
            </a:r>
          </a:p>
        </p:txBody>
      </p:sp>
      <p:sp>
        <p:nvSpPr>
          <p:cNvPr id="3" name="Content Placeholder 2">
            <a:extLst>
              <a:ext uri="{FF2B5EF4-FFF2-40B4-BE49-F238E27FC236}">
                <a16:creationId xmlns:a16="http://schemas.microsoft.com/office/drawing/2014/main" id="{C38D49AD-7C32-4CBB-88A1-E2ADE06CDE71}"/>
              </a:ext>
            </a:extLst>
          </p:cNvPr>
          <p:cNvSpPr>
            <a:spLocks noGrp="1"/>
          </p:cNvSpPr>
          <p:nvPr>
            <p:ph idx="1"/>
          </p:nvPr>
        </p:nvSpPr>
        <p:spPr/>
        <p:txBody>
          <a:bodyPr/>
          <a:lstStyle/>
          <a:p>
            <a:endParaRPr lang="en-CA"/>
          </a:p>
          <a:p>
            <a:endParaRPr lang="en-CA"/>
          </a:p>
          <a:p>
            <a:endParaRPr lang="en-CA"/>
          </a:p>
          <a:p>
            <a:endParaRPr lang="en-CA"/>
          </a:p>
          <a:p>
            <a:endParaRPr lang="en-CA"/>
          </a:p>
          <a:p>
            <a:endParaRPr lang="en-CA"/>
          </a:p>
          <a:p>
            <a:endParaRPr lang="en-CA"/>
          </a:p>
          <a:p>
            <a:pPr lvl="1"/>
            <a:r>
              <a:rPr lang="en-CA"/>
              <a:t>The enclosed code in red is the callback function</a:t>
            </a:r>
          </a:p>
          <a:p>
            <a:pPr lvl="1"/>
            <a:r>
              <a:rPr lang="en-CA"/>
              <a:t>The code above is using ES5</a:t>
            </a:r>
          </a:p>
        </p:txBody>
      </p:sp>
      <p:sp>
        <p:nvSpPr>
          <p:cNvPr id="4" name="Text Box 1033">
            <a:extLst>
              <a:ext uri="{FF2B5EF4-FFF2-40B4-BE49-F238E27FC236}">
                <a16:creationId xmlns:a16="http://schemas.microsoft.com/office/drawing/2014/main" id="{EC8C3456-0DB8-486B-9BCD-EF8A4A5BFD74}"/>
              </a:ext>
            </a:extLst>
          </p:cNvPr>
          <p:cNvSpPr txBox="1">
            <a:spLocks noChangeArrowheads="1"/>
          </p:cNvSpPr>
          <p:nvPr/>
        </p:nvSpPr>
        <p:spPr bwMode="auto">
          <a:xfrm>
            <a:off x="1174338" y="1894813"/>
            <a:ext cx="8063180" cy="3416320"/>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console.log(`Using </a:t>
            </a:r>
            <a:r>
              <a:rPr kumimoji="1" lang="en-US" altLang="en-US" sz="1800" b="1" kern="0" err="1">
                <a:solidFill>
                  <a:srgbClr val="000000"/>
                </a:solidFill>
                <a:latin typeface="Courier New" panose="02070309020205020404" pitchFamily="49" charset="0"/>
              </a:rPr>
              <a:t>forEach</a:t>
            </a:r>
            <a:r>
              <a:rPr kumimoji="1" lang="en-US" altLang="en-US" sz="1800" b="1" kern="0">
                <a:solidFill>
                  <a:srgbClr val="000000"/>
                </a:solidFill>
                <a:latin typeface="Courier New" panose="02070309020205020404" pitchFamily="49" charset="0"/>
              </a:rPr>
              <a:t>() method`)</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let languages = ['French', 'English', 'Spanish'];</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console.log(languages)</a:t>
            </a:r>
          </a:p>
          <a:p>
            <a:pPr lvl="0" eaLnBrk="0" fontAlgn="base" hangingPunct="0">
              <a:spcBef>
                <a:spcPct val="0"/>
              </a:spcBef>
              <a:spcAft>
                <a:spcPct val="0"/>
              </a:spcAft>
              <a:buClrTx/>
              <a:buSzTx/>
              <a:buNone/>
              <a:defRPr/>
            </a:pPr>
            <a:endParaRPr kumimoji="1" lang="en-US" altLang="en-US" sz="1800" b="1" kern="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endParaRPr kumimoji="1" lang="en-US" altLang="en-US" sz="1800" b="1" kern="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endParaRPr kumimoji="1" lang="en-US" altLang="en-US" sz="1800" b="1" kern="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r>
              <a:rPr kumimoji="1" lang="en-US" altLang="en-US" sz="1800" b="1" kern="0" err="1">
                <a:solidFill>
                  <a:srgbClr val="000000"/>
                </a:solidFill>
                <a:latin typeface="Courier New" panose="02070309020205020404" pitchFamily="49" charset="0"/>
              </a:rPr>
              <a:t>languages.forEach</a:t>
            </a:r>
            <a:r>
              <a:rPr kumimoji="1" lang="en-US" altLang="en-US" sz="1800" b="1" kern="0">
                <a:solidFill>
                  <a:srgbClr val="000000"/>
                </a:solidFill>
                <a:latin typeface="Courier New" panose="02070309020205020404" pitchFamily="49" charset="0"/>
              </a:rPr>
              <a:t>(</a:t>
            </a:r>
            <a:r>
              <a:rPr kumimoji="1" lang="en-US" altLang="en-US" sz="1800" b="1" kern="0">
                <a:solidFill>
                  <a:srgbClr val="FF0000"/>
                </a:solidFill>
                <a:latin typeface="Courier New" panose="02070309020205020404" pitchFamily="49" charset="0"/>
              </a:rPr>
              <a:t>function(element, index) {</a:t>
            </a:r>
          </a:p>
          <a:p>
            <a:pPr lvl="0" eaLnBrk="0" fontAlgn="base" hangingPunct="0">
              <a:spcBef>
                <a:spcPct val="0"/>
              </a:spcBef>
              <a:spcAft>
                <a:spcPct val="0"/>
              </a:spcAft>
              <a:buClrTx/>
              <a:buSzTx/>
              <a:buNone/>
              <a:defRPr/>
            </a:pPr>
            <a:r>
              <a:rPr kumimoji="1" lang="en-US" altLang="en-US" sz="1800" b="1" kern="0">
                <a:solidFill>
                  <a:srgbClr val="FF0000"/>
                </a:solidFill>
                <a:latin typeface="Courier New" panose="02070309020205020404" pitchFamily="49" charset="0"/>
              </a:rPr>
              <a:t>    console.log(`languages[${index}]= ${element}`);</a:t>
            </a:r>
          </a:p>
          <a:p>
            <a:pPr lvl="0" eaLnBrk="0" fontAlgn="base" hangingPunct="0">
              <a:spcBef>
                <a:spcPct val="0"/>
              </a:spcBef>
              <a:spcAft>
                <a:spcPct val="0"/>
              </a:spcAft>
              <a:buClrTx/>
              <a:buSzTx/>
              <a:buNone/>
              <a:defRPr/>
            </a:pPr>
            <a:r>
              <a:rPr kumimoji="1" lang="en-US" altLang="en-US" sz="1800" b="1" kern="0">
                <a:solidFill>
                  <a:srgbClr val="FF0000"/>
                </a:solidFill>
                <a:latin typeface="Courier New" panose="02070309020205020404" pitchFamily="49" charset="0"/>
              </a:rPr>
              <a:t>}</a:t>
            </a:r>
            <a:r>
              <a:rPr kumimoji="1" lang="en-US" altLang="en-US" sz="1800" b="1" kern="0">
                <a:solidFill>
                  <a:srgbClr val="000000"/>
                </a:solidFill>
                <a:latin typeface="Courier New" panose="02070309020205020404" pitchFamily="49" charset="0"/>
              </a:rPr>
              <a:t>);</a:t>
            </a:r>
          </a:p>
          <a:p>
            <a:pPr eaLnBrk="0" fontAlgn="base" hangingPunct="0">
              <a:spcBef>
                <a:spcPct val="0"/>
              </a:spcBef>
              <a:spcAft>
                <a:spcPct val="0"/>
              </a:spcAft>
              <a:buClrTx/>
              <a:buSzTx/>
              <a:buNone/>
              <a:defRPr/>
            </a:pPr>
            <a:endParaRPr kumimoji="1" lang="en-US" altLang="en-US" sz="1800" b="1" kern="0">
              <a:solidFill>
                <a:srgbClr val="000000"/>
              </a:solidFill>
              <a:latin typeface="Courier New" panose="02070309020205020404" pitchFamily="49" charset="0"/>
            </a:endParaRPr>
          </a:p>
          <a:p>
            <a:pPr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console.log(languages);</a:t>
            </a:r>
          </a:p>
          <a:p>
            <a:pPr lvl="0" eaLnBrk="0" fontAlgn="base" hangingPunct="0">
              <a:spcBef>
                <a:spcPct val="0"/>
              </a:spcBef>
              <a:spcAft>
                <a:spcPct val="0"/>
              </a:spcAft>
              <a:buClrTx/>
              <a:buSzTx/>
              <a:buNone/>
              <a:defRPr/>
            </a:pPr>
            <a:endParaRPr kumimoji="1" lang="en-US" altLang="en-US" sz="1800" b="1" kern="0">
              <a:solidFill>
                <a:srgbClr val="000000"/>
              </a:solidFill>
              <a:latin typeface="Courier New" panose="02070309020205020404" pitchFamily="49" charset="0"/>
            </a:endParaRPr>
          </a:p>
        </p:txBody>
      </p:sp>
      <p:sp>
        <p:nvSpPr>
          <p:cNvPr id="5" name="TextBox 4">
            <a:extLst>
              <a:ext uri="{FF2B5EF4-FFF2-40B4-BE49-F238E27FC236}">
                <a16:creationId xmlns:a16="http://schemas.microsoft.com/office/drawing/2014/main" id="{C193EECE-EE0D-428A-815E-BF735B07DB3A}"/>
              </a:ext>
            </a:extLst>
          </p:cNvPr>
          <p:cNvSpPr txBox="1"/>
          <p:nvPr/>
        </p:nvSpPr>
        <p:spPr>
          <a:xfrm>
            <a:off x="4897131" y="2860687"/>
            <a:ext cx="485877" cy="369332"/>
          </a:xfrm>
          <a:prstGeom prst="rect">
            <a:avLst/>
          </a:prstGeom>
          <a:noFill/>
        </p:spPr>
        <p:txBody>
          <a:bodyPr wrap="square" rtlCol="0">
            <a:spAutoFit/>
          </a:bodyPr>
          <a:lstStyle/>
          <a:p>
            <a:r>
              <a:rPr lang="en-CA" b="1">
                <a:solidFill>
                  <a:srgbClr val="FF0000"/>
                </a:solidFill>
              </a:rPr>
              <a:t>2</a:t>
            </a:r>
          </a:p>
        </p:txBody>
      </p:sp>
      <p:sp>
        <p:nvSpPr>
          <p:cNvPr id="6" name="Arrow: Left 5">
            <a:extLst>
              <a:ext uri="{FF2B5EF4-FFF2-40B4-BE49-F238E27FC236}">
                <a16:creationId xmlns:a16="http://schemas.microsoft.com/office/drawing/2014/main" id="{3FD5F4F3-F6AE-4D1F-B117-5C84E0DD7DDE}"/>
              </a:ext>
            </a:extLst>
          </p:cNvPr>
          <p:cNvSpPr/>
          <p:nvPr/>
        </p:nvSpPr>
        <p:spPr>
          <a:xfrm>
            <a:off x="8036851" y="2218212"/>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TextBox 6">
            <a:extLst>
              <a:ext uri="{FF2B5EF4-FFF2-40B4-BE49-F238E27FC236}">
                <a16:creationId xmlns:a16="http://schemas.microsoft.com/office/drawing/2014/main" id="{DFD6B042-5135-423A-A9C9-34219CDD78AE}"/>
              </a:ext>
            </a:extLst>
          </p:cNvPr>
          <p:cNvSpPr txBox="1"/>
          <p:nvPr/>
        </p:nvSpPr>
        <p:spPr>
          <a:xfrm>
            <a:off x="8680892" y="2166609"/>
            <a:ext cx="474397" cy="369332"/>
          </a:xfrm>
          <a:prstGeom prst="rect">
            <a:avLst/>
          </a:prstGeom>
          <a:noFill/>
        </p:spPr>
        <p:txBody>
          <a:bodyPr wrap="square" rtlCol="0">
            <a:spAutoFit/>
          </a:bodyPr>
          <a:lstStyle/>
          <a:p>
            <a:r>
              <a:rPr lang="en-CA" b="1">
                <a:solidFill>
                  <a:srgbClr val="FF0000"/>
                </a:solidFill>
              </a:rPr>
              <a:t>1</a:t>
            </a:r>
          </a:p>
        </p:txBody>
      </p:sp>
      <p:sp>
        <p:nvSpPr>
          <p:cNvPr id="8" name="Arrow: Left 7">
            <a:extLst>
              <a:ext uri="{FF2B5EF4-FFF2-40B4-BE49-F238E27FC236}">
                <a16:creationId xmlns:a16="http://schemas.microsoft.com/office/drawing/2014/main" id="{31E35AB2-C2E1-4942-AE27-C8FE62A376D8}"/>
              </a:ext>
            </a:extLst>
          </p:cNvPr>
          <p:cNvSpPr/>
          <p:nvPr/>
        </p:nvSpPr>
        <p:spPr>
          <a:xfrm rot="16200000">
            <a:off x="4966915" y="3001643"/>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Arrow: Left 8">
            <a:extLst>
              <a:ext uri="{FF2B5EF4-FFF2-40B4-BE49-F238E27FC236}">
                <a16:creationId xmlns:a16="http://schemas.microsoft.com/office/drawing/2014/main" id="{BDC5D272-3032-4EE5-BAA4-82DB0EAE9131}"/>
              </a:ext>
            </a:extLst>
          </p:cNvPr>
          <p:cNvSpPr/>
          <p:nvPr/>
        </p:nvSpPr>
        <p:spPr>
          <a:xfrm rot="16200000">
            <a:off x="6124028" y="2995997"/>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TextBox 9">
            <a:extLst>
              <a:ext uri="{FF2B5EF4-FFF2-40B4-BE49-F238E27FC236}">
                <a16:creationId xmlns:a16="http://schemas.microsoft.com/office/drawing/2014/main" id="{464E0E58-039F-4592-9000-20866EDE2A29}"/>
              </a:ext>
            </a:extLst>
          </p:cNvPr>
          <p:cNvSpPr txBox="1"/>
          <p:nvPr/>
        </p:nvSpPr>
        <p:spPr>
          <a:xfrm>
            <a:off x="6004121" y="2846031"/>
            <a:ext cx="485877" cy="369332"/>
          </a:xfrm>
          <a:prstGeom prst="rect">
            <a:avLst/>
          </a:prstGeom>
          <a:noFill/>
        </p:spPr>
        <p:txBody>
          <a:bodyPr wrap="square" rtlCol="0">
            <a:spAutoFit/>
          </a:bodyPr>
          <a:lstStyle/>
          <a:p>
            <a:r>
              <a:rPr lang="en-CA" b="1">
                <a:solidFill>
                  <a:srgbClr val="FF0000"/>
                </a:solidFill>
              </a:rPr>
              <a:t>3</a:t>
            </a:r>
          </a:p>
        </p:txBody>
      </p:sp>
      <p:sp>
        <p:nvSpPr>
          <p:cNvPr id="11" name="Arrow: Left 10">
            <a:extLst>
              <a:ext uri="{FF2B5EF4-FFF2-40B4-BE49-F238E27FC236}">
                <a16:creationId xmlns:a16="http://schemas.microsoft.com/office/drawing/2014/main" id="{0B406BF7-71A0-477F-93A0-9B7137977FE5}"/>
              </a:ext>
            </a:extLst>
          </p:cNvPr>
          <p:cNvSpPr/>
          <p:nvPr/>
        </p:nvSpPr>
        <p:spPr>
          <a:xfrm>
            <a:off x="8592396" y="3905621"/>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TextBox 11">
            <a:extLst>
              <a:ext uri="{FF2B5EF4-FFF2-40B4-BE49-F238E27FC236}">
                <a16:creationId xmlns:a16="http://schemas.microsoft.com/office/drawing/2014/main" id="{D8F77E74-2824-46CE-9A45-21D7CCEAEE54}"/>
              </a:ext>
            </a:extLst>
          </p:cNvPr>
          <p:cNvSpPr txBox="1"/>
          <p:nvPr/>
        </p:nvSpPr>
        <p:spPr>
          <a:xfrm>
            <a:off x="9236437" y="3854018"/>
            <a:ext cx="474397" cy="369332"/>
          </a:xfrm>
          <a:prstGeom prst="rect">
            <a:avLst/>
          </a:prstGeom>
          <a:noFill/>
        </p:spPr>
        <p:txBody>
          <a:bodyPr wrap="square" rtlCol="0">
            <a:spAutoFit/>
          </a:bodyPr>
          <a:lstStyle/>
          <a:p>
            <a:r>
              <a:rPr lang="en-CA" b="1">
                <a:solidFill>
                  <a:srgbClr val="FF0000"/>
                </a:solidFill>
              </a:rPr>
              <a:t>4</a:t>
            </a:r>
          </a:p>
        </p:txBody>
      </p:sp>
      <p:sp>
        <p:nvSpPr>
          <p:cNvPr id="13" name="Arrow: Left 12">
            <a:extLst>
              <a:ext uri="{FF2B5EF4-FFF2-40B4-BE49-F238E27FC236}">
                <a16:creationId xmlns:a16="http://schemas.microsoft.com/office/drawing/2014/main" id="{94232E0A-7470-4FA3-AAB1-2297CCCB3B0D}"/>
              </a:ext>
            </a:extLst>
          </p:cNvPr>
          <p:cNvSpPr/>
          <p:nvPr/>
        </p:nvSpPr>
        <p:spPr>
          <a:xfrm>
            <a:off x="4550822" y="4689292"/>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TextBox 13">
            <a:extLst>
              <a:ext uri="{FF2B5EF4-FFF2-40B4-BE49-F238E27FC236}">
                <a16:creationId xmlns:a16="http://schemas.microsoft.com/office/drawing/2014/main" id="{61183082-60B2-4B28-AD1A-6077F823A4EC}"/>
              </a:ext>
            </a:extLst>
          </p:cNvPr>
          <p:cNvSpPr txBox="1"/>
          <p:nvPr/>
        </p:nvSpPr>
        <p:spPr>
          <a:xfrm>
            <a:off x="5215819" y="4637689"/>
            <a:ext cx="474397" cy="369332"/>
          </a:xfrm>
          <a:prstGeom prst="rect">
            <a:avLst/>
          </a:prstGeom>
          <a:noFill/>
        </p:spPr>
        <p:txBody>
          <a:bodyPr wrap="square" rtlCol="0">
            <a:spAutoFit/>
          </a:bodyPr>
          <a:lstStyle/>
          <a:p>
            <a:r>
              <a:rPr lang="en-CA" b="1" dirty="0">
                <a:solidFill>
                  <a:srgbClr val="FF0000"/>
                </a:solidFill>
              </a:rPr>
              <a:t>5</a:t>
            </a:r>
          </a:p>
        </p:txBody>
      </p:sp>
      <p:sp>
        <p:nvSpPr>
          <p:cNvPr id="15" name="TextBox 14">
            <a:extLst>
              <a:ext uri="{FF2B5EF4-FFF2-40B4-BE49-F238E27FC236}">
                <a16:creationId xmlns:a16="http://schemas.microsoft.com/office/drawing/2014/main" id="{3AC74CFF-D98F-4826-8680-39B2B6CB8C2C}"/>
              </a:ext>
            </a:extLst>
          </p:cNvPr>
          <p:cNvSpPr txBox="1"/>
          <p:nvPr/>
        </p:nvSpPr>
        <p:spPr>
          <a:xfrm>
            <a:off x="1549803" y="2867167"/>
            <a:ext cx="485877" cy="369332"/>
          </a:xfrm>
          <a:prstGeom prst="rect">
            <a:avLst/>
          </a:prstGeom>
          <a:noFill/>
        </p:spPr>
        <p:txBody>
          <a:bodyPr wrap="square" rtlCol="0">
            <a:spAutoFit/>
          </a:bodyPr>
          <a:lstStyle/>
          <a:p>
            <a:r>
              <a:rPr lang="en-CA" b="1">
                <a:solidFill>
                  <a:srgbClr val="FF0000"/>
                </a:solidFill>
              </a:rPr>
              <a:t>1</a:t>
            </a:r>
          </a:p>
        </p:txBody>
      </p:sp>
      <p:sp>
        <p:nvSpPr>
          <p:cNvPr id="16" name="Arrow: Left 15">
            <a:extLst>
              <a:ext uri="{FF2B5EF4-FFF2-40B4-BE49-F238E27FC236}">
                <a16:creationId xmlns:a16="http://schemas.microsoft.com/office/drawing/2014/main" id="{F3942FF8-52F8-4A8B-A4E5-7DBC15668E20}"/>
              </a:ext>
            </a:extLst>
          </p:cNvPr>
          <p:cNvSpPr/>
          <p:nvPr/>
        </p:nvSpPr>
        <p:spPr>
          <a:xfrm rot="16200000">
            <a:off x="1619587" y="3008123"/>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mc:AlternateContent xmlns:mc="http://schemas.openxmlformats.org/markup-compatibility/2006" xmlns:p14="http://schemas.microsoft.com/office/powerpoint/2010/main">
        <mc:Choice Requires="p14">
          <p:contentPart p14:bwMode="auto" r:id="rId3">
            <p14:nvContentPartPr>
              <p14:cNvPr id="21" name="Ink 20">
                <a:extLst>
                  <a:ext uri="{FF2B5EF4-FFF2-40B4-BE49-F238E27FC236}">
                    <a16:creationId xmlns:a16="http://schemas.microsoft.com/office/drawing/2014/main" id="{DCDCA031-ACB8-4918-82BF-570F2E20A239}"/>
                  </a:ext>
                </a:extLst>
              </p14:cNvPr>
              <p14:cNvContentPartPr/>
              <p14:nvPr/>
            </p14:nvContentPartPr>
            <p14:xfrm>
              <a:off x="1567925" y="3432496"/>
              <a:ext cx="6653520" cy="836280"/>
            </p14:xfrm>
          </p:contentPart>
        </mc:Choice>
        <mc:Fallback xmlns="">
          <p:pic>
            <p:nvPicPr>
              <p:cNvPr id="21" name="Ink 20">
                <a:extLst>
                  <a:ext uri="{FF2B5EF4-FFF2-40B4-BE49-F238E27FC236}">
                    <a16:creationId xmlns:a16="http://schemas.microsoft.com/office/drawing/2014/main" id="{DCDCA031-ACB8-4918-82BF-570F2E20A239}"/>
                  </a:ext>
                </a:extLst>
              </p:cNvPr>
              <p:cNvPicPr/>
              <p:nvPr/>
            </p:nvPicPr>
            <p:blipFill>
              <a:blip r:embed="rId4"/>
              <a:stretch>
                <a:fillRect/>
              </a:stretch>
            </p:blipFill>
            <p:spPr>
              <a:xfrm>
                <a:off x="1531925" y="3396496"/>
                <a:ext cx="6725160" cy="9079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2" name="Ink 21">
                <a:extLst>
                  <a:ext uri="{FF2B5EF4-FFF2-40B4-BE49-F238E27FC236}">
                    <a16:creationId xmlns:a16="http://schemas.microsoft.com/office/drawing/2014/main" id="{724F9659-788C-4308-862C-03753D4F4F09}"/>
                  </a:ext>
                </a:extLst>
              </p14:cNvPr>
              <p14:cNvContentPartPr/>
              <p14:nvPr/>
            </p14:nvContentPartPr>
            <p14:xfrm>
              <a:off x="13477085" y="6042772"/>
              <a:ext cx="360" cy="360"/>
            </p14:xfrm>
          </p:contentPart>
        </mc:Choice>
        <mc:Fallback xmlns="">
          <p:pic>
            <p:nvPicPr>
              <p:cNvPr id="22" name="Ink 21">
                <a:extLst>
                  <a:ext uri="{FF2B5EF4-FFF2-40B4-BE49-F238E27FC236}">
                    <a16:creationId xmlns:a16="http://schemas.microsoft.com/office/drawing/2014/main" id="{724F9659-788C-4308-862C-03753D4F4F09}"/>
                  </a:ext>
                </a:extLst>
              </p:cNvPr>
              <p:cNvPicPr/>
              <p:nvPr/>
            </p:nvPicPr>
            <p:blipFill>
              <a:blip r:embed="rId6"/>
              <a:stretch>
                <a:fillRect/>
              </a:stretch>
            </p:blipFill>
            <p:spPr>
              <a:xfrm>
                <a:off x="13441085" y="6006772"/>
                <a:ext cx="72000" cy="72000"/>
              </a:xfrm>
              <a:prstGeom prst="rect">
                <a:avLst/>
              </a:prstGeom>
            </p:spPr>
          </p:pic>
        </mc:Fallback>
      </mc:AlternateContent>
      <p:sp>
        <p:nvSpPr>
          <p:cNvPr id="17" name="Slide Number Placeholder 16">
            <a:extLst>
              <a:ext uri="{FF2B5EF4-FFF2-40B4-BE49-F238E27FC236}">
                <a16:creationId xmlns:a16="http://schemas.microsoft.com/office/drawing/2014/main" id="{98E149EE-EB2A-4D4A-BE35-9CE9372DB2C8}"/>
              </a:ext>
            </a:extLst>
          </p:cNvPr>
          <p:cNvSpPr>
            <a:spLocks noGrp="1"/>
          </p:cNvSpPr>
          <p:nvPr>
            <p:ph type="sldNum" sz="quarter" idx="12"/>
          </p:nvPr>
        </p:nvSpPr>
        <p:spPr/>
        <p:txBody>
          <a:bodyPr/>
          <a:lstStyle/>
          <a:p>
            <a:fld id="{6B7CECC9-8688-4C14-9F38-24140407CAFB}" type="slidenum">
              <a:rPr lang="en-CA" smtClean="0"/>
              <a:t>37</a:t>
            </a:fld>
            <a:endParaRPr lang="en-CA"/>
          </a:p>
        </p:txBody>
      </p:sp>
    </p:spTree>
    <p:extLst>
      <p:ext uri="{BB962C8B-B14F-4D97-AF65-F5344CB8AC3E}">
        <p14:creationId xmlns:p14="http://schemas.microsoft.com/office/powerpoint/2010/main" val="32865343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F157F-79DE-4E80-9EAE-F263E92BB1BC}"/>
              </a:ext>
            </a:extLst>
          </p:cNvPr>
          <p:cNvSpPr>
            <a:spLocks noGrp="1"/>
          </p:cNvSpPr>
          <p:nvPr>
            <p:ph type="title"/>
          </p:nvPr>
        </p:nvSpPr>
        <p:spPr/>
        <p:txBody>
          <a:bodyPr/>
          <a:lstStyle/>
          <a:p>
            <a:r>
              <a:rPr lang="en-CA"/>
              <a:t>The </a:t>
            </a:r>
            <a:r>
              <a:rPr lang="en-CA" err="1"/>
              <a:t>Array.forEach</a:t>
            </a:r>
            <a:r>
              <a:rPr lang="en-CA"/>
              <a:t>() Method – Callback Function</a:t>
            </a:r>
          </a:p>
        </p:txBody>
      </p:sp>
      <p:sp>
        <p:nvSpPr>
          <p:cNvPr id="3" name="Content Placeholder 2">
            <a:extLst>
              <a:ext uri="{FF2B5EF4-FFF2-40B4-BE49-F238E27FC236}">
                <a16:creationId xmlns:a16="http://schemas.microsoft.com/office/drawing/2014/main" id="{C38D49AD-7C32-4CBB-88A1-E2ADE06CDE71}"/>
              </a:ext>
            </a:extLst>
          </p:cNvPr>
          <p:cNvSpPr>
            <a:spLocks noGrp="1"/>
          </p:cNvSpPr>
          <p:nvPr>
            <p:ph idx="1"/>
          </p:nvPr>
        </p:nvSpPr>
        <p:spPr>
          <a:xfrm>
            <a:off x="838200" y="1795480"/>
            <a:ext cx="10515600" cy="4351338"/>
          </a:xfrm>
        </p:spPr>
        <p:txBody>
          <a:bodyPr/>
          <a:lstStyle/>
          <a:p>
            <a:pPr lvl="1"/>
            <a:r>
              <a:rPr lang="en-CA"/>
              <a:t>The </a:t>
            </a:r>
            <a:r>
              <a:rPr lang="en-CA" err="1"/>
              <a:t>forEachDisplay</a:t>
            </a:r>
            <a:r>
              <a:rPr lang="en-CA"/>
              <a:t> is a function object</a:t>
            </a:r>
          </a:p>
        </p:txBody>
      </p:sp>
      <p:sp>
        <p:nvSpPr>
          <p:cNvPr id="4" name="Text Box 1033">
            <a:extLst>
              <a:ext uri="{FF2B5EF4-FFF2-40B4-BE49-F238E27FC236}">
                <a16:creationId xmlns:a16="http://schemas.microsoft.com/office/drawing/2014/main" id="{EC8C3456-0DB8-486B-9BCD-EF8A4A5BFD74}"/>
              </a:ext>
            </a:extLst>
          </p:cNvPr>
          <p:cNvSpPr txBox="1">
            <a:spLocks noChangeArrowheads="1"/>
          </p:cNvSpPr>
          <p:nvPr/>
        </p:nvSpPr>
        <p:spPr bwMode="auto">
          <a:xfrm>
            <a:off x="2127812" y="2333937"/>
            <a:ext cx="7729618" cy="3416320"/>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console.log(`Using </a:t>
            </a:r>
            <a:r>
              <a:rPr kumimoji="1" lang="en-US" altLang="en-US" sz="1800" b="1" kern="0" err="1">
                <a:solidFill>
                  <a:srgbClr val="000000"/>
                </a:solidFill>
                <a:latin typeface="Courier New" panose="02070309020205020404" pitchFamily="49" charset="0"/>
              </a:rPr>
              <a:t>forEach</a:t>
            </a:r>
            <a:r>
              <a:rPr kumimoji="1" lang="en-US" altLang="en-US" sz="1800" b="1" kern="0">
                <a:solidFill>
                  <a:srgbClr val="000000"/>
                </a:solidFill>
                <a:latin typeface="Courier New" panose="02070309020205020404" pitchFamily="49" charset="0"/>
              </a:rPr>
              <a:t>() method`)</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languages = ['French', 'English', 'Spanish'];</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console.log(languages);</a:t>
            </a:r>
          </a:p>
          <a:p>
            <a:pPr lvl="0" eaLnBrk="0" fontAlgn="base" hangingPunct="0">
              <a:spcBef>
                <a:spcPct val="0"/>
              </a:spcBef>
              <a:spcAft>
                <a:spcPct val="0"/>
              </a:spcAft>
              <a:buClrTx/>
              <a:buSzTx/>
              <a:buNone/>
              <a:defRPr/>
            </a:pPr>
            <a:endParaRPr kumimoji="1" lang="en-US" altLang="en-US" sz="1800" b="1" kern="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endParaRPr kumimoji="1" lang="en-US" altLang="en-US" sz="1800" b="1" kern="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r>
              <a:rPr kumimoji="1" lang="en-US" altLang="en-US" sz="1800" b="1" kern="0" err="1">
                <a:solidFill>
                  <a:srgbClr val="000000"/>
                </a:solidFill>
                <a:latin typeface="Courier New" panose="02070309020205020404" pitchFamily="49" charset="0"/>
              </a:rPr>
              <a:t>languages.forEach</a:t>
            </a:r>
            <a:r>
              <a:rPr kumimoji="1" lang="en-US" altLang="en-US" sz="1800" b="1" kern="0">
                <a:solidFill>
                  <a:srgbClr val="000000"/>
                </a:solidFill>
                <a:latin typeface="Courier New" panose="02070309020205020404" pitchFamily="49" charset="0"/>
              </a:rPr>
              <a:t>(</a:t>
            </a:r>
            <a:r>
              <a:rPr kumimoji="1" lang="en-US" altLang="en-US" sz="1800" b="1" kern="0" err="1">
                <a:solidFill>
                  <a:srgbClr val="FF0000"/>
                </a:solidFill>
                <a:latin typeface="Courier New" panose="02070309020205020404" pitchFamily="49" charset="0"/>
              </a:rPr>
              <a:t>forEachDisplay</a:t>
            </a:r>
            <a:r>
              <a:rPr kumimoji="1" lang="en-US" altLang="en-US" sz="1800" b="1" kern="0">
                <a:solidFill>
                  <a:srgbClr val="000000"/>
                </a:solidFill>
                <a:latin typeface="Courier New" panose="02070309020205020404" pitchFamily="49" charset="0"/>
              </a:rPr>
              <a:t>);</a:t>
            </a:r>
          </a:p>
          <a:p>
            <a:pPr lvl="0" eaLnBrk="0" fontAlgn="base" hangingPunct="0">
              <a:spcBef>
                <a:spcPct val="0"/>
              </a:spcBef>
              <a:spcAft>
                <a:spcPct val="0"/>
              </a:spcAft>
              <a:buClrTx/>
              <a:buSzTx/>
              <a:buNone/>
              <a:defRPr/>
            </a:pPr>
            <a:endParaRPr kumimoji="1" lang="en-US" altLang="en-US" sz="1800" b="1" kern="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function </a:t>
            </a:r>
            <a:r>
              <a:rPr kumimoji="1" lang="en-US" altLang="en-US" sz="1800" b="1" kern="0" err="1">
                <a:solidFill>
                  <a:srgbClr val="FF0000"/>
                </a:solidFill>
                <a:latin typeface="Courier New" panose="02070309020205020404" pitchFamily="49" charset="0"/>
              </a:rPr>
              <a:t>forEachDisplay</a:t>
            </a:r>
            <a:r>
              <a:rPr kumimoji="1" lang="en-US" altLang="en-US" sz="1800" b="1" kern="0">
                <a:solidFill>
                  <a:srgbClr val="000000"/>
                </a:solidFill>
                <a:latin typeface="Courier New" panose="02070309020205020404" pitchFamily="49" charset="0"/>
              </a:rPr>
              <a:t>(element, index) {</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    console.log(`languages[${index}]= ${element}`);</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a:t>
            </a:r>
          </a:p>
          <a:p>
            <a:pPr lvl="0" eaLnBrk="0" fontAlgn="base" hangingPunct="0">
              <a:spcBef>
                <a:spcPct val="0"/>
              </a:spcBef>
              <a:spcAft>
                <a:spcPct val="0"/>
              </a:spcAft>
              <a:buClrTx/>
              <a:buSzTx/>
              <a:buNone/>
              <a:defRPr/>
            </a:pPr>
            <a:endParaRPr kumimoji="1" lang="en-US" altLang="en-US" sz="1800" b="1" kern="0">
              <a:solidFill>
                <a:srgbClr val="000000"/>
              </a:solidFill>
              <a:latin typeface="Courier New" panose="02070309020205020404" pitchFamily="49" charset="0"/>
            </a:endParaRPr>
          </a:p>
          <a:p>
            <a:pPr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console.log(languages);</a:t>
            </a:r>
          </a:p>
        </p:txBody>
      </p:sp>
      <p:sp>
        <p:nvSpPr>
          <p:cNvPr id="6" name="Arrow: Left 5">
            <a:extLst>
              <a:ext uri="{FF2B5EF4-FFF2-40B4-BE49-F238E27FC236}">
                <a16:creationId xmlns:a16="http://schemas.microsoft.com/office/drawing/2014/main" id="{3FD5F4F3-F6AE-4D1F-B117-5C84E0DD7DDE}"/>
              </a:ext>
            </a:extLst>
          </p:cNvPr>
          <p:cNvSpPr/>
          <p:nvPr/>
        </p:nvSpPr>
        <p:spPr>
          <a:xfrm>
            <a:off x="8482325" y="2657336"/>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TextBox 6">
            <a:extLst>
              <a:ext uri="{FF2B5EF4-FFF2-40B4-BE49-F238E27FC236}">
                <a16:creationId xmlns:a16="http://schemas.microsoft.com/office/drawing/2014/main" id="{DFD6B042-5135-423A-A9C9-34219CDD78AE}"/>
              </a:ext>
            </a:extLst>
          </p:cNvPr>
          <p:cNvSpPr txBox="1"/>
          <p:nvPr/>
        </p:nvSpPr>
        <p:spPr>
          <a:xfrm>
            <a:off x="9126366" y="2605733"/>
            <a:ext cx="474397" cy="369332"/>
          </a:xfrm>
          <a:prstGeom prst="rect">
            <a:avLst/>
          </a:prstGeom>
          <a:noFill/>
        </p:spPr>
        <p:txBody>
          <a:bodyPr wrap="square" rtlCol="0">
            <a:spAutoFit/>
          </a:bodyPr>
          <a:lstStyle/>
          <a:p>
            <a:r>
              <a:rPr lang="en-CA" b="1">
                <a:solidFill>
                  <a:srgbClr val="FF0000"/>
                </a:solidFill>
              </a:rPr>
              <a:t>1</a:t>
            </a:r>
          </a:p>
        </p:txBody>
      </p:sp>
      <p:sp>
        <p:nvSpPr>
          <p:cNvPr id="11" name="Arrow: Left 10">
            <a:extLst>
              <a:ext uri="{FF2B5EF4-FFF2-40B4-BE49-F238E27FC236}">
                <a16:creationId xmlns:a16="http://schemas.microsoft.com/office/drawing/2014/main" id="{0B406BF7-71A0-477F-93A0-9B7137977FE5}"/>
              </a:ext>
            </a:extLst>
          </p:cNvPr>
          <p:cNvSpPr/>
          <p:nvPr/>
        </p:nvSpPr>
        <p:spPr>
          <a:xfrm>
            <a:off x="5532113" y="5344099"/>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TextBox 11">
            <a:extLst>
              <a:ext uri="{FF2B5EF4-FFF2-40B4-BE49-F238E27FC236}">
                <a16:creationId xmlns:a16="http://schemas.microsoft.com/office/drawing/2014/main" id="{D8F77E74-2824-46CE-9A45-21D7CCEAEE54}"/>
              </a:ext>
            </a:extLst>
          </p:cNvPr>
          <p:cNvSpPr txBox="1"/>
          <p:nvPr/>
        </p:nvSpPr>
        <p:spPr>
          <a:xfrm>
            <a:off x="6176154" y="5292496"/>
            <a:ext cx="474397" cy="369332"/>
          </a:xfrm>
          <a:prstGeom prst="rect">
            <a:avLst/>
          </a:prstGeom>
          <a:noFill/>
        </p:spPr>
        <p:txBody>
          <a:bodyPr wrap="square" rtlCol="0">
            <a:spAutoFit/>
          </a:bodyPr>
          <a:lstStyle/>
          <a:p>
            <a:r>
              <a:rPr lang="en-CA" b="1">
                <a:solidFill>
                  <a:srgbClr val="FF0000"/>
                </a:solidFill>
              </a:rPr>
              <a:t>4</a:t>
            </a:r>
          </a:p>
        </p:txBody>
      </p:sp>
      <p:sp>
        <p:nvSpPr>
          <p:cNvPr id="17" name="Arrow: Left 16">
            <a:extLst>
              <a:ext uri="{FF2B5EF4-FFF2-40B4-BE49-F238E27FC236}">
                <a16:creationId xmlns:a16="http://schemas.microsoft.com/office/drawing/2014/main" id="{422DA80E-710B-4654-88B3-11D797CCCD3F}"/>
              </a:ext>
            </a:extLst>
          </p:cNvPr>
          <p:cNvSpPr/>
          <p:nvPr/>
        </p:nvSpPr>
        <p:spPr>
          <a:xfrm>
            <a:off x="7101331" y="3798332"/>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 name="TextBox 17">
            <a:extLst>
              <a:ext uri="{FF2B5EF4-FFF2-40B4-BE49-F238E27FC236}">
                <a16:creationId xmlns:a16="http://schemas.microsoft.com/office/drawing/2014/main" id="{FA0B77FB-0617-4D73-BE30-9114E9708671}"/>
              </a:ext>
            </a:extLst>
          </p:cNvPr>
          <p:cNvSpPr txBox="1"/>
          <p:nvPr/>
        </p:nvSpPr>
        <p:spPr>
          <a:xfrm>
            <a:off x="7745372" y="3746729"/>
            <a:ext cx="474397" cy="369332"/>
          </a:xfrm>
          <a:prstGeom prst="rect">
            <a:avLst/>
          </a:prstGeom>
          <a:noFill/>
        </p:spPr>
        <p:txBody>
          <a:bodyPr wrap="square" rtlCol="0">
            <a:spAutoFit/>
          </a:bodyPr>
          <a:lstStyle/>
          <a:p>
            <a:r>
              <a:rPr lang="en-CA" b="1">
                <a:solidFill>
                  <a:srgbClr val="FF0000"/>
                </a:solidFill>
              </a:rPr>
              <a:t>2</a:t>
            </a:r>
          </a:p>
        </p:txBody>
      </p:sp>
      <p:sp>
        <p:nvSpPr>
          <p:cNvPr id="19" name="Arrow: Left 18">
            <a:extLst>
              <a:ext uri="{FF2B5EF4-FFF2-40B4-BE49-F238E27FC236}">
                <a16:creationId xmlns:a16="http://schemas.microsoft.com/office/drawing/2014/main" id="{6B774BA3-8E08-4B50-907E-53B21A1A8847}"/>
              </a:ext>
            </a:extLst>
          </p:cNvPr>
          <p:cNvSpPr/>
          <p:nvPr/>
        </p:nvSpPr>
        <p:spPr>
          <a:xfrm>
            <a:off x="7929945" y="4330541"/>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 name="TextBox 19">
            <a:extLst>
              <a:ext uri="{FF2B5EF4-FFF2-40B4-BE49-F238E27FC236}">
                <a16:creationId xmlns:a16="http://schemas.microsoft.com/office/drawing/2014/main" id="{A91A1E1B-E358-4B97-8978-7366C060249C}"/>
              </a:ext>
            </a:extLst>
          </p:cNvPr>
          <p:cNvSpPr txBox="1"/>
          <p:nvPr/>
        </p:nvSpPr>
        <p:spPr>
          <a:xfrm>
            <a:off x="8573986" y="4278938"/>
            <a:ext cx="474397" cy="369332"/>
          </a:xfrm>
          <a:prstGeom prst="rect">
            <a:avLst/>
          </a:prstGeom>
          <a:noFill/>
        </p:spPr>
        <p:txBody>
          <a:bodyPr wrap="square" rtlCol="0">
            <a:spAutoFit/>
          </a:bodyPr>
          <a:lstStyle/>
          <a:p>
            <a:r>
              <a:rPr lang="en-CA" b="1">
                <a:solidFill>
                  <a:srgbClr val="FF0000"/>
                </a:solidFill>
              </a:rPr>
              <a:t>3</a:t>
            </a:r>
          </a:p>
        </p:txBody>
      </p:sp>
      <p:sp>
        <p:nvSpPr>
          <p:cNvPr id="21" name="TextBox 20">
            <a:extLst>
              <a:ext uri="{FF2B5EF4-FFF2-40B4-BE49-F238E27FC236}">
                <a16:creationId xmlns:a16="http://schemas.microsoft.com/office/drawing/2014/main" id="{F04D37B8-5C6B-438C-A8BB-B84CAD171333}"/>
              </a:ext>
            </a:extLst>
          </p:cNvPr>
          <p:cNvSpPr txBox="1"/>
          <p:nvPr/>
        </p:nvSpPr>
        <p:spPr>
          <a:xfrm>
            <a:off x="4741900" y="3429000"/>
            <a:ext cx="1698766" cy="369332"/>
          </a:xfrm>
          <a:prstGeom prst="rect">
            <a:avLst/>
          </a:prstGeom>
          <a:noFill/>
        </p:spPr>
        <p:txBody>
          <a:bodyPr wrap="square" rtlCol="0">
            <a:spAutoFit/>
          </a:bodyPr>
          <a:lstStyle/>
          <a:p>
            <a:r>
              <a:rPr lang="en-CA" b="1">
                <a:solidFill>
                  <a:srgbClr val="00B050"/>
                </a:solidFill>
              </a:rPr>
              <a:t>function object</a:t>
            </a:r>
          </a:p>
        </p:txBody>
      </p:sp>
      <p:sp>
        <p:nvSpPr>
          <p:cNvPr id="5" name="Slide Number Placeholder 4">
            <a:extLst>
              <a:ext uri="{FF2B5EF4-FFF2-40B4-BE49-F238E27FC236}">
                <a16:creationId xmlns:a16="http://schemas.microsoft.com/office/drawing/2014/main" id="{57A7B1D7-98DB-41F5-A610-F560ED8D8955}"/>
              </a:ext>
            </a:extLst>
          </p:cNvPr>
          <p:cNvSpPr>
            <a:spLocks noGrp="1"/>
          </p:cNvSpPr>
          <p:nvPr>
            <p:ph type="sldNum" sz="quarter" idx="12"/>
          </p:nvPr>
        </p:nvSpPr>
        <p:spPr/>
        <p:txBody>
          <a:bodyPr/>
          <a:lstStyle/>
          <a:p>
            <a:fld id="{6B7CECC9-8688-4C14-9F38-24140407CAFB}" type="slidenum">
              <a:rPr lang="en-CA" smtClean="0"/>
              <a:t>38</a:t>
            </a:fld>
            <a:endParaRPr lang="en-CA"/>
          </a:p>
        </p:txBody>
      </p:sp>
    </p:spTree>
    <p:extLst>
      <p:ext uri="{BB962C8B-B14F-4D97-AF65-F5344CB8AC3E}">
        <p14:creationId xmlns:p14="http://schemas.microsoft.com/office/powerpoint/2010/main" val="6010894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C4245-DE26-4474-8570-6C9CD2355A8D}"/>
              </a:ext>
            </a:extLst>
          </p:cNvPr>
          <p:cNvSpPr>
            <a:spLocks noGrp="1"/>
          </p:cNvSpPr>
          <p:nvPr>
            <p:ph type="title"/>
          </p:nvPr>
        </p:nvSpPr>
        <p:spPr/>
        <p:txBody>
          <a:bodyPr/>
          <a:lstStyle/>
          <a:p>
            <a:r>
              <a:rPr lang="en-CA"/>
              <a:t>The </a:t>
            </a:r>
            <a:r>
              <a:rPr lang="en-CA" err="1"/>
              <a:t>Array.forEach</a:t>
            </a:r>
            <a:r>
              <a:rPr lang="en-CA"/>
              <a:t>() Method – Using Fat Arrow</a:t>
            </a:r>
          </a:p>
        </p:txBody>
      </p:sp>
      <p:sp>
        <p:nvSpPr>
          <p:cNvPr id="3" name="Content Placeholder 2">
            <a:extLst>
              <a:ext uri="{FF2B5EF4-FFF2-40B4-BE49-F238E27FC236}">
                <a16:creationId xmlns:a16="http://schemas.microsoft.com/office/drawing/2014/main" id="{F64209CB-C442-4650-B46B-1C48BCE88126}"/>
              </a:ext>
            </a:extLst>
          </p:cNvPr>
          <p:cNvSpPr>
            <a:spLocks noGrp="1"/>
          </p:cNvSpPr>
          <p:nvPr>
            <p:ph idx="1"/>
          </p:nvPr>
        </p:nvSpPr>
        <p:spPr/>
        <p:txBody>
          <a:bodyPr/>
          <a:lstStyle/>
          <a:p>
            <a:pPr lvl="1"/>
            <a:r>
              <a:rPr lang="en-CA"/>
              <a:t>The below uses ES6 fat arrows</a:t>
            </a:r>
          </a:p>
        </p:txBody>
      </p:sp>
      <p:sp>
        <p:nvSpPr>
          <p:cNvPr id="4" name="Text Box 1033">
            <a:extLst>
              <a:ext uri="{FF2B5EF4-FFF2-40B4-BE49-F238E27FC236}">
                <a16:creationId xmlns:a16="http://schemas.microsoft.com/office/drawing/2014/main" id="{81EA5E83-B39D-43B5-BFCA-D3ABEF53806D}"/>
              </a:ext>
            </a:extLst>
          </p:cNvPr>
          <p:cNvSpPr txBox="1">
            <a:spLocks noChangeArrowheads="1"/>
          </p:cNvSpPr>
          <p:nvPr/>
        </p:nvSpPr>
        <p:spPr bwMode="auto">
          <a:xfrm>
            <a:off x="2009717" y="2500550"/>
            <a:ext cx="8063180" cy="2862322"/>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console.log(`Using </a:t>
            </a:r>
            <a:r>
              <a:rPr kumimoji="1" lang="en-US" altLang="en-US" sz="1800" b="1" kern="0" err="1">
                <a:solidFill>
                  <a:srgbClr val="000000"/>
                </a:solidFill>
                <a:latin typeface="Courier New" panose="02070309020205020404" pitchFamily="49" charset="0"/>
              </a:rPr>
              <a:t>forEach</a:t>
            </a:r>
            <a:r>
              <a:rPr kumimoji="1" lang="en-US" altLang="en-US" sz="1800" b="1" kern="0">
                <a:solidFill>
                  <a:srgbClr val="000000"/>
                </a:solidFill>
                <a:latin typeface="Courier New" panose="02070309020205020404" pitchFamily="49" charset="0"/>
              </a:rPr>
              <a:t>() method`)</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let languages = ['French', 'English', 'Spanish'];</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console.log(languages);</a:t>
            </a:r>
          </a:p>
          <a:p>
            <a:pPr lvl="0" eaLnBrk="0" fontAlgn="base" hangingPunct="0">
              <a:spcBef>
                <a:spcPct val="0"/>
              </a:spcBef>
              <a:spcAft>
                <a:spcPct val="0"/>
              </a:spcAft>
              <a:buClrTx/>
              <a:buSzTx/>
              <a:buNone/>
              <a:defRPr/>
            </a:pPr>
            <a:endParaRPr kumimoji="1" lang="en-US" altLang="en-US" sz="1800" b="1" kern="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endParaRPr kumimoji="1" lang="en-US" altLang="en-US" sz="1800" b="1" kern="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endParaRPr kumimoji="1" lang="en-US" altLang="en-US" sz="1800" b="1" kern="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r>
              <a:rPr kumimoji="1" lang="en-US" altLang="en-US" sz="1800" b="1" kern="0" err="1">
                <a:solidFill>
                  <a:srgbClr val="000000"/>
                </a:solidFill>
                <a:latin typeface="Courier New" panose="02070309020205020404" pitchFamily="49" charset="0"/>
              </a:rPr>
              <a:t>languages.forEach</a:t>
            </a:r>
            <a:r>
              <a:rPr kumimoji="1" lang="en-US" altLang="en-US" sz="1800" b="1" kern="0">
                <a:solidFill>
                  <a:srgbClr val="000000"/>
                </a:solidFill>
                <a:latin typeface="Courier New" panose="02070309020205020404" pitchFamily="49" charset="0"/>
              </a:rPr>
              <a:t>((element, index) =&gt; </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    console.log(`languages[${index}]= ${element}`)</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console.log(languages);</a:t>
            </a:r>
          </a:p>
        </p:txBody>
      </p:sp>
      <p:sp>
        <p:nvSpPr>
          <p:cNvPr id="5" name="TextBox 4">
            <a:extLst>
              <a:ext uri="{FF2B5EF4-FFF2-40B4-BE49-F238E27FC236}">
                <a16:creationId xmlns:a16="http://schemas.microsoft.com/office/drawing/2014/main" id="{F5BE5220-7768-4905-9D01-F191B3E4C5BD}"/>
              </a:ext>
            </a:extLst>
          </p:cNvPr>
          <p:cNvSpPr txBox="1"/>
          <p:nvPr/>
        </p:nvSpPr>
        <p:spPr>
          <a:xfrm>
            <a:off x="4713335" y="3590249"/>
            <a:ext cx="485877" cy="369332"/>
          </a:xfrm>
          <a:prstGeom prst="rect">
            <a:avLst/>
          </a:prstGeom>
          <a:noFill/>
        </p:spPr>
        <p:txBody>
          <a:bodyPr wrap="square" rtlCol="0">
            <a:spAutoFit/>
          </a:bodyPr>
          <a:lstStyle/>
          <a:p>
            <a:r>
              <a:rPr lang="en-CA" b="1">
                <a:solidFill>
                  <a:srgbClr val="FF0000"/>
                </a:solidFill>
              </a:rPr>
              <a:t>2</a:t>
            </a:r>
          </a:p>
        </p:txBody>
      </p:sp>
      <p:sp>
        <p:nvSpPr>
          <p:cNvPr id="6" name="Arrow: Left 5">
            <a:extLst>
              <a:ext uri="{FF2B5EF4-FFF2-40B4-BE49-F238E27FC236}">
                <a16:creationId xmlns:a16="http://schemas.microsoft.com/office/drawing/2014/main" id="{28B6E3D3-33F0-4894-8607-ED669A12B3C8}"/>
              </a:ext>
            </a:extLst>
          </p:cNvPr>
          <p:cNvSpPr/>
          <p:nvPr/>
        </p:nvSpPr>
        <p:spPr>
          <a:xfrm>
            <a:off x="8872230" y="2823949"/>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TextBox 6">
            <a:extLst>
              <a:ext uri="{FF2B5EF4-FFF2-40B4-BE49-F238E27FC236}">
                <a16:creationId xmlns:a16="http://schemas.microsoft.com/office/drawing/2014/main" id="{39C64922-9362-4D7E-978E-EB5727A36B79}"/>
              </a:ext>
            </a:extLst>
          </p:cNvPr>
          <p:cNvSpPr txBox="1"/>
          <p:nvPr/>
        </p:nvSpPr>
        <p:spPr>
          <a:xfrm>
            <a:off x="9516271" y="2772346"/>
            <a:ext cx="474397" cy="369332"/>
          </a:xfrm>
          <a:prstGeom prst="rect">
            <a:avLst/>
          </a:prstGeom>
          <a:noFill/>
        </p:spPr>
        <p:txBody>
          <a:bodyPr wrap="square" rtlCol="0">
            <a:spAutoFit/>
          </a:bodyPr>
          <a:lstStyle/>
          <a:p>
            <a:r>
              <a:rPr lang="en-CA" b="1">
                <a:solidFill>
                  <a:srgbClr val="FF0000"/>
                </a:solidFill>
              </a:rPr>
              <a:t>1</a:t>
            </a:r>
          </a:p>
        </p:txBody>
      </p:sp>
      <p:sp>
        <p:nvSpPr>
          <p:cNvPr id="8" name="Arrow: Left 7">
            <a:extLst>
              <a:ext uri="{FF2B5EF4-FFF2-40B4-BE49-F238E27FC236}">
                <a16:creationId xmlns:a16="http://schemas.microsoft.com/office/drawing/2014/main" id="{E435FDAD-F6A4-4C52-BD88-98025F0B5D99}"/>
              </a:ext>
            </a:extLst>
          </p:cNvPr>
          <p:cNvSpPr/>
          <p:nvPr/>
        </p:nvSpPr>
        <p:spPr>
          <a:xfrm rot="16200000">
            <a:off x="4783119" y="3731205"/>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Arrow: Left 8">
            <a:extLst>
              <a:ext uri="{FF2B5EF4-FFF2-40B4-BE49-F238E27FC236}">
                <a16:creationId xmlns:a16="http://schemas.microsoft.com/office/drawing/2014/main" id="{AAED5DBB-6776-417E-9F0A-FBA9869040D7}"/>
              </a:ext>
            </a:extLst>
          </p:cNvPr>
          <p:cNvSpPr/>
          <p:nvPr/>
        </p:nvSpPr>
        <p:spPr>
          <a:xfrm rot="16200000">
            <a:off x="5940232" y="3725559"/>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TextBox 9">
            <a:extLst>
              <a:ext uri="{FF2B5EF4-FFF2-40B4-BE49-F238E27FC236}">
                <a16:creationId xmlns:a16="http://schemas.microsoft.com/office/drawing/2014/main" id="{4A3F6ACF-6209-4A21-8609-CE292A470451}"/>
              </a:ext>
            </a:extLst>
          </p:cNvPr>
          <p:cNvSpPr txBox="1"/>
          <p:nvPr/>
        </p:nvSpPr>
        <p:spPr>
          <a:xfrm>
            <a:off x="5820325" y="3575593"/>
            <a:ext cx="485877" cy="369332"/>
          </a:xfrm>
          <a:prstGeom prst="rect">
            <a:avLst/>
          </a:prstGeom>
          <a:noFill/>
        </p:spPr>
        <p:txBody>
          <a:bodyPr wrap="square" rtlCol="0">
            <a:spAutoFit/>
          </a:bodyPr>
          <a:lstStyle/>
          <a:p>
            <a:r>
              <a:rPr lang="en-CA" b="1">
                <a:solidFill>
                  <a:srgbClr val="FF0000"/>
                </a:solidFill>
              </a:rPr>
              <a:t>3</a:t>
            </a:r>
          </a:p>
        </p:txBody>
      </p:sp>
      <p:sp>
        <p:nvSpPr>
          <p:cNvPr id="11" name="Arrow: Left 10">
            <a:extLst>
              <a:ext uri="{FF2B5EF4-FFF2-40B4-BE49-F238E27FC236}">
                <a16:creationId xmlns:a16="http://schemas.microsoft.com/office/drawing/2014/main" id="{D3A9944C-459B-4BA6-B332-B1F4F4C97501}"/>
              </a:ext>
            </a:extLst>
          </p:cNvPr>
          <p:cNvSpPr/>
          <p:nvPr/>
        </p:nvSpPr>
        <p:spPr>
          <a:xfrm>
            <a:off x="9427775" y="4511358"/>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TextBox 11">
            <a:extLst>
              <a:ext uri="{FF2B5EF4-FFF2-40B4-BE49-F238E27FC236}">
                <a16:creationId xmlns:a16="http://schemas.microsoft.com/office/drawing/2014/main" id="{AEEF20E0-3EEC-4558-8E43-CB996AA3E889}"/>
              </a:ext>
            </a:extLst>
          </p:cNvPr>
          <p:cNvSpPr txBox="1"/>
          <p:nvPr/>
        </p:nvSpPr>
        <p:spPr>
          <a:xfrm>
            <a:off x="10071816" y="4459755"/>
            <a:ext cx="474397" cy="369332"/>
          </a:xfrm>
          <a:prstGeom prst="rect">
            <a:avLst/>
          </a:prstGeom>
          <a:noFill/>
        </p:spPr>
        <p:txBody>
          <a:bodyPr wrap="square" rtlCol="0">
            <a:spAutoFit/>
          </a:bodyPr>
          <a:lstStyle/>
          <a:p>
            <a:r>
              <a:rPr lang="en-CA" b="1">
                <a:solidFill>
                  <a:srgbClr val="FF0000"/>
                </a:solidFill>
              </a:rPr>
              <a:t>4</a:t>
            </a:r>
          </a:p>
        </p:txBody>
      </p:sp>
      <p:sp>
        <p:nvSpPr>
          <p:cNvPr id="13" name="Arrow: Left 12">
            <a:extLst>
              <a:ext uri="{FF2B5EF4-FFF2-40B4-BE49-F238E27FC236}">
                <a16:creationId xmlns:a16="http://schemas.microsoft.com/office/drawing/2014/main" id="{021C59FB-939F-4C19-A4A6-E7A47401A1BB}"/>
              </a:ext>
            </a:extLst>
          </p:cNvPr>
          <p:cNvSpPr/>
          <p:nvPr/>
        </p:nvSpPr>
        <p:spPr>
          <a:xfrm>
            <a:off x="5367030" y="5019968"/>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TextBox 13">
            <a:extLst>
              <a:ext uri="{FF2B5EF4-FFF2-40B4-BE49-F238E27FC236}">
                <a16:creationId xmlns:a16="http://schemas.microsoft.com/office/drawing/2014/main" id="{29F59F04-4342-41C1-8708-823D0C735B5C}"/>
              </a:ext>
            </a:extLst>
          </p:cNvPr>
          <p:cNvSpPr txBox="1"/>
          <p:nvPr/>
        </p:nvSpPr>
        <p:spPr>
          <a:xfrm>
            <a:off x="6011071" y="4968365"/>
            <a:ext cx="474397" cy="369332"/>
          </a:xfrm>
          <a:prstGeom prst="rect">
            <a:avLst/>
          </a:prstGeom>
          <a:noFill/>
        </p:spPr>
        <p:txBody>
          <a:bodyPr wrap="square" rtlCol="0">
            <a:spAutoFit/>
          </a:bodyPr>
          <a:lstStyle/>
          <a:p>
            <a:r>
              <a:rPr lang="en-CA" b="1">
                <a:solidFill>
                  <a:srgbClr val="FF0000"/>
                </a:solidFill>
              </a:rPr>
              <a:t>5</a:t>
            </a:r>
          </a:p>
        </p:txBody>
      </p:sp>
      <p:sp>
        <p:nvSpPr>
          <p:cNvPr id="15" name="TextBox 14">
            <a:extLst>
              <a:ext uri="{FF2B5EF4-FFF2-40B4-BE49-F238E27FC236}">
                <a16:creationId xmlns:a16="http://schemas.microsoft.com/office/drawing/2014/main" id="{3FFD096C-DE41-4EB4-9570-8B72587E9111}"/>
              </a:ext>
            </a:extLst>
          </p:cNvPr>
          <p:cNvSpPr txBox="1"/>
          <p:nvPr/>
        </p:nvSpPr>
        <p:spPr>
          <a:xfrm>
            <a:off x="2385182" y="3596729"/>
            <a:ext cx="485877" cy="369332"/>
          </a:xfrm>
          <a:prstGeom prst="rect">
            <a:avLst/>
          </a:prstGeom>
          <a:noFill/>
        </p:spPr>
        <p:txBody>
          <a:bodyPr wrap="square" rtlCol="0">
            <a:spAutoFit/>
          </a:bodyPr>
          <a:lstStyle/>
          <a:p>
            <a:r>
              <a:rPr lang="en-CA" b="1">
                <a:solidFill>
                  <a:srgbClr val="FF0000"/>
                </a:solidFill>
              </a:rPr>
              <a:t>1</a:t>
            </a:r>
          </a:p>
        </p:txBody>
      </p:sp>
      <p:sp>
        <p:nvSpPr>
          <p:cNvPr id="16" name="Arrow: Left 15">
            <a:extLst>
              <a:ext uri="{FF2B5EF4-FFF2-40B4-BE49-F238E27FC236}">
                <a16:creationId xmlns:a16="http://schemas.microsoft.com/office/drawing/2014/main" id="{7C9E0B96-85D8-4A92-BC2E-5CE955ADBDF6}"/>
              </a:ext>
            </a:extLst>
          </p:cNvPr>
          <p:cNvSpPr/>
          <p:nvPr/>
        </p:nvSpPr>
        <p:spPr>
          <a:xfrm rot="16200000">
            <a:off x="2454966" y="3737685"/>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Slide Number Placeholder 16">
            <a:extLst>
              <a:ext uri="{FF2B5EF4-FFF2-40B4-BE49-F238E27FC236}">
                <a16:creationId xmlns:a16="http://schemas.microsoft.com/office/drawing/2014/main" id="{60AD5B42-A736-4099-93BA-E37ED609B8FC}"/>
              </a:ext>
            </a:extLst>
          </p:cNvPr>
          <p:cNvSpPr>
            <a:spLocks noGrp="1"/>
          </p:cNvSpPr>
          <p:nvPr>
            <p:ph type="sldNum" sz="quarter" idx="12"/>
          </p:nvPr>
        </p:nvSpPr>
        <p:spPr/>
        <p:txBody>
          <a:bodyPr/>
          <a:lstStyle/>
          <a:p>
            <a:fld id="{6B7CECC9-8688-4C14-9F38-24140407CAFB}" type="slidenum">
              <a:rPr lang="en-CA" smtClean="0"/>
              <a:t>39</a:t>
            </a:fld>
            <a:endParaRPr lang="en-CA"/>
          </a:p>
        </p:txBody>
      </p:sp>
    </p:spTree>
    <p:extLst>
      <p:ext uri="{BB962C8B-B14F-4D97-AF65-F5344CB8AC3E}">
        <p14:creationId xmlns:p14="http://schemas.microsoft.com/office/powerpoint/2010/main" val="11750460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F94C1-0C3D-41D4-8CD3-DFCCBDD3BF16}"/>
              </a:ext>
            </a:extLst>
          </p:cNvPr>
          <p:cNvSpPr>
            <a:spLocks noGrp="1"/>
          </p:cNvSpPr>
          <p:nvPr>
            <p:ph type="title"/>
          </p:nvPr>
        </p:nvSpPr>
        <p:spPr/>
        <p:txBody>
          <a:bodyPr/>
          <a:lstStyle/>
          <a:p>
            <a:r>
              <a:rPr lang="en-CA"/>
              <a:t>The </a:t>
            </a:r>
            <a:r>
              <a:rPr lang="en-CA" err="1"/>
              <a:t>Array.map</a:t>
            </a:r>
            <a:r>
              <a:rPr lang="en-CA"/>
              <a:t>() Method</a:t>
            </a:r>
          </a:p>
        </p:txBody>
      </p:sp>
      <p:sp>
        <p:nvSpPr>
          <p:cNvPr id="3" name="Content Placeholder 2">
            <a:extLst>
              <a:ext uri="{FF2B5EF4-FFF2-40B4-BE49-F238E27FC236}">
                <a16:creationId xmlns:a16="http://schemas.microsoft.com/office/drawing/2014/main" id="{5ADB09C8-B2A4-49C9-9F0A-02A409906067}"/>
              </a:ext>
            </a:extLst>
          </p:cNvPr>
          <p:cNvSpPr>
            <a:spLocks noGrp="1"/>
          </p:cNvSpPr>
          <p:nvPr>
            <p:ph idx="1"/>
          </p:nvPr>
        </p:nvSpPr>
        <p:spPr/>
        <p:txBody>
          <a:bodyPr>
            <a:normAutofit fontScale="92500" lnSpcReduction="20000"/>
          </a:bodyPr>
          <a:lstStyle/>
          <a:p>
            <a:r>
              <a:rPr lang="en-CA"/>
              <a:t>The Array's object map() method </a:t>
            </a:r>
            <a:r>
              <a:rPr lang="en-US"/>
              <a:t>creates a new array populated with the results of a callback function</a:t>
            </a:r>
          </a:p>
          <a:p>
            <a:pPr lvl="1"/>
            <a:r>
              <a:rPr lang="en-US"/>
              <a:t>The callback function runs for each value in the array and returns each new value in the resulting array</a:t>
            </a:r>
          </a:p>
          <a:p>
            <a:pPr lvl="1"/>
            <a:endParaRPr lang="en-US"/>
          </a:p>
          <a:p>
            <a:pPr lvl="1"/>
            <a:endParaRPr lang="en-US"/>
          </a:p>
          <a:p>
            <a:pPr lvl="1"/>
            <a:r>
              <a:rPr lang="en-US"/>
              <a:t>The arguments of the callback function are as follows</a:t>
            </a:r>
          </a:p>
          <a:p>
            <a:pPr lvl="2"/>
            <a:r>
              <a:rPr lang="en-US" err="1"/>
              <a:t>currentValue</a:t>
            </a:r>
            <a:r>
              <a:rPr lang="en-US"/>
              <a:t> (required) – the value of the current element</a:t>
            </a:r>
          </a:p>
          <a:p>
            <a:pPr lvl="2"/>
            <a:r>
              <a:rPr lang="en-US"/>
              <a:t>index (optional) – the index of the current element</a:t>
            </a:r>
          </a:p>
          <a:p>
            <a:pPr lvl="2"/>
            <a:r>
              <a:rPr lang="en-US" err="1"/>
              <a:t>arr</a:t>
            </a:r>
            <a:r>
              <a:rPr lang="en-US"/>
              <a:t> (optional) – the current array that the element belong to</a:t>
            </a:r>
          </a:p>
          <a:p>
            <a:pPr lvl="2"/>
            <a:r>
              <a:rPr lang="en-US" err="1"/>
              <a:t>thisValue</a:t>
            </a:r>
            <a:r>
              <a:rPr lang="en-US"/>
              <a:t> (optional) -  the value to use as this when executing callback</a:t>
            </a:r>
          </a:p>
          <a:p>
            <a:pPr lvl="1"/>
            <a:r>
              <a:rPr lang="en-US"/>
              <a:t>Return value</a:t>
            </a:r>
          </a:p>
          <a:p>
            <a:pPr lvl="2"/>
            <a:r>
              <a:rPr lang="en-US"/>
              <a:t>A new array  with the results of a callback method</a:t>
            </a:r>
          </a:p>
          <a:p>
            <a:pPr lvl="2"/>
            <a:r>
              <a:rPr lang="en-US"/>
              <a:t>The resulting array will always be the same length as the original array</a:t>
            </a:r>
          </a:p>
          <a:p>
            <a:pPr marL="0" indent="0">
              <a:buNone/>
            </a:pPr>
            <a:endParaRPr lang="en-CA"/>
          </a:p>
        </p:txBody>
      </p:sp>
      <p:sp>
        <p:nvSpPr>
          <p:cNvPr id="4" name="Text Box 1033">
            <a:extLst>
              <a:ext uri="{FF2B5EF4-FFF2-40B4-BE49-F238E27FC236}">
                <a16:creationId xmlns:a16="http://schemas.microsoft.com/office/drawing/2014/main" id="{9DCAB211-5D63-4188-B5C0-2826AC79DB1B}"/>
              </a:ext>
            </a:extLst>
          </p:cNvPr>
          <p:cNvSpPr txBox="1">
            <a:spLocks noChangeArrowheads="1"/>
          </p:cNvSpPr>
          <p:nvPr/>
        </p:nvSpPr>
        <p:spPr bwMode="auto">
          <a:xfrm>
            <a:off x="1049655" y="3059668"/>
            <a:ext cx="9749790" cy="369332"/>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let </a:t>
            </a:r>
            <a:r>
              <a:rPr kumimoji="1" lang="en-US" altLang="en-US" sz="1800" b="1" kern="0" err="1">
                <a:solidFill>
                  <a:srgbClr val="000000"/>
                </a:solidFill>
                <a:latin typeface="Courier New" panose="02070309020205020404" pitchFamily="49" charset="0"/>
              </a:rPr>
              <a:t>newArray</a:t>
            </a:r>
            <a:r>
              <a:rPr kumimoji="1" lang="en-US" altLang="en-US" sz="1800" b="1" kern="0">
                <a:solidFill>
                  <a:srgbClr val="000000"/>
                </a:solidFill>
                <a:latin typeface="Courier New" panose="02070309020205020404" pitchFamily="49" charset="0"/>
              </a:rPr>
              <a:t> = </a:t>
            </a:r>
            <a:r>
              <a:rPr kumimoji="1" lang="en-US" altLang="en-US" sz="1800" b="1" kern="0" err="1">
                <a:solidFill>
                  <a:srgbClr val="000000"/>
                </a:solidFill>
                <a:latin typeface="Courier New" panose="02070309020205020404" pitchFamily="49" charset="0"/>
              </a:rPr>
              <a:t>arr.map</a:t>
            </a:r>
            <a:r>
              <a:rPr kumimoji="1" lang="en-US" altLang="en-US" sz="1800" b="1" kern="0">
                <a:solidFill>
                  <a:srgbClr val="000000"/>
                </a:solidFill>
                <a:latin typeface="Courier New" panose="02070309020205020404" pitchFamily="49" charset="0"/>
              </a:rPr>
              <a:t>(function(</a:t>
            </a:r>
            <a:r>
              <a:rPr kumimoji="1" lang="en-US" altLang="en-US" sz="1800" b="1" kern="0" err="1">
                <a:solidFill>
                  <a:srgbClr val="000000"/>
                </a:solidFill>
                <a:latin typeface="Courier New" panose="02070309020205020404" pitchFamily="49" charset="0"/>
              </a:rPr>
              <a:t>currentValue</a:t>
            </a:r>
            <a:r>
              <a:rPr kumimoji="1" lang="en-US" altLang="en-US" sz="1800" b="1" kern="0">
                <a:solidFill>
                  <a:srgbClr val="000000"/>
                </a:solidFill>
                <a:latin typeface="Courier New" panose="02070309020205020404" pitchFamily="49" charset="0"/>
              </a:rPr>
              <a:t>, index, </a:t>
            </a:r>
            <a:r>
              <a:rPr kumimoji="1" lang="en-US" altLang="en-US" sz="1800" b="1" kern="0" err="1">
                <a:solidFill>
                  <a:srgbClr val="000000"/>
                </a:solidFill>
                <a:latin typeface="Courier New" panose="02070309020205020404" pitchFamily="49" charset="0"/>
              </a:rPr>
              <a:t>arr</a:t>
            </a:r>
            <a:r>
              <a:rPr kumimoji="1" lang="en-US" altLang="en-US" sz="1800" b="1" kern="0">
                <a:solidFill>
                  <a:srgbClr val="000000"/>
                </a:solidFill>
                <a:latin typeface="Courier New" panose="02070309020205020404" pitchFamily="49" charset="0"/>
              </a:rPr>
              <a:t>), </a:t>
            </a:r>
            <a:r>
              <a:rPr kumimoji="1" lang="en-US" altLang="en-US" sz="1800" b="1" kern="0" err="1">
                <a:solidFill>
                  <a:srgbClr val="000000"/>
                </a:solidFill>
                <a:latin typeface="Courier New" panose="02070309020205020404" pitchFamily="49" charset="0"/>
              </a:rPr>
              <a:t>thisValue</a:t>
            </a:r>
            <a:r>
              <a:rPr kumimoji="1" lang="en-US" altLang="en-US" sz="1800" b="1" kern="0">
                <a:solidFill>
                  <a:srgbClr val="000000"/>
                </a:solidFill>
                <a:latin typeface="Courier New" panose="02070309020205020404" pitchFamily="49" charset="0"/>
              </a:rPr>
              <a:t>)</a:t>
            </a:r>
          </a:p>
        </p:txBody>
      </p:sp>
      <p:sp>
        <p:nvSpPr>
          <p:cNvPr id="5" name="Slide Number Placeholder 4">
            <a:extLst>
              <a:ext uri="{FF2B5EF4-FFF2-40B4-BE49-F238E27FC236}">
                <a16:creationId xmlns:a16="http://schemas.microsoft.com/office/drawing/2014/main" id="{8E5610DF-A3CB-4911-9DD5-D6060255F93E}"/>
              </a:ext>
            </a:extLst>
          </p:cNvPr>
          <p:cNvSpPr>
            <a:spLocks noGrp="1"/>
          </p:cNvSpPr>
          <p:nvPr>
            <p:ph type="sldNum" sz="quarter" idx="12"/>
          </p:nvPr>
        </p:nvSpPr>
        <p:spPr/>
        <p:txBody>
          <a:bodyPr/>
          <a:lstStyle/>
          <a:p>
            <a:fld id="{6B7CECC9-8688-4C14-9F38-24140407CAFB}" type="slidenum">
              <a:rPr lang="en-CA" smtClean="0"/>
              <a:t>40</a:t>
            </a:fld>
            <a:endParaRPr lang="en-CA"/>
          </a:p>
        </p:txBody>
      </p:sp>
    </p:spTree>
    <p:extLst>
      <p:ext uri="{BB962C8B-B14F-4D97-AF65-F5344CB8AC3E}">
        <p14:creationId xmlns:p14="http://schemas.microsoft.com/office/powerpoint/2010/main" val="32518832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F157F-79DE-4E80-9EAE-F263E92BB1BC}"/>
              </a:ext>
            </a:extLst>
          </p:cNvPr>
          <p:cNvSpPr>
            <a:spLocks noGrp="1"/>
          </p:cNvSpPr>
          <p:nvPr>
            <p:ph type="title"/>
          </p:nvPr>
        </p:nvSpPr>
        <p:spPr/>
        <p:txBody>
          <a:bodyPr/>
          <a:lstStyle/>
          <a:p>
            <a:r>
              <a:rPr lang="en-CA" dirty="0"/>
              <a:t>The </a:t>
            </a:r>
            <a:r>
              <a:rPr lang="en-CA" dirty="0" err="1"/>
              <a:t>Array.map</a:t>
            </a:r>
            <a:r>
              <a:rPr lang="en-CA" dirty="0"/>
              <a:t>() Method – An Example</a:t>
            </a:r>
          </a:p>
        </p:txBody>
      </p:sp>
      <p:sp>
        <p:nvSpPr>
          <p:cNvPr id="3" name="Content Placeholder 2">
            <a:extLst>
              <a:ext uri="{FF2B5EF4-FFF2-40B4-BE49-F238E27FC236}">
                <a16:creationId xmlns:a16="http://schemas.microsoft.com/office/drawing/2014/main" id="{C38D49AD-7C32-4CBB-88A1-E2ADE06CDE71}"/>
              </a:ext>
            </a:extLst>
          </p:cNvPr>
          <p:cNvSpPr>
            <a:spLocks noGrp="1"/>
          </p:cNvSpPr>
          <p:nvPr>
            <p:ph idx="1"/>
          </p:nvPr>
        </p:nvSpPr>
        <p:spPr/>
        <p:txBody>
          <a:bodyPr/>
          <a:lstStyle/>
          <a:p>
            <a:endParaRPr lang="en-CA"/>
          </a:p>
        </p:txBody>
      </p:sp>
      <p:sp>
        <p:nvSpPr>
          <p:cNvPr id="4" name="Text Box 1033">
            <a:extLst>
              <a:ext uri="{FF2B5EF4-FFF2-40B4-BE49-F238E27FC236}">
                <a16:creationId xmlns:a16="http://schemas.microsoft.com/office/drawing/2014/main" id="{EC8C3456-0DB8-486B-9BCD-EF8A4A5BFD74}"/>
              </a:ext>
            </a:extLst>
          </p:cNvPr>
          <p:cNvSpPr txBox="1">
            <a:spLocks noChangeArrowheads="1"/>
          </p:cNvSpPr>
          <p:nvPr/>
        </p:nvSpPr>
        <p:spPr bwMode="auto">
          <a:xfrm>
            <a:off x="889858" y="1977543"/>
            <a:ext cx="9981342" cy="3139321"/>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console.log(`Using the map() method`);</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let scores = [9,10,12,23];</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console.log(`Original array ${scores}`);</a:t>
            </a:r>
          </a:p>
          <a:p>
            <a:pPr lvl="0" eaLnBrk="0" fontAlgn="base" hangingPunct="0">
              <a:spcBef>
                <a:spcPct val="0"/>
              </a:spcBef>
              <a:spcAft>
                <a:spcPct val="0"/>
              </a:spcAft>
              <a:buClrTx/>
              <a:buSzTx/>
              <a:buNone/>
              <a:defRPr/>
            </a:pPr>
            <a:endParaRPr kumimoji="1" lang="en-US" altLang="en-US" sz="1800" b="1" kern="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endParaRPr kumimoji="1" lang="en-US" altLang="en-US" sz="1800" b="1" kern="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let </a:t>
            </a:r>
            <a:r>
              <a:rPr kumimoji="1" lang="en-US" altLang="en-US" sz="1800" b="1" kern="0" err="1">
                <a:solidFill>
                  <a:srgbClr val="000000"/>
                </a:solidFill>
                <a:latin typeface="Courier New" panose="02070309020205020404" pitchFamily="49" charset="0"/>
              </a:rPr>
              <a:t>doubleScores</a:t>
            </a:r>
            <a:r>
              <a:rPr kumimoji="1" lang="en-US" altLang="en-US" sz="1800" b="1" kern="0">
                <a:solidFill>
                  <a:srgbClr val="000000"/>
                </a:solidFill>
                <a:latin typeface="Courier New" panose="02070309020205020404" pitchFamily="49" charset="0"/>
              </a:rPr>
              <a:t> = </a:t>
            </a:r>
            <a:r>
              <a:rPr kumimoji="1" lang="en-US" altLang="en-US" sz="1800" b="1" kern="0" err="1">
                <a:solidFill>
                  <a:srgbClr val="000000"/>
                </a:solidFill>
                <a:latin typeface="Courier New" panose="02070309020205020404" pitchFamily="49" charset="0"/>
              </a:rPr>
              <a:t>scores.map</a:t>
            </a:r>
            <a:r>
              <a:rPr kumimoji="1" lang="en-US" altLang="en-US" sz="1800" b="1" kern="0">
                <a:solidFill>
                  <a:srgbClr val="000000"/>
                </a:solidFill>
                <a:latin typeface="Courier New" panose="02070309020205020404" pitchFamily="49" charset="0"/>
              </a:rPr>
              <a:t>(score =&gt; </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	score * 2</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a:t>
            </a:r>
          </a:p>
          <a:p>
            <a:pPr lvl="0" eaLnBrk="0" fontAlgn="base" hangingPunct="0">
              <a:spcBef>
                <a:spcPct val="0"/>
              </a:spcBef>
              <a:spcAft>
                <a:spcPct val="0"/>
              </a:spcAft>
              <a:buClrTx/>
              <a:buSzTx/>
              <a:buNone/>
              <a:defRPr/>
            </a:pPr>
            <a:endParaRPr kumimoji="1" lang="en-US" altLang="en-US" sz="1800" b="1" kern="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console.log(`Original array scores : ${scores}`);</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console.log(`The newly created array </a:t>
            </a:r>
            <a:r>
              <a:rPr kumimoji="1" lang="en-US" altLang="en-US" sz="1800" b="1" kern="0" err="1">
                <a:solidFill>
                  <a:srgbClr val="000000"/>
                </a:solidFill>
                <a:latin typeface="Courier New" panose="02070309020205020404" pitchFamily="49" charset="0"/>
              </a:rPr>
              <a:t>doubleScores</a:t>
            </a:r>
            <a:r>
              <a:rPr kumimoji="1" lang="en-US" altLang="en-US" sz="1800" b="1" kern="0">
                <a:solidFill>
                  <a:srgbClr val="000000"/>
                </a:solidFill>
                <a:latin typeface="Courier New" panose="02070309020205020404" pitchFamily="49" charset="0"/>
              </a:rPr>
              <a:t> : ${</a:t>
            </a:r>
            <a:r>
              <a:rPr kumimoji="1" lang="en-US" altLang="en-US" sz="1800" b="1" kern="0" err="1">
                <a:solidFill>
                  <a:srgbClr val="000000"/>
                </a:solidFill>
                <a:latin typeface="Courier New" panose="02070309020205020404" pitchFamily="49" charset="0"/>
              </a:rPr>
              <a:t>doubleScores</a:t>
            </a:r>
            <a:r>
              <a:rPr kumimoji="1" lang="en-US" altLang="en-US" sz="1800" b="1" kern="0">
                <a:solidFill>
                  <a:srgbClr val="000000"/>
                </a:solidFill>
                <a:latin typeface="Courier New" panose="02070309020205020404" pitchFamily="49" charset="0"/>
              </a:rPr>
              <a:t>}`);</a:t>
            </a:r>
          </a:p>
        </p:txBody>
      </p:sp>
      <p:sp>
        <p:nvSpPr>
          <p:cNvPr id="5" name="TextBox 4">
            <a:extLst>
              <a:ext uri="{FF2B5EF4-FFF2-40B4-BE49-F238E27FC236}">
                <a16:creationId xmlns:a16="http://schemas.microsoft.com/office/drawing/2014/main" id="{C193EECE-EE0D-428A-815E-BF735B07DB3A}"/>
              </a:ext>
            </a:extLst>
          </p:cNvPr>
          <p:cNvSpPr txBox="1"/>
          <p:nvPr/>
        </p:nvSpPr>
        <p:spPr>
          <a:xfrm>
            <a:off x="1951859" y="2936308"/>
            <a:ext cx="485877" cy="369332"/>
          </a:xfrm>
          <a:prstGeom prst="rect">
            <a:avLst/>
          </a:prstGeom>
          <a:noFill/>
        </p:spPr>
        <p:txBody>
          <a:bodyPr wrap="square" rtlCol="0">
            <a:spAutoFit/>
          </a:bodyPr>
          <a:lstStyle/>
          <a:p>
            <a:r>
              <a:rPr lang="en-CA" b="1">
                <a:solidFill>
                  <a:srgbClr val="FF0000"/>
                </a:solidFill>
              </a:rPr>
              <a:t>2</a:t>
            </a:r>
          </a:p>
        </p:txBody>
      </p:sp>
      <p:sp>
        <p:nvSpPr>
          <p:cNvPr id="6" name="Arrow: Left 5">
            <a:extLst>
              <a:ext uri="{FF2B5EF4-FFF2-40B4-BE49-F238E27FC236}">
                <a16:creationId xmlns:a16="http://schemas.microsoft.com/office/drawing/2014/main" id="{3FD5F4F3-F6AE-4D1F-B117-5C84E0DD7DDE}"/>
              </a:ext>
            </a:extLst>
          </p:cNvPr>
          <p:cNvSpPr/>
          <p:nvPr/>
        </p:nvSpPr>
        <p:spPr>
          <a:xfrm>
            <a:off x="4699308" y="2305945"/>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TextBox 6">
            <a:extLst>
              <a:ext uri="{FF2B5EF4-FFF2-40B4-BE49-F238E27FC236}">
                <a16:creationId xmlns:a16="http://schemas.microsoft.com/office/drawing/2014/main" id="{DFD6B042-5135-423A-A9C9-34219CDD78AE}"/>
              </a:ext>
            </a:extLst>
          </p:cNvPr>
          <p:cNvSpPr txBox="1"/>
          <p:nvPr/>
        </p:nvSpPr>
        <p:spPr>
          <a:xfrm>
            <a:off x="5282057" y="2232944"/>
            <a:ext cx="407543" cy="369332"/>
          </a:xfrm>
          <a:prstGeom prst="rect">
            <a:avLst/>
          </a:prstGeom>
          <a:noFill/>
        </p:spPr>
        <p:txBody>
          <a:bodyPr wrap="square" rtlCol="0">
            <a:spAutoFit/>
          </a:bodyPr>
          <a:lstStyle/>
          <a:p>
            <a:r>
              <a:rPr lang="en-CA" b="1">
                <a:solidFill>
                  <a:srgbClr val="FF0000"/>
                </a:solidFill>
              </a:rPr>
              <a:t>1</a:t>
            </a:r>
          </a:p>
        </p:txBody>
      </p:sp>
      <p:sp>
        <p:nvSpPr>
          <p:cNvPr id="8" name="Arrow: Left 7">
            <a:extLst>
              <a:ext uri="{FF2B5EF4-FFF2-40B4-BE49-F238E27FC236}">
                <a16:creationId xmlns:a16="http://schemas.microsoft.com/office/drawing/2014/main" id="{31E35AB2-C2E1-4942-AE27-C8FE62A376D8}"/>
              </a:ext>
            </a:extLst>
          </p:cNvPr>
          <p:cNvSpPr/>
          <p:nvPr/>
        </p:nvSpPr>
        <p:spPr>
          <a:xfrm rot="16200000">
            <a:off x="3731884" y="2987911"/>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Arrow: Left 8">
            <a:extLst>
              <a:ext uri="{FF2B5EF4-FFF2-40B4-BE49-F238E27FC236}">
                <a16:creationId xmlns:a16="http://schemas.microsoft.com/office/drawing/2014/main" id="{BDC5D272-3032-4EE5-BAA4-82DB0EAE9131}"/>
              </a:ext>
            </a:extLst>
          </p:cNvPr>
          <p:cNvSpPr/>
          <p:nvPr/>
        </p:nvSpPr>
        <p:spPr>
          <a:xfrm rot="16200000">
            <a:off x="5419107" y="3022836"/>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TextBox 9">
            <a:extLst>
              <a:ext uri="{FF2B5EF4-FFF2-40B4-BE49-F238E27FC236}">
                <a16:creationId xmlns:a16="http://schemas.microsoft.com/office/drawing/2014/main" id="{464E0E58-039F-4592-9000-20866EDE2A29}"/>
              </a:ext>
            </a:extLst>
          </p:cNvPr>
          <p:cNvSpPr txBox="1"/>
          <p:nvPr/>
        </p:nvSpPr>
        <p:spPr>
          <a:xfrm>
            <a:off x="5325643" y="2838332"/>
            <a:ext cx="485877" cy="369332"/>
          </a:xfrm>
          <a:prstGeom prst="rect">
            <a:avLst/>
          </a:prstGeom>
          <a:noFill/>
        </p:spPr>
        <p:txBody>
          <a:bodyPr wrap="square" rtlCol="0">
            <a:spAutoFit/>
          </a:bodyPr>
          <a:lstStyle/>
          <a:p>
            <a:r>
              <a:rPr lang="en-CA" b="1">
                <a:solidFill>
                  <a:srgbClr val="FF0000"/>
                </a:solidFill>
              </a:rPr>
              <a:t>3</a:t>
            </a:r>
          </a:p>
        </p:txBody>
      </p:sp>
      <p:sp>
        <p:nvSpPr>
          <p:cNvPr id="11" name="Arrow: Left 10">
            <a:extLst>
              <a:ext uri="{FF2B5EF4-FFF2-40B4-BE49-F238E27FC236}">
                <a16:creationId xmlns:a16="http://schemas.microsoft.com/office/drawing/2014/main" id="{0B406BF7-71A0-477F-93A0-9B7137977FE5}"/>
              </a:ext>
            </a:extLst>
          </p:cNvPr>
          <p:cNvSpPr/>
          <p:nvPr/>
        </p:nvSpPr>
        <p:spPr>
          <a:xfrm>
            <a:off x="3315790" y="3659868"/>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TextBox 11">
            <a:extLst>
              <a:ext uri="{FF2B5EF4-FFF2-40B4-BE49-F238E27FC236}">
                <a16:creationId xmlns:a16="http://schemas.microsoft.com/office/drawing/2014/main" id="{D8F77E74-2824-46CE-9A45-21D7CCEAEE54}"/>
              </a:ext>
            </a:extLst>
          </p:cNvPr>
          <p:cNvSpPr txBox="1"/>
          <p:nvPr/>
        </p:nvSpPr>
        <p:spPr>
          <a:xfrm>
            <a:off x="4014913" y="3608265"/>
            <a:ext cx="474397" cy="369332"/>
          </a:xfrm>
          <a:prstGeom prst="rect">
            <a:avLst/>
          </a:prstGeom>
          <a:noFill/>
        </p:spPr>
        <p:txBody>
          <a:bodyPr wrap="square" rtlCol="0">
            <a:spAutoFit/>
          </a:bodyPr>
          <a:lstStyle/>
          <a:p>
            <a:r>
              <a:rPr lang="en-CA" b="1">
                <a:solidFill>
                  <a:srgbClr val="FF0000"/>
                </a:solidFill>
              </a:rPr>
              <a:t>4</a:t>
            </a:r>
          </a:p>
        </p:txBody>
      </p:sp>
      <p:sp>
        <p:nvSpPr>
          <p:cNvPr id="13" name="Arrow: Left 12">
            <a:extLst>
              <a:ext uri="{FF2B5EF4-FFF2-40B4-BE49-F238E27FC236}">
                <a16:creationId xmlns:a16="http://schemas.microsoft.com/office/drawing/2014/main" id="{94232E0A-7470-4FA3-AAB1-2297CCCB3B0D}"/>
              </a:ext>
            </a:extLst>
          </p:cNvPr>
          <p:cNvSpPr/>
          <p:nvPr/>
        </p:nvSpPr>
        <p:spPr>
          <a:xfrm>
            <a:off x="7823491" y="4458907"/>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TextBox 13">
            <a:extLst>
              <a:ext uri="{FF2B5EF4-FFF2-40B4-BE49-F238E27FC236}">
                <a16:creationId xmlns:a16="http://schemas.microsoft.com/office/drawing/2014/main" id="{61183082-60B2-4B28-AD1A-6077F823A4EC}"/>
              </a:ext>
            </a:extLst>
          </p:cNvPr>
          <p:cNvSpPr txBox="1"/>
          <p:nvPr/>
        </p:nvSpPr>
        <p:spPr>
          <a:xfrm>
            <a:off x="8467532" y="4407304"/>
            <a:ext cx="474397" cy="369332"/>
          </a:xfrm>
          <a:prstGeom prst="rect">
            <a:avLst/>
          </a:prstGeom>
          <a:noFill/>
        </p:spPr>
        <p:txBody>
          <a:bodyPr wrap="square" rtlCol="0">
            <a:spAutoFit/>
          </a:bodyPr>
          <a:lstStyle/>
          <a:p>
            <a:r>
              <a:rPr lang="en-CA" b="1">
                <a:solidFill>
                  <a:srgbClr val="FF0000"/>
                </a:solidFill>
              </a:rPr>
              <a:t>5</a:t>
            </a:r>
          </a:p>
        </p:txBody>
      </p:sp>
      <p:sp>
        <p:nvSpPr>
          <p:cNvPr id="15" name="TextBox 14">
            <a:extLst>
              <a:ext uri="{FF2B5EF4-FFF2-40B4-BE49-F238E27FC236}">
                <a16:creationId xmlns:a16="http://schemas.microsoft.com/office/drawing/2014/main" id="{3AC74CFF-D98F-4826-8680-39B2B6CB8C2C}"/>
              </a:ext>
            </a:extLst>
          </p:cNvPr>
          <p:cNvSpPr txBox="1"/>
          <p:nvPr/>
        </p:nvSpPr>
        <p:spPr>
          <a:xfrm>
            <a:off x="3638910" y="2946648"/>
            <a:ext cx="485877" cy="369332"/>
          </a:xfrm>
          <a:prstGeom prst="rect">
            <a:avLst/>
          </a:prstGeom>
          <a:noFill/>
        </p:spPr>
        <p:txBody>
          <a:bodyPr wrap="square" rtlCol="0">
            <a:spAutoFit/>
          </a:bodyPr>
          <a:lstStyle/>
          <a:p>
            <a:r>
              <a:rPr lang="en-CA" b="1">
                <a:solidFill>
                  <a:srgbClr val="FF0000"/>
                </a:solidFill>
              </a:rPr>
              <a:t>1</a:t>
            </a:r>
          </a:p>
        </p:txBody>
      </p:sp>
      <p:sp>
        <p:nvSpPr>
          <p:cNvPr id="16" name="Arrow: Left 15">
            <a:extLst>
              <a:ext uri="{FF2B5EF4-FFF2-40B4-BE49-F238E27FC236}">
                <a16:creationId xmlns:a16="http://schemas.microsoft.com/office/drawing/2014/main" id="{F3942FF8-52F8-4A8B-A4E5-7DBC15668E20}"/>
              </a:ext>
            </a:extLst>
          </p:cNvPr>
          <p:cNvSpPr/>
          <p:nvPr/>
        </p:nvSpPr>
        <p:spPr>
          <a:xfrm rot="16200000">
            <a:off x="2068513" y="2998251"/>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 name="Arrow: Left 17">
            <a:extLst>
              <a:ext uri="{FF2B5EF4-FFF2-40B4-BE49-F238E27FC236}">
                <a16:creationId xmlns:a16="http://schemas.microsoft.com/office/drawing/2014/main" id="{33ED3A80-A474-4523-8F0F-365B01ECD4E0}"/>
              </a:ext>
            </a:extLst>
          </p:cNvPr>
          <p:cNvSpPr/>
          <p:nvPr/>
        </p:nvSpPr>
        <p:spPr>
          <a:xfrm>
            <a:off x="10588171" y="4799769"/>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TextBox 18">
            <a:extLst>
              <a:ext uri="{FF2B5EF4-FFF2-40B4-BE49-F238E27FC236}">
                <a16:creationId xmlns:a16="http://schemas.microsoft.com/office/drawing/2014/main" id="{D1565E3B-ED6B-4ADD-8597-7ED59ECB0A05}"/>
              </a:ext>
            </a:extLst>
          </p:cNvPr>
          <p:cNvSpPr txBox="1"/>
          <p:nvPr/>
        </p:nvSpPr>
        <p:spPr>
          <a:xfrm>
            <a:off x="11232212" y="4748166"/>
            <a:ext cx="474397" cy="369332"/>
          </a:xfrm>
          <a:prstGeom prst="rect">
            <a:avLst/>
          </a:prstGeom>
          <a:noFill/>
        </p:spPr>
        <p:txBody>
          <a:bodyPr wrap="square" rtlCol="0">
            <a:spAutoFit/>
          </a:bodyPr>
          <a:lstStyle/>
          <a:p>
            <a:r>
              <a:rPr lang="en-CA" b="1">
                <a:solidFill>
                  <a:srgbClr val="FF0000"/>
                </a:solidFill>
              </a:rPr>
              <a:t>6</a:t>
            </a:r>
          </a:p>
        </p:txBody>
      </p:sp>
      <p:sp>
        <p:nvSpPr>
          <p:cNvPr id="17" name="Slide Number Placeholder 16">
            <a:extLst>
              <a:ext uri="{FF2B5EF4-FFF2-40B4-BE49-F238E27FC236}">
                <a16:creationId xmlns:a16="http://schemas.microsoft.com/office/drawing/2014/main" id="{FAF3626C-D184-4CA1-9C12-998BEE28531B}"/>
              </a:ext>
            </a:extLst>
          </p:cNvPr>
          <p:cNvSpPr>
            <a:spLocks noGrp="1"/>
          </p:cNvSpPr>
          <p:nvPr>
            <p:ph type="sldNum" sz="quarter" idx="12"/>
          </p:nvPr>
        </p:nvSpPr>
        <p:spPr/>
        <p:txBody>
          <a:bodyPr/>
          <a:lstStyle/>
          <a:p>
            <a:fld id="{6B7CECC9-8688-4C14-9F38-24140407CAFB}" type="slidenum">
              <a:rPr lang="en-CA" smtClean="0"/>
              <a:t>41</a:t>
            </a:fld>
            <a:endParaRPr lang="en-CA"/>
          </a:p>
        </p:txBody>
      </p:sp>
    </p:spTree>
    <p:extLst>
      <p:ext uri="{BB962C8B-B14F-4D97-AF65-F5344CB8AC3E}">
        <p14:creationId xmlns:p14="http://schemas.microsoft.com/office/powerpoint/2010/main" val="782099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F9D08-FF0A-4B77-AA25-E92E83891733}"/>
              </a:ext>
            </a:extLst>
          </p:cNvPr>
          <p:cNvSpPr>
            <a:spLocks noGrp="1"/>
          </p:cNvSpPr>
          <p:nvPr>
            <p:ph type="title"/>
          </p:nvPr>
        </p:nvSpPr>
        <p:spPr/>
        <p:txBody>
          <a:bodyPr/>
          <a:lstStyle/>
          <a:p>
            <a:r>
              <a:rPr lang="en-CA"/>
              <a:t>The </a:t>
            </a:r>
            <a:r>
              <a:rPr lang="en-CA" err="1"/>
              <a:t>Array.filter</a:t>
            </a:r>
            <a:r>
              <a:rPr lang="en-CA"/>
              <a:t>() Method</a:t>
            </a:r>
          </a:p>
        </p:txBody>
      </p:sp>
      <p:sp>
        <p:nvSpPr>
          <p:cNvPr id="3" name="Content Placeholder 2">
            <a:extLst>
              <a:ext uri="{FF2B5EF4-FFF2-40B4-BE49-F238E27FC236}">
                <a16:creationId xmlns:a16="http://schemas.microsoft.com/office/drawing/2014/main" id="{5B7A014F-3DD2-4591-97FA-AE71E3D6BB10}"/>
              </a:ext>
            </a:extLst>
          </p:cNvPr>
          <p:cNvSpPr>
            <a:spLocks noGrp="1"/>
          </p:cNvSpPr>
          <p:nvPr>
            <p:ph idx="1"/>
          </p:nvPr>
        </p:nvSpPr>
        <p:spPr/>
        <p:txBody>
          <a:bodyPr>
            <a:normAutofit lnSpcReduction="10000"/>
          </a:bodyPr>
          <a:lstStyle/>
          <a:p>
            <a:r>
              <a:rPr lang="en-CA"/>
              <a:t>Use the Array's object filter() method </a:t>
            </a:r>
            <a:r>
              <a:rPr lang="en-US"/>
              <a:t>to create an array filled with all array elements that pass a test</a:t>
            </a:r>
            <a:endParaRPr lang="en-CA"/>
          </a:p>
          <a:p>
            <a:endParaRPr lang="en-CA"/>
          </a:p>
          <a:p>
            <a:endParaRPr lang="en-CA"/>
          </a:p>
          <a:p>
            <a:pPr lvl="1"/>
            <a:r>
              <a:rPr lang="en-US"/>
              <a:t>The arguments of the callback function are as follows</a:t>
            </a:r>
          </a:p>
          <a:p>
            <a:pPr lvl="2"/>
            <a:r>
              <a:rPr lang="en-US" err="1"/>
              <a:t>currentValue</a:t>
            </a:r>
            <a:r>
              <a:rPr lang="en-US"/>
              <a:t> (required) – the value of the current element</a:t>
            </a:r>
          </a:p>
          <a:p>
            <a:pPr lvl="2"/>
            <a:r>
              <a:rPr lang="en-US"/>
              <a:t>index (optional) – the index of the current element</a:t>
            </a:r>
          </a:p>
          <a:p>
            <a:pPr lvl="2"/>
            <a:r>
              <a:rPr lang="en-US" err="1"/>
              <a:t>arr</a:t>
            </a:r>
            <a:r>
              <a:rPr lang="en-US"/>
              <a:t> (optional) – the current array that the element belong to</a:t>
            </a:r>
          </a:p>
          <a:p>
            <a:pPr lvl="2"/>
            <a:r>
              <a:rPr lang="en-US" err="1"/>
              <a:t>thisValue</a:t>
            </a:r>
            <a:r>
              <a:rPr lang="en-US"/>
              <a:t> (optional) -  the value to use as this when executing callback</a:t>
            </a:r>
            <a:endParaRPr lang="en-CA"/>
          </a:p>
          <a:p>
            <a:pPr lvl="1"/>
            <a:r>
              <a:rPr lang="en-US"/>
              <a:t>Return value</a:t>
            </a:r>
          </a:p>
          <a:p>
            <a:pPr lvl="2"/>
            <a:r>
              <a:rPr lang="en-US"/>
              <a:t>Elements from the original array that passed the callback function</a:t>
            </a:r>
          </a:p>
          <a:p>
            <a:endParaRPr lang="en-CA"/>
          </a:p>
        </p:txBody>
      </p:sp>
      <p:sp>
        <p:nvSpPr>
          <p:cNvPr id="4" name="Text Box 1033">
            <a:extLst>
              <a:ext uri="{FF2B5EF4-FFF2-40B4-BE49-F238E27FC236}">
                <a16:creationId xmlns:a16="http://schemas.microsoft.com/office/drawing/2014/main" id="{C57DCE4B-3397-47B6-807A-66ED11666E45}"/>
              </a:ext>
            </a:extLst>
          </p:cNvPr>
          <p:cNvSpPr txBox="1">
            <a:spLocks noChangeArrowheads="1"/>
          </p:cNvSpPr>
          <p:nvPr/>
        </p:nvSpPr>
        <p:spPr bwMode="auto">
          <a:xfrm>
            <a:off x="1650421" y="2782669"/>
            <a:ext cx="8891157" cy="646331"/>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let </a:t>
            </a:r>
            <a:r>
              <a:rPr kumimoji="1" lang="en-US" altLang="en-US" sz="1800" b="1" kern="0" err="1">
                <a:solidFill>
                  <a:srgbClr val="000000"/>
                </a:solidFill>
                <a:latin typeface="Courier New" panose="02070309020205020404" pitchFamily="49" charset="0"/>
              </a:rPr>
              <a:t>newArray</a:t>
            </a:r>
            <a:r>
              <a:rPr kumimoji="1" lang="en-US" altLang="en-US" sz="1800" b="1" kern="0">
                <a:solidFill>
                  <a:srgbClr val="000000"/>
                </a:solidFill>
                <a:latin typeface="Courier New" panose="02070309020205020404" pitchFamily="49" charset="0"/>
              </a:rPr>
              <a:t> = </a:t>
            </a:r>
            <a:r>
              <a:rPr kumimoji="1" lang="en-US" altLang="en-US" sz="1800" b="1" kern="0" err="1">
                <a:solidFill>
                  <a:srgbClr val="000000"/>
                </a:solidFill>
                <a:latin typeface="Courier New" panose="02070309020205020404" pitchFamily="49" charset="0"/>
              </a:rPr>
              <a:t>arr.filter</a:t>
            </a:r>
            <a:r>
              <a:rPr kumimoji="1" lang="en-US" altLang="en-US" sz="1800" b="1" kern="0">
                <a:solidFill>
                  <a:srgbClr val="000000"/>
                </a:solidFill>
                <a:latin typeface="Courier New" panose="02070309020205020404" pitchFamily="49" charset="0"/>
              </a:rPr>
              <a:t>(function(</a:t>
            </a:r>
            <a:r>
              <a:rPr kumimoji="1" lang="en-US" altLang="en-US" sz="1800" b="1" kern="0" err="1">
                <a:solidFill>
                  <a:srgbClr val="000000"/>
                </a:solidFill>
                <a:latin typeface="Courier New" panose="02070309020205020404" pitchFamily="49" charset="0"/>
              </a:rPr>
              <a:t>currentValue</a:t>
            </a:r>
            <a:r>
              <a:rPr kumimoji="1" lang="en-US" altLang="en-US" sz="1800" b="1" kern="0">
                <a:solidFill>
                  <a:srgbClr val="000000"/>
                </a:solidFill>
                <a:latin typeface="Courier New" panose="02070309020205020404" pitchFamily="49" charset="0"/>
              </a:rPr>
              <a:t>, index, </a:t>
            </a:r>
            <a:r>
              <a:rPr kumimoji="1" lang="en-US" altLang="en-US" sz="1800" b="1" kern="0" err="1">
                <a:solidFill>
                  <a:srgbClr val="000000"/>
                </a:solidFill>
                <a:latin typeface="Courier New" panose="02070309020205020404" pitchFamily="49" charset="0"/>
              </a:rPr>
              <a:t>arr</a:t>
            </a:r>
            <a:r>
              <a:rPr kumimoji="1" lang="en-US" altLang="en-US" sz="1800" b="1" kern="0">
                <a:solidFill>
                  <a:srgbClr val="000000"/>
                </a:solidFill>
                <a:latin typeface="Courier New" panose="02070309020205020404" pitchFamily="49" charset="0"/>
              </a:rPr>
              <a:t>),</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		 </a:t>
            </a:r>
            <a:r>
              <a:rPr kumimoji="1" lang="en-US" altLang="en-US" sz="1800" b="1" kern="0" err="1">
                <a:solidFill>
                  <a:srgbClr val="000000"/>
                </a:solidFill>
                <a:latin typeface="Courier New" panose="02070309020205020404" pitchFamily="49" charset="0"/>
              </a:rPr>
              <a:t>thisValue</a:t>
            </a:r>
            <a:r>
              <a:rPr kumimoji="1" lang="en-US" altLang="en-US" sz="1800" b="1" kern="0">
                <a:solidFill>
                  <a:srgbClr val="000000"/>
                </a:solidFill>
                <a:latin typeface="Courier New" panose="02070309020205020404" pitchFamily="49" charset="0"/>
              </a:rPr>
              <a:t>) </a:t>
            </a:r>
          </a:p>
        </p:txBody>
      </p:sp>
      <p:sp>
        <p:nvSpPr>
          <p:cNvPr id="5" name="Slide Number Placeholder 4">
            <a:extLst>
              <a:ext uri="{FF2B5EF4-FFF2-40B4-BE49-F238E27FC236}">
                <a16:creationId xmlns:a16="http://schemas.microsoft.com/office/drawing/2014/main" id="{C52E62C6-2E3F-48DC-B467-E8FA88C3B34B}"/>
              </a:ext>
            </a:extLst>
          </p:cNvPr>
          <p:cNvSpPr>
            <a:spLocks noGrp="1"/>
          </p:cNvSpPr>
          <p:nvPr>
            <p:ph type="sldNum" sz="quarter" idx="12"/>
          </p:nvPr>
        </p:nvSpPr>
        <p:spPr/>
        <p:txBody>
          <a:bodyPr/>
          <a:lstStyle/>
          <a:p>
            <a:fld id="{6B7CECC9-8688-4C14-9F38-24140407CAFB}" type="slidenum">
              <a:rPr lang="en-CA" smtClean="0"/>
              <a:t>42</a:t>
            </a:fld>
            <a:endParaRPr lang="en-CA"/>
          </a:p>
        </p:txBody>
      </p:sp>
    </p:spTree>
    <p:extLst>
      <p:ext uri="{BB962C8B-B14F-4D97-AF65-F5344CB8AC3E}">
        <p14:creationId xmlns:p14="http://schemas.microsoft.com/office/powerpoint/2010/main" val="19645109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F157F-79DE-4E80-9EAE-F263E92BB1BC}"/>
              </a:ext>
            </a:extLst>
          </p:cNvPr>
          <p:cNvSpPr>
            <a:spLocks noGrp="1"/>
          </p:cNvSpPr>
          <p:nvPr>
            <p:ph type="title"/>
          </p:nvPr>
        </p:nvSpPr>
        <p:spPr/>
        <p:txBody>
          <a:bodyPr/>
          <a:lstStyle/>
          <a:p>
            <a:r>
              <a:rPr lang="en-CA" dirty="0"/>
              <a:t>The </a:t>
            </a:r>
            <a:r>
              <a:rPr lang="en-CA" dirty="0" err="1"/>
              <a:t>Array.filter</a:t>
            </a:r>
            <a:r>
              <a:rPr lang="en-CA" dirty="0"/>
              <a:t>() Method – An Example</a:t>
            </a:r>
          </a:p>
        </p:txBody>
      </p:sp>
      <p:sp>
        <p:nvSpPr>
          <p:cNvPr id="3" name="Content Placeholder 2">
            <a:extLst>
              <a:ext uri="{FF2B5EF4-FFF2-40B4-BE49-F238E27FC236}">
                <a16:creationId xmlns:a16="http://schemas.microsoft.com/office/drawing/2014/main" id="{C38D49AD-7C32-4CBB-88A1-E2ADE06CDE71}"/>
              </a:ext>
            </a:extLst>
          </p:cNvPr>
          <p:cNvSpPr>
            <a:spLocks noGrp="1"/>
          </p:cNvSpPr>
          <p:nvPr>
            <p:ph idx="1"/>
          </p:nvPr>
        </p:nvSpPr>
        <p:spPr/>
        <p:txBody>
          <a:bodyPr/>
          <a:lstStyle/>
          <a:p>
            <a:endParaRPr lang="en-CA"/>
          </a:p>
        </p:txBody>
      </p:sp>
      <p:sp>
        <p:nvSpPr>
          <p:cNvPr id="4" name="Text Box 1033">
            <a:extLst>
              <a:ext uri="{FF2B5EF4-FFF2-40B4-BE49-F238E27FC236}">
                <a16:creationId xmlns:a16="http://schemas.microsoft.com/office/drawing/2014/main" id="{EC8C3456-0DB8-486B-9BCD-EF8A4A5BFD74}"/>
              </a:ext>
            </a:extLst>
          </p:cNvPr>
          <p:cNvSpPr txBox="1">
            <a:spLocks noChangeArrowheads="1"/>
          </p:cNvSpPr>
          <p:nvPr/>
        </p:nvSpPr>
        <p:spPr bwMode="auto">
          <a:xfrm>
            <a:off x="1096894" y="2253591"/>
            <a:ext cx="9981342" cy="3416320"/>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console.log(`Using the filter() method`);</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let grades = [90,80,70,85,92];</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console.log(`The original grades : ${grades}`);</a:t>
            </a:r>
          </a:p>
          <a:p>
            <a:pPr lvl="0" eaLnBrk="0" fontAlgn="base" hangingPunct="0">
              <a:spcBef>
                <a:spcPct val="0"/>
              </a:spcBef>
              <a:spcAft>
                <a:spcPct val="0"/>
              </a:spcAft>
              <a:buClrTx/>
              <a:buSzTx/>
              <a:buNone/>
              <a:defRPr/>
            </a:pPr>
            <a:endParaRPr kumimoji="1" lang="en-US" altLang="en-US" sz="1800" b="1" kern="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endParaRPr kumimoji="1" lang="en-US" altLang="en-US" sz="1800" b="1" kern="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let </a:t>
            </a:r>
            <a:r>
              <a:rPr kumimoji="1" lang="en-US" altLang="en-US" sz="1800" b="1" kern="0" err="1">
                <a:solidFill>
                  <a:srgbClr val="000000"/>
                </a:solidFill>
                <a:latin typeface="Courier New" panose="02070309020205020404" pitchFamily="49" charset="0"/>
              </a:rPr>
              <a:t>honourGrades</a:t>
            </a:r>
            <a:r>
              <a:rPr kumimoji="1" lang="en-US" altLang="en-US" sz="1800" b="1" kern="0">
                <a:solidFill>
                  <a:srgbClr val="000000"/>
                </a:solidFill>
                <a:latin typeface="Courier New" panose="02070309020205020404" pitchFamily="49" charset="0"/>
              </a:rPr>
              <a:t> = </a:t>
            </a:r>
            <a:r>
              <a:rPr kumimoji="1" lang="en-US" altLang="en-US" sz="1800" b="1" kern="0" err="1">
                <a:solidFill>
                  <a:srgbClr val="000000"/>
                </a:solidFill>
                <a:latin typeface="Courier New" panose="02070309020205020404" pitchFamily="49" charset="0"/>
              </a:rPr>
              <a:t>grades.filter</a:t>
            </a:r>
            <a:r>
              <a:rPr kumimoji="1" lang="en-US" altLang="en-US" sz="1800" b="1" kern="0">
                <a:solidFill>
                  <a:srgbClr val="000000"/>
                </a:solidFill>
                <a:latin typeface="Courier New" panose="02070309020205020404" pitchFamily="49" charset="0"/>
              </a:rPr>
              <a:t>(grade =&gt; </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	grade &gt;= 85</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a:t>
            </a:r>
          </a:p>
          <a:p>
            <a:pPr lvl="0" eaLnBrk="0" fontAlgn="base" hangingPunct="0">
              <a:spcBef>
                <a:spcPct val="0"/>
              </a:spcBef>
              <a:spcAft>
                <a:spcPct val="0"/>
              </a:spcAft>
              <a:buClrTx/>
              <a:buSzTx/>
              <a:buNone/>
              <a:defRPr/>
            </a:pPr>
            <a:endParaRPr kumimoji="1" lang="en-US" altLang="en-US" sz="1800" b="1" kern="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endParaRPr kumimoji="1" lang="en-US" altLang="en-US" sz="1800" b="1" kern="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console.log(`The </a:t>
            </a:r>
            <a:r>
              <a:rPr kumimoji="1" lang="en-US" altLang="en-US" sz="1800" b="1" kern="0" err="1">
                <a:solidFill>
                  <a:srgbClr val="000000"/>
                </a:solidFill>
                <a:latin typeface="Courier New" panose="02070309020205020404" pitchFamily="49" charset="0"/>
              </a:rPr>
              <a:t>honourGrades</a:t>
            </a:r>
            <a:r>
              <a:rPr kumimoji="1" lang="en-US" altLang="en-US" sz="1800" b="1" kern="0">
                <a:solidFill>
                  <a:srgbClr val="000000"/>
                </a:solidFill>
                <a:latin typeface="Courier New" panose="02070309020205020404" pitchFamily="49" charset="0"/>
              </a:rPr>
              <a:t> array : ${</a:t>
            </a:r>
            <a:r>
              <a:rPr kumimoji="1" lang="en-US" altLang="en-US" sz="1800" b="1" kern="0" err="1">
                <a:solidFill>
                  <a:srgbClr val="000000"/>
                </a:solidFill>
                <a:latin typeface="Courier New" panose="02070309020205020404" pitchFamily="49" charset="0"/>
              </a:rPr>
              <a:t>honourGrades</a:t>
            </a:r>
            <a:r>
              <a:rPr kumimoji="1" lang="en-US" altLang="en-US" sz="1800" b="1" kern="0">
                <a:solidFill>
                  <a:srgbClr val="000000"/>
                </a:solidFill>
                <a:latin typeface="Courier New" panose="02070309020205020404" pitchFamily="49" charset="0"/>
              </a:rPr>
              <a:t>}`);</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console.log(`The original grades : ${grades}`);</a:t>
            </a:r>
          </a:p>
        </p:txBody>
      </p:sp>
      <p:sp>
        <p:nvSpPr>
          <p:cNvPr id="5" name="TextBox 4">
            <a:extLst>
              <a:ext uri="{FF2B5EF4-FFF2-40B4-BE49-F238E27FC236}">
                <a16:creationId xmlns:a16="http://schemas.microsoft.com/office/drawing/2014/main" id="{C193EECE-EE0D-428A-815E-BF735B07DB3A}"/>
              </a:ext>
            </a:extLst>
          </p:cNvPr>
          <p:cNvSpPr txBox="1"/>
          <p:nvPr/>
        </p:nvSpPr>
        <p:spPr>
          <a:xfrm>
            <a:off x="2158895" y="3212356"/>
            <a:ext cx="485877" cy="369332"/>
          </a:xfrm>
          <a:prstGeom prst="rect">
            <a:avLst/>
          </a:prstGeom>
          <a:noFill/>
        </p:spPr>
        <p:txBody>
          <a:bodyPr wrap="square" rtlCol="0">
            <a:spAutoFit/>
          </a:bodyPr>
          <a:lstStyle/>
          <a:p>
            <a:r>
              <a:rPr lang="en-CA" b="1">
                <a:solidFill>
                  <a:srgbClr val="FF0000"/>
                </a:solidFill>
              </a:rPr>
              <a:t>2</a:t>
            </a:r>
          </a:p>
        </p:txBody>
      </p:sp>
      <p:sp>
        <p:nvSpPr>
          <p:cNvPr id="6" name="Arrow: Left 5">
            <a:extLst>
              <a:ext uri="{FF2B5EF4-FFF2-40B4-BE49-F238E27FC236}">
                <a16:creationId xmlns:a16="http://schemas.microsoft.com/office/drawing/2014/main" id="{3FD5F4F3-F6AE-4D1F-B117-5C84E0DD7DDE}"/>
              </a:ext>
            </a:extLst>
          </p:cNvPr>
          <p:cNvSpPr/>
          <p:nvPr/>
        </p:nvSpPr>
        <p:spPr>
          <a:xfrm>
            <a:off x="5407786" y="2581993"/>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TextBox 6">
            <a:extLst>
              <a:ext uri="{FF2B5EF4-FFF2-40B4-BE49-F238E27FC236}">
                <a16:creationId xmlns:a16="http://schemas.microsoft.com/office/drawing/2014/main" id="{DFD6B042-5135-423A-A9C9-34219CDD78AE}"/>
              </a:ext>
            </a:extLst>
          </p:cNvPr>
          <p:cNvSpPr txBox="1"/>
          <p:nvPr/>
        </p:nvSpPr>
        <p:spPr>
          <a:xfrm>
            <a:off x="5990535" y="2508992"/>
            <a:ext cx="407543" cy="369332"/>
          </a:xfrm>
          <a:prstGeom prst="rect">
            <a:avLst/>
          </a:prstGeom>
          <a:noFill/>
        </p:spPr>
        <p:txBody>
          <a:bodyPr wrap="square" rtlCol="0">
            <a:spAutoFit/>
          </a:bodyPr>
          <a:lstStyle/>
          <a:p>
            <a:r>
              <a:rPr lang="en-CA" b="1">
                <a:solidFill>
                  <a:srgbClr val="FF0000"/>
                </a:solidFill>
              </a:rPr>
              <a:t>1</a:t>
            </a:r>
          </a:p>
        </p:txBody>
      </p:sp>
      <p:sp>
        <p:nvSpPr>
          <p:cNvPr id="8" name="Arrow: Left 7">
            <a:extLst>
              <a:ext uri="{FF2B5EF4-FFF2-40B4-BE49-F238E27FC236}">
                <a16:creationId xmlns:a16="http://schemas.microsoft.com/office/drawing/2014/main" id="{31E35AB2-C2E1-4942-AE27-C8FE62A376D8}"/>
              </a:ext>
            </a:extLst>
          </p:cNvPr>
          <p:cNvSpPr/>
          <p:nvPr/>
        </p:nvSpPr>
        <p:spPr>
          <a:xfrm rot="16200000">
            <a:off x="3938920" y="3263959"/>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Arrow: Left 8">
            <a:extLst>
              <a:ext uri="{FF2B5EF4-FFF2-40B4-BE49-F238E27FC236}">
                <a16:creationId xmlns:a16="http://schemas.microsoft.com/office/drawing/2014/main" id="{BDC5D272-3032-4EE5-BAA4-82DB0EAE9131}"/>
              </a:ext>
            </a:extLst>
          </p:cNvPr>
          <p:cNvSpPr/>
          <p:nvPr/>
        </p:nvSpPr>
        <p:spPr>
          <a:xfrm rot="16200000">
            <a:off x="5626143" y="3298884"/>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TextBox 9">
            <a:extLst>
              <a:ext uri="{FF2B5EF4-FFF2-40B4-BE49-F238E27FC236}">
                <a16:creationId xmlns:a16="http://schemas.microsoft.com/office/drawing/2014/main" id="{464E0E58-039F-4592-9000-20866EDE2A29}"/>
              </a:ext>
            </a:extLst>
          </p:cNvPr>
          <p:cNvSpPr txBox="1"/>
          <p:nvPr/>
        </p:nvSpPr>
        <p:spPr>
          <a:xfrm>
            <a:off x="5532679" y="3114380"/>
            <a:ext cx="485877" cy="369332"/>
          </a:xfrm>
          <a:prstGeom prst="rect">
            <a:avLst/>
          </a:prstGeom>
          <a:noFill/>
        </p:spPr>
        <p:txBody>
          <a:bodyPr wrap="square" rtlCol="0">
            <a:spAutoFit/>
          </a:bodyPr>
          <a:lstStyle/>
          <a:p>
            <a:r>
              <a:rPr lang="en-CA" b="1">
                <a:solidFill>
                  <a:srgbClr val="FF0000"/>
                </a:solidFill>
              </a:rPr>
              <a:t>3</a:t>
            </a:r>
          </a:p>
        </p:txBody>
      </p:sp>
      <p:sp>
        <p:nvSpPr>
          <p:cNvPr id="11" name="Arrow: Left 10">
            <a:extLst>
              <a:ext uri="{FF2B5EF4-FFF2-40B4-BE49-F238E27FC236}">
                <a16:creationId xmlns:a16="http://schemas.microsoft.com/office/drawing/2014/main" id="{0B406BF7-71A0-477F-93A0-9B7137977FE5}"/>
              </a:ext>
            </a:extLst>
          </p:cNvPr>
          <p:cNvSpPr/>
          <p:nvPr/>
        </p:nvSpPr>
        <p:spPr>
          <a:xfrm>
            <a:off x="4500592" y="3957528"/>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TextBox 11">
            <a:extLst>
              <a:ext uri="{FF2B5EF4-FFF2-40B4-BE49-F238E27FC236}">
                <a16:creationId xmlns:a16="http://schemas.microsoft.com/office/drawing/2014/main" id="{D8F77E74-2824-46CE-9A45-21D7CCEAEE54}"/>
              </a:ext>
            </a:extLst>
          </p:cNvPr>
          <p:cNvSpPr txBox="1"/>
          <p:nvPr/>
        </p:nvSpPr>
        <p:spPr>
          <a:xfrm>
            <a:off x="5098247" y="3884314"/>
            <a:ext cx="474397" cy="369332"/>
          </a:xfrm>
          <a:prstGeom prst="rect">
            <a:avLst/>
          </a:prstGeom>
          <a:noFill/>
        </p:spPr>
        <p:txBody>
          <a:bodyPr wrap="square" rtlCol="0">
            <a:spAutoFit/>
          </a:bodyPr>
          <a:lstStyle/>
          <a:p>
            <a:r>
              <a:rPr lang="en-CA" b="1">
                <a:solidFill>
                  <a:srgbClr val="FF0000"/>
                </a:solidFill>
              </a:rPr>
              <a:t>4</a:t>
            </a:r>
          </a:p>
        </p:txBody>
      </p:sp>
      <p:sp>
        <p:nvSpPr>
          <p:cNvPr id="13" name="Arrow: Left 12">
            <a:extLst>
              <a:ext uri="{FF2B5EF4-FFF2-40B4-BE49-F238E27FC236}">
                <a16:creationId xmlns:a16="http://schemas.microsoft.com/office/drawing/2014/main" id="{94232E0A-7470-4FA3-AAB1-2297CCCB3B0D}"/>
              </a:ext>
            </a:extLst>
          </p:cNvPr>
          <p:cNvSpPr/>
          <p:nvPr/>
        </p:nvSpPr>
        <p:spPr>
          <a:xfrm>
            <a:off x="8865936" y="5052684"/>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TextBox 13">
            <a:extLst>
              <a:ext uri="{FF2B5EF4-FFF2-40B4-BE49-F238E27FC236}">
                <a16:creationId xmlns:a16="http://schemas.microsoft.com/office/drawing/2014/main" id="{61183082-60B2-4B28-AD1A-6077F823A4EC}"/>
              </a:ext>
            </a:extLst>
          </p:cNvPr>
          <p:cNvSpPr txBox="1"/>
          <p:nvPr/>
        </p:nvSpPr>
        <p:spPr>
          <a:xfrm>
            <a:off x="9483652" y="5024214"/>
            <a:ext cx="474397" cy="369332"/>
          </a:xfrm>
          <a:prstGeom prst="rect">
            <a:avLst/>
          </a:prstGeom>
          <a:noFill/>
        </p:spPr>
        <p:txBody>
          <a:bodyPr wrap="square" rtlCol="0">
            <a:spAutoFit/>
          </a:bodyPr>
          <a:lstStyle/>
          <a:p>
            <a:r>
              <a:rPr lang="en-CA" b="1">
                <a:solidFill>
                  <a:srgbClr val="FF0000"/>
                </a:solidFill>
              </a:rPr>
              <a:t>5</a:t>
            </a:r>
          </a:p>
        </p:txBody>
      </p:sp>
      <p:sp>
        <p:nvSpPr>
          <p:cNvPr id="15" name="TextBox 14">
            <a:extLst>
              <a:ext uri="{FF2B5EF4-FFF2-40B4-BE49-F238E27FC236}">
                <a16:creationId xmlns:a16="http://schemas.microsoft.com/office/drawing/2014/main" id="{3AC74CFF-D98F-4826-8680-39B2B6CB8C2C}"/>
              </a:ext>
            </a:extLst>
          </p:cNvPr>
          <p:cNvSpPr txBox="1"/>
          <p:nvPr/>
        </p:nvSpPr>
        <p:spPr>
          <a:xfrm>
            <a:off x="3845946" y="3222696"/>
            <a:ext cx="485877" cy="369332"/>
          </a:xfrm>
          <a:prstGeom prst="rect">
            <a:avLst/>
          </a:prstGeom>
          <a:noFill/>
        </p:spPr>
        <p:txBody>
          <a:bodyPr wrap="square" rtlCol="0">
            <a:spAutoFit/>
          </a:bodyPr>
          <a:lstStyle/>
          <a:p>
            <a:r>
              <a:rPr lang="en-CA" b="1">
                <a:solidFill>
                  <a:srgbClr val="FF0000"/>
                </a:solidFill>
              </a:rPr>
              <a:t>1</a:t>
            </a:r>
          </a:p>
        </p:txBody>
      </p:sp>
      <p:sp>
        <p:nvSpPr>
          <p:cNvPr id="16" name="Arrow: Left 15">
            <a:extLst>
              <a:ext uri="{FF2B5EF4-FFF2-40B4-BE49-F238E27FC236}">
                <a16:creationId xmlns:a16="http://schemas.microsoft.com/office/drawing/2014/main" id="{F3942FF8-52F8-4A8B-A4E5-7DBC15668E20}"/>
              </a:ext>
            </a:extLst>
          </p:cNvPr>
          <p:cNvSpPr/>
          <p:nvPr/>
        </p:nvSpPr>
        <p:spPr>
          <a:xfrm rot="16200000">
            <a:off x="2275549" y="3274299"/>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 name="Arrow: Left 17">
            <a:extLst>
              <a:ext uri="{FF2B5EF4-FFF2-40B4-BE49-F238E27FC236}">
                <a16:creationId xmlns:a16="http://schemas.microsoft.com/office/drawing/2014/main" id="{33ED3A80-A474-4523-8F0F-365B01ECD4E0}"/>
              </a:ext>
            </a:extLst>
          </p:cNvPr>
          <p:cNvSpPr/>
          <p:nvPr/>
        </p:nvSpPr>
        <p:spPr>
          <a:xfrm>
            <a:off x="7679028" y="5331657"/>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TextBox 18">
            <a:extLst>
              <a:ext uri="{FF2B5EF4-FFF2-40B4-BE49-F238E27FC236}">
                <a16:creationId xmlns:a16="http://schemas.microsoft.com/office/drawing/2014/main" id="{D1565E3B-ED6B-4ADD-8597-7ED59ECB0A05}"/>
              </a:ext>
            </a:extLst>
          </p:cNvPr>
          <p:cNvSpPr txBox="1"/>
          <p:nvPr/>
        </p:nvSpPr>
        <p:spPr>
          <a:xfrm>
            <a:off x="8296744" y="5318811"/>
            <a:ext cx="474397" cy="369332"/>
          </a:xfrm>
          <a:prstGeom prst="rect">
            <a:avLst/>
          </a:prstGeom>
          <a:noFill/>
        </p:spPr>
        <p:txBody>
          <a:bodyPr wrap="square" rtlCol="0">
            <a:spAutoFit/>
          </a:bodyPr>
          <a:lstStyle/>
          <a:p>
            <a:r>
              <a:rPr lang="en-CA" b="1">
                <a:solidFill>
                  <a:srgbClr val="FF0000"/>
                </a:solidFill>
              </a:rPr>
              <a:t>6</a:t>
            </a:r>
          </a:p>
        </p:txBody>
      </p:sp>
      <p:sp>
        <p:nvSpPr>
          <p:cNvPr id="17" name="Slide Number Placeholder 16">
            <a:extLst>
              <a:ext uri="{FF2B5EF4-FFF2-40B4-BE49-F238E27FC236}">
                <a16:creationId xmlns:a16="http://schemas.microsoft.com/office/drawing/2014/main" id="{21BE17B0-94ED-42FE-BFB0-D9E2CEFA9562}"/>
              </a:ext>
            </a:extLst>
          </p:cNvPr>
          <p:cNvSpPr>
            <a:spLocks noGrp="1"/>
          </p:cNvSpPr>
          <p:nvPr>
            <p:ph type="sldNum" sz="quarter" idx="12"/>
          </p:nvPr>
        </p:nvSpPr>
        <p:spPr/>
        <p:txBody>
          <a:bodyPr/>
          <a:lstStyle/>
          <a:p>
            <a:fld id="{6B7CECC9-8688-4C14-9F38-24140407CAFB}" type="slidenum">
              <a:rPr lang="en-CA" smtClean="0"/>
              <a:t>43</a:t>
            </a:fld>
            <a:endParaRPr lang="en-CA"/>
          </a:p>
        </p:txBody>
      </p:sp>
    </p:spTree>
    <p:extLst>
      <p:ext uri="{BB962C8B-B14F-4D97-AF65-F5344CB8AC3E}">
        <p14:creationId xmlns:p14="http://schemas.microsoft.com/office/powerpoint/2010/main" val="19200085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F94C1-0C3D-41D4-8CD3-DFCCBDD3BF16}"/>
              </a:ext>
            </a:extLst>
          </p:cNvPr>
          <p:cNvSpPr>
            <a:spLocks noGrp="1"/>
          </p:cNvSpPr>
          <p:nvPr>
            <p:ph type="title"/>
          </p:nvPr>
        </p:nvSpPr>
        <p:spPr/>
        <p:txBody>
          <a:bodyPr/>
          <a:lstStyle/>
          <a:p>
            <a:r>
              <a:rPr lang="en-CA"/>
              <a:t>The </a:t>
            </a:r>
            <a:r>
              <a:rPr lang="en-CA" err="1"/>
              <a:t>Array.find</a:t>
            </a:r>
            <a:r>
              <a:rPr lang="en-CA"/>
              <a:t>() Method</a:t>
            </a:r>
          </a:p>
        </p:txBody>
      </p:sp>
      <p:sp>
        <p:nvSpPr>
          <p:cNvPr id="3" name="Content Placeholder 2">
            <a:extLst>
              <a:ext uri="{FF2B5EF4-FFF2-40B4-BE49-F238E27FC236}">
                <a16:creationId xmlns:a16="http://schemas.microsoft.com/office/drawing/2014/main" id="{5ADB09C8-B2A4-49C9-9F0A-02A409906067}"/>
              </a:ext>
            </a:extLst>
          </p:cNvPr>
          <p:cNvSpPr>
            <a:spLocks noGrp="1"/>
          </p:cNvSpPr>
          <p:nvPr>
            <p:ph idx="1"/>
          </p:nvPr>
        </p:nvSpPr>
        <p:spPr/>
        <p:txBody>
          <a:bodyPr>
            <a:normAutofit lnSpcReduction="10000"/>
          </a:bodyPr>
          <a:lstStyle/>
          <a:p>
            <a:r>
              <a:rPr lang="en-CA"/>
              <a:t>The Array's object find() method executes the </a:t>
            </a:r>
            <a:r>
              <a:rPr lang="en-US"/>
              <a:t>callback function in each array until it returns a true value. The method returns the value of that array element</a:t>
            </a:r>
          </a:p>
          <a:p>
            <a:endParaRPr lang="en-US"/>
          </a:p>
          <a:p>
            <a:pPr lvl="1"/>
            <a:r>
              <a:rPr lang="en-US"/>
              <a:t>The arguments of the callback function are as follows</a:t>
            </a:r>
          </a:p>
          <a:p>
            <a:pPr lvl="2"/>
            <a:r>
              <a:rPr lang="en-US" err="1"/>
              <a:t>currentValue</a:t>
            </a:r>
            <a:r>
              <a:rPr lang="en-US"/>
              <a:t> (required) – the value of the current element</a:t>
            </a:r>
          </a:p>
          <a:p>
            <a:pPr lvl="2"/>
            <a:r>
              <a:rPr lang="en-US"/>
              <a:t>index (optional) – the index of the current element</a:t>
            </a:r>
          </a:p>
          <a:p>
            <a:pPr lvl="2"/>
            <a:r>
              <a:rPr lang="en-US" err="1"/>
              <a:t>arr</a:t>
            </a:r>
            <a:r>
              <a:rPr lang="en-US"/>
              <a:t> (optional) – the current array that the element belong to</a:t>
            </a:r>
          </a:p>
          <a:p>
            <a:pPr lvl="2"/>
            <a:r>
              <a:rPr lang="en-US" err="1"/>
              <a:t>thisValue</a:t>
            </a:r>
            <a:r>
              <a:rPr lang="en-US"/>
              <a:t> (optional) – the value to use as this when executing callback</a:t>
            </a:r>
          </a:p>
          <a:p>
            <a:pPr lvl="1"/>
            <a:r>
              <a:rPr lang="en-US"/>
              <a:t>Return value</a:t>
            </a:r>
          </a:p>
          <a:p>
            <a:pPr lvl="2"/>
            <a:r>
              <a:rPr lang="en-US"/>
              <a:t>It returns the first array element value which satisfy the condition, otherwise it will return undefined</a:t>
            </a:r>
            <a:endParaRPr lang="en-CA"/>
          </a:p>
        </p:txBody>
      </p:sp>
      <p:sp>
        <p:nvSpPr>
          <p:cNvPr id="4" name="Text Box 1033">
            <a:extLst>
              <a:ext uri="{FF2B5EF4-FFF2-40B4-BE49-F238E27FC236}">
                <a16:creationId xmlns:a16="http://schemas.microsoft.com/office/drawing/2014/main" id="{9DCAB211-5D63-4188-B5C0-2826AC79DB1B}"/>
              </a:ext>
            </a:extLst>
          </p:cNvPr>
          <p:cNvSpPr txBox="1">
            <a:spLocks noChangeArrowheads="1"/>
          </p:cNvSpPr>
          <p:nvPr/>
        </p:nvSpPr>
        <p:spPr bwMode="auto">
          <a:xfrm>
            <a:off x="1221105" y="2927626"/>
            <a:ext cx="9749790" cy="369332"/>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let element = </a:t>
            </a:r>
            <a:r>
              <a:rPr kumimoji="1" lang="en-US" altLang="en-US" sz="1800" b="1" kern="0" err="1">
                <a:solidFill>
                  <a:srgbClr val="000000"/>
                </a:solidFill>
                <a:latin typeface="Courier New" panose="02070309020205020404" pitchFamily="49" charset="0"/>
              </a:rPr>
              <a:t>arr.find</a:t>
            </a:r>
            <a:r>
              <a:rPr kumimoji="1" lang="en-US" altLang="en-US" sz="1800" b="1" kern="0">
                <a:solidFill>
                  <a:srgbClr val="000000"/>
                </a:solidFill>
                <a:latin typeface="Courier New" panose="02070309020205020404" pitchFamily="49" charset="0"/>
              </a:rPr>
              <a:t>(function(</a:t>
            </a:r>
            <a:r>
              <a:rPr kumimoji="1" lang="en-US" altLang="en-US" sz="1800" b="1" kern="0" err="1">
                <a:solidFill>
                  <a:srgbClr val="000000"/>
                </a:solidFill>
                <a:latin typeface="Courier New" panose="02070309020205020404" pitchFamily="49" charset="0"/>
              </a:rPr>
              <a:t>currentValue</a:t>
            </a:r>
            <a:r>
              <a:rPr kumimoji="1" lang="en-US" altLang="en-US" sz="1800" b="1" kern="0">
                <a:solidFill>
                  <a:srgbClr val="000000"/>
                </a:solidFill>
                <a:latin typeface="Courier New" panose="02070309020205020404" pitchFamily="49" charset="0"/>
              </a:rPr>
              <a:t>, index, </a:t>
            </a:r>
            <a:r>
              <a:rPr kumimoji="1" lang="en-US" altLang="en-US" sz="1800" b="1" kern="0" err="1">
                <a:solidFill>
                  <a:srgbClr val="000000"/>
                </a:solidFill>
                <a:latin typeface="Courier New" panose="02070309020205020404" pitchFamily="49" charset="0"/>
              </a:rPr>
              <a:t>arr</a:t>
            </a:r>
            <a:r>
              <a:rPr kumimoji="1" lang="en-US" altLang="en-US" sz="1800" b="1" kern="0">
                <a:solidFill>
                  <a:srgbClr val="000000"/>
                </a:solidFill>
                <a:latin typeface="Courier New" panose="02070309020205020404" pitchFamily="49" charset="0"/>
              </a:rPr>
              <a:t>), </a:t>
            </a:r>
            <a:r>
              <a:rPr kumimoji="1" lang="en-US" altLang="en-US" sz="1800" b="1" kern="0" err="1">
                <a:solidFill>
                  <a:srgbClr val="000000"/>
                </a:solidFill>
                <a:latin typeface="Courier New" panose="02070309020205020404" pitchFamily="49" charset="0"/>
              </a:rPr>
              <a:t>thisValue</a:t>
            </a:r>
            <a:r>
              <a:rPr kumimoji="1" lang="en-US" altLang="en-US" sz="1800" b="1" kern="0">
                <a:solidFill>
                  <a:srgbClr val="000000"/>
                </a:solidFill>
                <a:latin typeface="Courier New" panose="02070309020205020404" pitchFamily="49" charset="0"/>
              </a:rPr>
              <a:t>)</a:t>
            </a:r>
          </a:p>
        </p:txBody>
      </p:sp>
      <p:sp>
        <p:nvSpPr>
          <p:cNvPr id="5" name="Slide Number Placeholder 4">
            <a:extLst>
              <a:ext uri="{FF2B5EF4-FFF2-40B4-BE49-F238E27FC236}">
                <a16:creationId xmlns:a16="http://schemas.microsoft.com/office/drawing/2014/main" id="{0A9D6AA5-CEC5-4F6A-8ED4-A16A0F6D9720}"/>
              </a:ext>
            </a:extLst>
          </p:cNvPr>
          <p:cNvSpPr>
            <a:spLocks noGrp="1"/>
          </p:cNvSpPr>
          <p:nvPr>
            <p:ph type="sldNum" sz="quarter" idx="12"/>
          </p:nvPr>
        </p:nvSpPr>
        <p:spPr/>
        <p:txBody>
          <a:bodyPr/>
          <a:lstStyle/>
          <a:p>
            <a:fld id="{6B7CECC9-8688-4C14-9F38-24140407CAFB}" type="slidenum">
              <a:rPr lang="en-CA" smtClean="0"/>
              <a:t>44</a:t>
            </a:fld>
            <a:endParaRPr lang="en-CA"/>
          </a:p>
        </p:txBody>
      </p:sp>
    </p:spTree>
    <p:extLst>
      <p:ext uri="{BB962C8B-B14F-4D97-AF65-F5344CB8AC3E}">
        <p14:creationId xmlns:p14="http://schemas.microsoft.com/office/powerpoint/2010/main" val="22409367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F157F-79DE-4E80-9EAE-F263E92BB1BC}"/>
              </a:ext>
            </a:extLst>
          </p:cNvPr>
          <p:cNvSpPr>
            <a:spLocks noGrp="1"/>
          </p:cNvSpPr>
          <p:nvPr>
            <p:ph type="title"/>
          </p:nvPr>
        </p:nvSpPr>
        <p:spPr/>
        <p:txBody>
          <a:bodyPr/>
          <a:lstStyle/>
          <a:p>
            <a:r>
              <a:rPr lang="en-CA" dirty="0"/>
              <a:t>The </a:t>
            </a:r>
            <a:r>
              <a:rPr lang="en-CA" dirty="0" err="1"/>
              <a:t>Array.find</a:t>
            </a:r>
            <a:r>
              <a:rPr lang="en-CA" dirty="0"/>
              <a:t>() Method – An Example</a:t>
            </a:r>
          </a:p>
        </p:txBody>
      </p:sp>
      <p:sp>
        <p:nvSpPr>
          <p:cNvPr id="3" name="Content Placeholder 2">
            <a:extLst>
              <a:ext uri="{FF2B5EF4-FFF2-40B4-BE49-F238E27FC236}">
                <a16:creationId xmlns:a16="http://schemas.microsoft.com/office/drawing/2014/main" id="{C38D49AD-7C32-4CBB-88A1-E2ADE06CDE71}"/>
              </a:ext>
            </a:extLst>
          </p:cNvPr>
          <p:cNvSpPr>
            <a:spLocks noGrp="1"/>
          </p:cNvSpPr>
          <p:nvPr>
            <p:ph idx="1"/>
          </p:nvPr>
        </p:nvSpPr>
        <p:spPr/>
        <p:txBody>
          <a:bodyPr/>
          <a:lstStyle/>
          <a:p>
            <a:endParaRPr lang="en-CA"/>
          </a:p>
        </p:txBody>
      </p:sp>
      <p:sp>
        <p:nvSpPr>
          <p:cNvPr id="4" name="Text Box 1033">
            <a:extLst>
              <a:ext uri="{FF2B5EF4-FFF2-40B4-BE49-F238E27FC236}">
                <a16:creationId xmlns:a16="http://schemas.microsoft.com/office/drawing/2014/main" id="{EC8C3456-0DB8-486B-9BCD-EF8A4A5BFD74}"/>
              </a:ext>
            </a:extLst>
          </p:cNvPr>
          <p:cNvSpPr txBox="1">
            <a:spLocks noChangeArrowheads="1"/>
          </p:cNvSpPr>
          <p:nvPr/>
        </p:nvSpPr>
        <p:spPr bwMode="auto">
          <a:xfrm>
            <a:off x="1101703" y="2143971"/>
            <a:ext cx="9698313" cy="3416320"/>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console.log(`Using the find() method`);</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let scores = [9, 10, 12, 23];</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console.log(`Original array ${scores}`);</a:t>
            </a:r>
          </a:p>
          <a:p>
            <a:pPr lvl="0" eaLnBrk="0" fontAlgn="base" hangingPunct="0">
              <a:spcBef>
                <a:spcPct val="0"/>
              </a:spcBef>
              <a:spcAft>
                <a:spcPct val="0"/>
              </a:spcAft>
              <a:buClrTx/>
              <a:buSzTx/>
              <a:buNone/>
              <a:defRPr/>
            </a:pPr>
            <a:endParaRPr kumimoji="1" lang="en-US" altLang="en-US" sz="1800" b="1" kern="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endParaRPr kumimoji="1" lang="en-US" altLang="en-US" sz="1800" b="1" kern="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endParaRPr kumimoji="1" lang="en-US" altLang="en-US" sz="1800" b="1" kern="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let </a:t>
            </a:r>
            <a:r>
              <a:rPr kumimoji="1" lang="en-US" altLang="en-US" sz="1800" b="1" kern="0" err="1">
                <a:solidFill>
                  <a:srgbClr val="000000"/>
                </a:solidFill>
                <a:latin typeface="Courier New" panose="02070309020205020404" pitchFamily="49" charset="0"/>
              </a:rPr>
              <a:t>foundScore</a:t>
            </a:r>
            <a:r>
              <a:rPr kumimoji="1" lang="en-US" altLang="en-US" sz="1800" b="1" kern="0">
                <a:solidFill>
                  <a:srgbClr val="000000"/>
                </a:solidFill>
                <a:latin typeface="Courier New" panose="02070309020205020404" pitchFamily="49" charset="0"/>
              </a:rPr>
              <a:t> = </a:t>
            </a:r>
            <a:r>
              <a:rPr kumimoji="1" lang="en-US" altLang="en-US" sz="1800" b="1" kern="0" err="1">
                <a:solidFill>
                  <a:srgbClr val="000000"/>
                </a:solidFill>
                <a:latin typeface="Courier New" panose="02070309020205020404" pitchFamily="49" charset="0"/>
              </a:rPr>
              <a:t>scores.find</a:t>
            </a:r>
            <a:r>
              <a:rPr kumimoji="1" lang="en-US" altLang="en-US" sz="1800" b="1" kern="0">
                <a:solidFill>
                  <a:srgbClr val="000000"/>
                </a:solidFill>
                <a:latin typeface="Courier New" panose="02070309020205020404" pitchFamily="49" charset="0"/>
              </a:rPr>
              <a:t>(score =&gt; </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	score &gt; 10</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a:t>
            </a:r>
          </a:p>
          <a:p>
            <a:pPr lvl="0" eaLnBrk="0" fontAlgn="base" hangingPunct="0">
              <a:spcBef>
                <a:spcPct val="0"/>
              </a:spcBef>
              <a:spcAft>
                <a:spcPct val="0"/>
              </a:spcAft>
              <a:buClrTx/>
              <a:buSzTx/>
              <a:buNone/>
              <a:defRPr/>
            </a:pPr>
            <a:endParaRPr kumimoji="1" lang="en-US" altLang="en-US" sz="1800" b="1" kern="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console.log(`Original array scores : ${scores}`);</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console.log(`The element of </a:t>
            </a:r>
            <a:r>
              <a:rPr kumimoji="1" lang="en-US" altLang="en-US" sz="1800" b="1" kern="0" err="1">
                <a:solidFill>
                  <a:srgbClr val="000000"/>
                </a:solidFill>
                <a:latin typeface="Courier New" panose="02070309020205020404" pitchFamily="49" charset="0"/>
              </a:rPr>
              <a:t>foundScore</a:t>
            </a:r>
            <a:r>
              <a:rPr kumimoji="1" lang="en-US" altLang="en-US" sz="1800" b="1" kern="0">
                <a:solidFill>
                  <a:srgbClr val="000000"/>
                </a:solidFill>
                <a:latin typeface="Courier New" panose="02070309020205020404" pitchFamily="49" charset="0"/>
              </a:rPr>
              <a:t>: ${</a:t>
            </a:r>
            <a:r>
              <a:rPr kumimoji="1" lang="en-US" altLang="en-US" sz="1800" b="1" kern="0" err="1">
                <a:solidFill>
                  <a:srgbClr val="000000"/>
                </a:solidFill>
                <a:latin typeface="Courier New" panose="02070309020205020404" pitchFamily="49" charset="0"/>
              </a:rPr>
              <a:t>foundScore</a:t>
            </a:r>
            <a:r>
              <a:rPr kumimoji="1" lang="en-US" altLang="en-US" sz="1800" b="1" kern="0">
                <a:solidFill>
                  <a:srgbClr val="000000"/>
                </a:solidFill>
                <a:latin typeface="Courier New" panose="02070309020205020404" pitchFamily="49" charset="0"/>
              </a:rPr>
              <a:t>}`);</a:t>
            </a:r>
          </a:p>
        </p:txBody>
      </p:sp>
      <p:sp>
        <p:nvSpPr>
          <p:cNvPr id="5" name="TextBox 4">
            <a:extLst>
              <a:ext uri="{FF2B5EF4-FFF2-40B4-BE49-F238E27FC236}">
                <a16:creationId xmlns:a16="http://schemas.microsoft.com/office/drawing/2014/main" id="{C193EECE-EE0D-428A-815E-BF735B07DB3A}"/>
              </a:ext>
            </a:extLst>
          </p:cNvPr>
          <p:cNvSpPr txBox="1"/>
          <p:nvPr/>
        </p:nvSpPr>
        <p:spPr>
          <a:xfrm>
            <a:off x="1806719" y="3328193"/>
            <a:ext cx="485877" cy="369332"/>
          </a:xfrm>
          <a:prstGeom prst="rect">
            <a:avLst/>
          </a:prstGeom>
          <a:noFill/>
        </p:spPr>
        <p:txBody>
          <a:bodyPr wrap="square" rtlCol="0">
            <a:spAutoFit/>
          </a:bodyPr>
          <a:lstStyle/>
          <a:p>
            <a:r>
              <a:rPr lang="en-CA" b="1">
                <a:solidFill>
                  <a:srgbClr val="FF0000"/>
                </a:solidFill>
              </a:rPr>
              <a:t>2</a:t>
            </a:r>
          </a:p>
        </p:txBody>
      </p:sp>
      <p:sp>
        <p:nvSpPr>
          <p:cNvPr id="6" name="Arrow: Left 5">
            <a:extLst>
              <a:ext uri="{FF2B5EF4-FFF2-40B4-BE49-F238E27FC236}">
                <a16:creationId xmlns:a16="http://schemas.microsoft.com/office/drawing/2014/main" id="{3FD5F4F3-F6AE-4D1F-B117-5C84E0DD7DDE}"/>
              </a:ext>
            </a:extLst>
          </p:cNvPr>
          <p:cNvSpPr/>
          <p:nvPr/>
        </p:nvSpPr>
        <p:spPr>
          <a:xfrm>
            <a:off x="5180503" y="2459205"/>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TextBox 6">
            <a:extLst>
              <a:ext uri="{FF2B5EF4-FFF2-40B4-BE49-F238E27FC236}">
                <a16:creationId xmlns:a16="http://schemas.microsoft.com/office/drawing/2014/main" id="{DFD6B042-5135-423A-A9C9-34219CDD78AE}"/>
              </a:ext>
            </a:extLst>
          </p:cNvPr>
          <p:cNvSpPr txBox="1"/>
          <p:nvPr/>
        </p:nvSpPr>
        <p:spPr>
          <a:xfrm>
            <a:off x="5754835" y="2407602"/>
            <a:ext cx="407543" cy="369332"/>
          </a:xfrm>
          <a:prstGeom prst="rect">
            <a:avLst/>
          </a:prstGeom>
          <a:noFill/>
        </p:spPr>
        <p:txBody>
          <a:bodyPr wrap="square" rtlCol="0">
            <a:spAutoFit/>
          </a:bodyPr>
          <a:lstStyle/>
          <a:p>
            <a:r>
              <a:rPr lang="en-CA" b="1">
                <a:solidFill>
                  <a:srgbClr val="FF0000"/>
                </a:solidFill>
              </a:rPr>
              <a:t>1</a:t>
            </a:r>
          </a:p>
        </p:txBody>
      </p:sp>
      <p:sp>
        <p:nvSpPr>
          <p:cNvPr id="8" name="Arrow: Left 7">
            <a:extLst>
              <a:ext uri="{FF2B5EF4-FFF2-40B4-BE49-F238E27FC236}">
                <a16:creationId xmlns:a16="http://schemas.microsoft.com/office/drawing/2014/main" id="{31E35AB2-C2E1-4942-AE27-C8FE62A376D8}"/>
              </a:ext>
            </a:extLst>
          </p:cNvPr>
          <p:cNvSpPr/>
          <p:nvPr/>
        </p:nvSpPr>
        <p:spPr>
          <a:xfrm rot="16200000">
            <a:off x="3586744" y="3379796"/>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Arrow: Left 8">
            <a:extLst>
              <a:ext uri="{FF2B5EF4-FFF2-40B4-BE49-F238E27FC236}">
                <a16:creationId xmlns:a16="http://schemas.microsoft.com/office/drawing/2014/main" id="{BDC5D272-3032-4EE5-BAA4-82DB0EAE9131}"/>
              </a:ext>
            </a:extLst>
          </p:cNvPr>
          <p:cNvSpPr/>
          <p:nvPr/>
        </p:nvSpPr>
        <p:spPr>
          <a:xfrm rot="16200000">
            <a:off x="5273967" y="3414721"/>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TextBox 9">
            <a:extLst>
              <a:ext uri="{FF2B5EF4-FFF2-40B4-BE49-F238E27FC236}">
                <a16:creationId xmlns:a16="http://schemas.microsoft.com/office/drawing/2014/main" id="{464E0E58-039F-4592-9000-20866EDE2A29}"/>
              </a:ext>
            </a:extLst>
          </p:cNvPr>
          <p:cNvSpPr txBox="1"/>
          <p:nvPr/>
        </p:nvSpPr>
        <p:spPr>
          <a:xfrm>
            <a:off x="5180503" y="3230217"/>
            <a:ext cx="485877" cy="369332"/>
          </a:xfrm>
          <a:prstGeom prst="rect">
            <a:avLst/>
          </a:prstGeom>
          <a:noFill/>
        </p:spPr>
        <p:txBody>
          <a:bodyPr wrap="square" rtlCol="0">
            <a:spAutoFit/>
          </a:bodyPr>
          <a:lstStyle/>
          <a:p>
            <a:r>
              <a:rPr lang="en-CA" b="1">
                <a:solidFill>
                  <a:srgbClr val="FF0000"/>
                </a:solidFill>
              </a:rPr>
              <a:t>3</a:t>
            </a:r>
          </a:p>
        </p:txBody>
      </p:sp>
      <p:sp>
        <p:nvSpPr>
          <p:cNvPr id="11" name="Arrow: Left 10">
            <a:extLst>
              <a:ext uri="{FF2B5EF4-FFF2-40B4-BE49-F238E27FC236}">
                <a16:creationId xmlns:a16="http://schemas.microsoft.com/office/drawing/2014/main" id="{0B406BF7-71A0-477F-93A0-9B7137977FE5}"/>
              </a:ext>
            </a:extLst>
          </p:cNvPr>
          <p:cNvSpPr/>
          <p:nvPr/>
        </p:nvSpPr>
        <p:spPr>
          <a:xfrm>
            <a:off x="4371898" y="4102622"/>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TextBox 11">
            <a:extLst>
              <a:ext uri="{FF2B5EF4-FFF2-40B4-BE49-F238E27FC236}">
                <a16:creationId xmlns:a16="http://schemas.microsoft.com/office/drawing/2014/main" id="{D8F77E74-2824-46CE-9A45-21D7CCEAEE54}"/>
              </a:ext>
            </a:extLst>
          </p:cNvPr>
          <p:cNvSpPr txBox="1"/>
          <p:nvPr/>
        </p:nvSpPr>
        <p:spPr>
          <a:xfrm>
            <a:off x="4969553" y="4029408"/>
            <a:ext cx="474397" cy="369332"/>
          </a:xfrm>
          <a:prstGeom prst="rect">
            <a:avLst/>
          </a:prstGeom>
          <a:noFill/>
        </p:spPr>
        <p:txBody>
          <a:bodyPr wrap="square" rtlCol="0">
            <a:spAutoFit/>
          </a:bodyPr>
          <a:lstStyle/>
          <a:p>
            <a:r>
              <a:rPr lang="en-CA" b="1">
                <a:solidFill>
                  <a:srgbClr val="FF0000"/>
                </a:solidFill>
              </a:rPr>
              <a:t>4</a:t>
            </a:r>
          </a:p>
        </p:txBody>
      </p:sp>
      <p:sp>
        <p:nvSpPr>
          <p:cNvPr id="13" name="Arrow: Left 12">
            <a:extLst>
              <a:ext uri="{FF2B5EF4-FFF2-40B4-BE49-F238E27FC236}">
                <a16:creationId xmlns:a16="http://schemas.microsoft.com/office/drawing/2014/main" id="{94232E0A-7470-4FA3-AAB1-2297CCCB3B0D}"/>
              </a:ext>
            </a:extLst>
          </p:cNvPr>
          <p:cNvSpPr/>
          <p:nvPr/>
        </p:nvSpPr>
        <p:spPr>
          <a:xfrm>
            <a:off x="8142808" y="4932832"/>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TextBox 13">
            <a:extLst>
              <a:ext uri="{FF2B5EF4-FFF2-40B4-BE49-F238E27FC236}">
                <a16:creationId xmlns:a16="http://schemas.microsoft.com/office/drawing/2014/main" id="{61183082-60B2-4B28-AD1A-6077F823A4EC}"/>
              </a:ext>
            </a:extLst>
          </p:cNvPr>
          <p:cNvSpPr txBox="1"/>
          <p:nvPr/>
        </p:nvSpPr>
        <p:spPr>
          <a:xfrm>
            <a:off x="8786849" y="4881229"/>
            <a:ext cx="474397" cy="369332"/>
          </a:xfrm>
          <a:prstGeom prst="rect">
            <a:avLst/>
          </a:prstGeom>
          <a:noFill/>
        </p:spPr>
        <p:txBody>
          <a:bodyPr wrap="square" rtlCol="0">
            <a:spAutoFit/>
          </a:bodyPr>
          <a:lstStyle/>
          <a:p>
            <a:r>
              <a:rPr lang="en-CA" b="1">
                <a:solidFill>
                  <a:srgbClr val="FF0000"/>
                </a:solidFill>
              </a:rPr>
              <a:t>5</a:t>
            </a:r>
          </a:p>
        </p:txBody>
      </p:sp>
      <p:sp>
        <p:nvSpPr>
          <p:cNvPr id="15" name="TextBox 14">
            <a:extLst>
              <a:ext uri="{FF2B5EF4-FFF2-40B4-BE49-F238E27FC236}">
                <a16:creationId xmlns:a16="http://schemas.microsoft.com/office/drawing/2014/main" id="{3AC74CFF-D98F-4826-8680-39B2B6CB8C2C}"/>
              </a:ext>
            </a:extLst>
          </p:cNvPr>
          <p:cNvSpPr txBox="1"/>
          <p:nvPr/>
        </p:nvSpPr>
        <p:spPr>
          <a:xfrm>
            <a:off x="3493770" y="3338533"/>
            <a:ext cx="485877" cy="369332"/>
          </a:xfrm>
          <a:prstGeom prst="rect">
            <a:avLst/>
          </a:prstGeom>
          <a:noFill/>
        </p:spPr>
        <p:txBody>
          <a:bodyPr wrap="square" rtlCol="0">
            <a:spAutoFit/>
          </a:bodyPr>
          <a:lstStyle/>
          <a:p>
            <a:r>
              <a:rPr lang="en-CA" b="1">
                <a:solidFill>
                  <a:srgbClr val="FF0000"/>
                </a:solidFill>
              </a:rPr>
              <a:t>1</a:t>
            </a:r>
          </a:p>
        </p:txBody>
      </p:sp>
      <p:sp>
        <p:nvSpPr>
          <p:cNvPr id="16" name="Arrow: Left 15">
            <a:extLst>
              <a:ext uri="{FF2B5EF4-FFF2-40B4-BE49-F238E27FC236}">
                <a16:creationId xmlns:a16="http://schemas.microsoft.com/office/drawing/2014/main" id="{F3942FF8-52F8-4A8B-A4E5-7DBC15668E20}"/>
              </a:ext>
            </a:extLst>
          </p:cNvPr>
          <p:cNvSpPr/>
          <p:nvPr/>
        </p:nvSpPr>
        <p:spPr>
          <a:xfrm rot="16200000">
            <a:off x="1923373" y="3390136"/>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 name="Arrow: Left 17">
            <a:extLst>
              <a:ext uri="{FF2B5EF4-FFF2-40B4-BE49-F238E27FC236}">
                <a16:creationId xmlns:a16="http://schemas.microsoft.com/office/drawing/2014/main" id="{33ED3A80-A474-4523-8F0F-365B01ECD4E0}"/>
              </a:ext>
            </a:extLst>
          </p:cNvPr>
          <p:cNvSpPr/>
          <p:nvPr/>
        </p:nvSpPr>
        <p:spPr>
          <a:xfrm>
            <a:off x="10550544" y="5217962"/>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TextBox 18">
            <a:extLst>
              <a:ext uri="{FF2B5EF4-FFF2-40B4-BE49-F238E27FC236}">
                <a16:creationId xmlns:a16="http://schemas.microsoft.com/office/drawing/2014/main" id="{D1565E3B-ED6B-4ADD-8597-7ED59ECB0A05}"/>
              </a:ext>
            </a:extLst>
          </p:cNvPr>
          <p:cNvSpPr txBox="1"/>
          <p:nvPr/>
        </p:nvSpPr>
        <p:spPr>
          <a:xfrm>
            <a:off x="11194585" y="5166359"/>
            <a:ext cx="474397" cy="369332"/>
          </a:xfrm>
          <a:prstGeom prst="rect">
            <a:avLst/>
          </a:prstGeom>
          <a:noFill/>
        </p:spPr>
        <p:txBody>
          <a:bodyPr wrap="square" rtlCol="0">
            <a:spAutoFit/>
          </a:bodyPr>
          <a:lstStyle/>
          <a:p>
            <a:r>
              <a:rPr lang="en-CA" b="1">
                <a:solidFill>
                  <a:srgbClr val="FF0000"/>
                </a:solidFill>
              </a:rPr>
              <a:t>6</a:t>
            </a:r>
          </a:p>
        </p:txBody>
      </p:sp>
      <p:sp>
        <p:nvSpPr>
          <p:cNvPr id="17" name="Slide Number Placeholder 16">
            <a:extLst>
              <a:ext uri="{FF2B5EF4-FFF2-40B4-BE49-F238E27FC236}">
                <a16:creationId xmlns:a16="http://schemas.microsoft.com/office/drawing/2014/main" id="{0066080E-31B2-4BF3-99F5-8694F2DE3E34}"/>
              </a:ext>
            </a:extLst>
          </p:cNvPr>
          <p:cNvSpPr>
            <a:spLocks noGrp="1"/>
          </p:cNvSpPr>
          <p:nvPr>
            <p:ph type="sldNum" sz="quarter" idx="12"/>
          </p:nvPr>
        </p:nvSpPr>
        <p:spPr/>
        <p:txBody>
          <a:bodyPr/>
          <a:lstStyle/>
          <a:p>
            <a:fld id="{6B7CECC9-8688-4C14-9F38-24140407CAFB}" type="slidenum">
              <a:rPr lang="en-CA" smtClean="0"/>
              <a:t>45</a:t>
            </a:fld>
            <a:endParaRPr lang="en-CA"/>
          </a:p>
        </p:txBody>
      </p:sp>
    </p:spTree>
    <p:extLst>
      <p:ext uri="{BB962C8B-B14F-4D97-AF65-F5344CB8AC3E}">
        <p14:creationId xmlns:p14="http://schemas.microsoft.com/office/powerpoint/2010/main" val="1563887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F94C1-0C3D-41D4-8CD3-DFCCBDD3BF16}"/>
              </a:ext>
            </a:extLst>
          </p:cNvPr>
          <p:cNvSpPr>
            <a:spLocks noGrp="1"/>
          </p:cNvSpPr>
          <p:nvPr>
            <p:ph type="title"/>
          </p:nvPr>
        </p:nvSpPr>
        <p:spPr/>
        <p:txBody>
          <a:bodyPr/>
          <a:lstStyle/>
          <a:p>
            <a:r>
              <a:rPr lang="en-CA"/>
              <a:t>The </a:t>
            </a:r>
            <a:r>
              <a:rPr lang="en-CA" err="1"/>
              <a:t>Array.every</a:t>
            </a:r>
            <a:r>
              <a:rPr lang="en-CA"/>
              <a:t>() Method</a:t>
            </a:r>
          </a:p>
        </p:txBody>
      </p:sp>
      <p:sp>
        <p:nvSpPr>
          <p:cNvPr id="3" name="Content Placeholder 2">
            <a:extLst>
              <a:ext uri="{FF2B5EF4-FFF2-40B4-BE49-F238E27FC236}">
                <a16:creationId xmlns:a16="http://schemas.microsoft.com/office/drawing/2014/main" id="{5ADB09C8-B2A4-49C9-9F0A-02A409906067}"/>
              </a:ext>
            </a:extLst>
          </p:cNvPr>
          <p:cNvSpPr>
            <a:spLocks noGrp="1"/>
          </p:cNvSpPr>
          <p:nvPr>
            <p:ph idx="1"/>
          </p:nvPr>
        </p:nvSpPr>
        <p:spPr/>
        <p:txBody>
          <a:bodyPr>
            <a:normAutofit fontScale="92500" lnSpcReduction="20000"/>
          </a:bodyPr>
          <a:lstStyle/>
          <a:p>
            <a:r>
              <a:rPr lang="en-CA" dirty="0"/>
              <a:t>The Array's object every() </a:t>
            </a:r>
            <a:r>
              <a:rPr lang="en-US" dirty="0"/>
              <a:t>method executes the callback function to checks whether all the elements of the array satisfy the given condition or not </a:t>
            </a:r>
          </a:p>
          <a:p>
            <a:pPr lvl="1"/>
            <a:r>
              <a:rPr lang="en-US" dirty="0"/>
              <a:t>Provided by a method passed to it as the argument</a:t>
            </a:r>
          </a:p>
          <a:p>
            <a:pPr lvl="1"/>
            <a:endParaRPr lang="en-US" dirty="0"/>
          </a:p>
          <a:p>
            <a:pPr lvl="1"/>
            <a:endParaRPr lang="en-US" dirty="0"/>
          </a:p>
          <a:p>
            <a:pPr lvl="1"/>
            <a:r>
              <a:rPr lang="en-US" dirty="0"/>
              <a:t>The arguments of the callback function are as follows</a:t>
            </a:r>
          </a:p>
          <a:p>
            <a:pPr lvl="2"/>
            <a:r>
              <a:rPr lang="en-US" dirty="0" err="1"/>
              <a:t>currentValue</a:t>
            </a:r>
            <a:r>
              <a:rPr lang="en-US" dirty="0"/>
              <a:t> (required) – the value of the current element</a:t>
            </a:r>
          </a:p>
          <a:p>
            <a:pPr lvl="2"/>
            <a:r>
              <a:rPr lang="en-US" dirty="0"/>
              <a:t>index (optional) – the index of the current element</a:t>
            </a:r>
          </a:p>
          <a:p>
            <a:pPr lvl="2"/>
            <a:r>
              <a:rPr lang="en-US" dirty="0" err="1"/>
              <a:t>arr</a:t>
            </a:r>
            <a:r>
              <a:rPr lang="en-US" dirty="0"/>
              <a:t> (optional) – the current array that the element belong to</a:t>
            </a:r>
          </a:p>
          <a:p>
            <a:pPr lvl="2"/>
            <a:r>
              <a:rPr lang="en-US" dirty="0" err="1"/>
              <a:t>thisValue</a:t>
            </a:r>
            <a:r>
              <a:rPr lang="en-US" dirty="0"/>
              <a:t> (optional) – the value to use as this when executing callback</a:t>
            </a:r>
          </a:p>
          <a:p>
            <a:pPr lvl="1"/>
            <a:r>
              <a:rPr lang="en-US" dirty="0"/>
              <a:t>Return value</a:t>
            </a:r>
          </a:p>
          <a:p>
            <a:pPr lvl="2"/>
            <a:r>
              <a:rPr lang="en-US" dirty="0"/>
              <a:t>This method returns </a:t>
            </a:r>
            <a:r>
              <a:rPr lang="en-US" dirty="0" err="1"/>
              <a:t>boolean</a:t>
            </a:r>
            <a:r>
              <a:rPr lang="en-US" dirty="0"/>
              <a:t> value true if all the elements of the array satisfy the given condition, otherwise, it will return to false.</a:t>
            </a:r>
          </a:p>
          <a:p>
            <a:pPr marL="0" indent="0">
              <a:buNone/>
            </a:pPr>
            <a:endParaRPr lang="en-CA" dirty="0"/>
          </a:p>
        </p:txBody>
      </p:sp>
      <p:sp>
        <p:nvSpPr>
          <p:cNvPr id="4" name="Text Box 1033">
            <a:extLst>
              <a:ext uri="{FF2B5EF4-FFF2-40B4-BE49-F238E27FC236}">
                <a16:creationId xmlns:a16="http://schemas.microsoft.com/office/drawing/2014/main" id="{9DCAB211-5D63-4188-B5C0-2826AC79DB1B}"/>
              </a:ext>
            </a:extLst>
          </p:cNvPr>
          <p:cNvSpPr txBox="1">
            <a:spLocks noChangeArrowheads="1"/>
          </p:cNvSpPr>
          <p:nvPr/>
        </p:nvSpPr>
        <p:spPr bwMode="auto">
          <a:xfrm>
            <a:off x="1010330" y="2950337"/>
            <a:ext cx="10343470" cy="369332"/>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let </a:t>
            </a:r>
            <a:r>
              <a:rPr kumimoji="1" lang="en-US" altLang="en-US" sz="1800" b="1" kern="0" err="1">
                <a:solidFill>
                  <a:srgbClr val="000000"/>
                </a:solidFill>
                <a:latin typeface="Courier New" panose="02070309020205020404" pitchFamily="49" charset="0"/>
              </a:rPr>
              <a:t>isCondition</a:t>
            </a:r>
            <a:r>
              <a:rPr kumimoji="1" lang="en-US" altLang="en-US" sz="1800" b="1" kern="0">
                <a:solidFill>
                  <a:srgbClr val="000000"/>
                </a:solidFill>
                <a:latin typeface="Courier New" panose="02070309020205020404" pitchFamily="49" charset="0"/>
              </a:rPr>
              <a:t> = </a:t>
            </a:r>
            <a:r>
              <a:rPr kumimoji="1" lang="en-US" altLang="en-US" sz="1800" b="1" kern="0" err="1">
                <a:solidFill>
                  <a:srgbClr val="000000"/>
                </a:solidFill>
                <a:latin typeface="Courier New" panose="02070309020205020404" pitchFamily="49" charset="0"/>
              </a:rPr>
              <a:t>arr.every</a:t>
            </a:r>
            <a:r>
              <a:rPr kumimoji="1" lang="en-US" altLang="en-US" sz="1800" b="1" kern="0">
                <a:solidFill>
                  <a:srgbClr val="000000"/>
                </a:solidFill>
                <a:latin typeface="Courier New" panose="02070309020205020404" pitchFamily="49" charset="0"/>
              </a:rPr>
              <a:t>(function(</a:t>
            </a:r>
            <a:r>
              <a:rPr kumimoji="1" lang="en-US" altLang="en-US" sz="1800" b="1" kern="0" err="1">
                <a:solidFill>
                  <a:srgbClr val="000000"/>
                </a:solidFill>
                <a:latin typeface="Courier New" panose="02070309020205020404" pitchFamily="49" charset="0"/>
              </a:rPr>
              <a:t>currentValue</a:t>
            </a:r>
            <a:r>
              <a:rPr kumimoji="1" lang="en-US" altLang="en-US" sz="1800" b="1" kern="0">
                <a:solidFill>
                  <a:srgbClr val="000000"/>
                </a:solidFill>
                <a:latin typeface="Courier New" panose="02070309020205020404" pitchFamily="49" charset="0"/>
              </a:rPr>
              <a:t>, index, </a:t>
            </a:r>
            <a:r>
              <a:rPr kumimoji="1" lang="en-US" altLang="en-US" sz="1800" b="1" kern="0" err="1">
                <a:solidFill>
                  <a:srgbClr val="000000"/>
                </a:solidFill>
                <a:latin typeface="Courier New" panose="02070309020205020404" pitchFamily="49" charset="0"/>
              </a:rPr>
              <a:t>arr</a:t>
            </a:r>
            <a:r>
              <a:rPr kumimoji="1" lang="en-US" altLang="en-US" sz="1800" b="1" kern="0">
                <a:solidFill>
                  <a:srgbClr val="000000"/>
                </a:solidFill>
                <a:latin typeface="Courier New" panose="02070309020205020404" pitchFamily="49" charset="0"/>
              </a:rPr>
              <a:t>), </a:t>
            </a:r>
            <a:r>
              <a:rPr kumimoji="1" lang="en-US" altLang="en-US" sz="1800" b="1" kern="0" err="1">
                <a:solidFill>
                  <a:srgbClr val="000000"/>
                </a:solidFill>
                <a:latin typeface="Courier New" panose="02070309020205020404" pitchFamily="49" charset="0"/>
              </a:rPr>
              <a:t>thisValue</a:t>
            </a:r>
            <a:r>
              <a:rPr kumimoji="1" lang="en-US" altLang="en-US" sz="1800" b="1" kern="0">
                <a:solidFill>
                  <a:srgbClr val="000000"/>
                </a:solidFill>
                <a:latin typeface="Courier New" panose="02070309020205020404" pitchFamily="49" charset="0"/>
              </a:rPr>
              <a:t>)</a:t>
            </a:r>
          </a:p>
        </p:txBody>
      </p:sp>
      <p:sp>
        <p:nvSpPr>
          <p:cNvPr id="5" name="Slide Number Placeholder 4">
            <a:extLst>
              <a:ext uri="{FF2B5EF4-FFF2-40B4-BE49-F238E27FC236}">
                <a16:creationId xmlns:a16="http://schemas.microsoft.com/office/drawing/2014/main" id="{C381F9BE-D598-4D1C-9BB3-5EF063175D35}"/>
              </a:ext>
            </a:extLst>
          </p:cNvPr>
          <p:cNvSpPr>
            <a:spLocks noGrp="1"/>
          </p:cNvSpPr>
          <p:nvPr>
            <p:ph type="sldNum" sz="quarter" idx="12"/>
          </p:nvPr>
        </p:nvSpPr>
        <p:spPr/>
        <p:txBody>
          <a:bodyPr/>
          <a:lstStyle/>
          <a:p>
            <a:fld id="{6B7CECC9-8688-4C14-9F38-24140407CAFB}" type="slidenum">
              <a:rPr lang="en-CA" smtClean="0"/>
              <a:t>46</a:t>
            </a:fld>
            <a:endParaRPr lang="en-CA"/>
          </a:p>
        </p:txBody>
      </p:sp>
    </p:spTree>
    <p:extLst>
      <p:ext uri="{BB962C8B-B14F-4D97-AF65-F5344CB8AC3E}">
        <p14:creationId xmlns:p14="http://schemas.microsoft.com/office/powerpoint/2010/main" val="34509760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F157F-79DE-4E80-9EAE-F263E92BB1BC}"/>
              </a:ext>
            </a:extLst>
          </p:cNvPr>
          <p:cNvSpPr>
            <a:spLocks noGrp="1"/>
          </p:cNvSpPr>
          <p:nvPr>
            <p:ph type="title"/>
          </p:nvPr>
        </p:nvSpPr>
        <p:spPr/>
        <p:txBody>
          <a:bodyPr/>
          <a:lstStyle/>
          <a:p>
            <a:r>
              <a:rPr lang="en-CA" dirty="0"/>
              <a:t>The </a:t>
            </a:r>
            <a:r>
              <a:rPr lang="en-CA" dirty="0" err="1"/>
              <a:t>Array.every</a:t>
            </a:r>
            <a:r>
              <a:rPr lang="en-CA" dirty="0"/>
              <a:t>() Method – An Example</a:t>
            </a:r>
          </a:p>
        </p:txBody>
      </p:sp>
      <p:sp>
        <p:nvSpPr>
          <p:cNvPr id="3" name="Content Placeholder 2">
            <a:extLst>
              <a:ext uri="{FF2B5EF4-FFF2-40B4-BE49-F238E27FC236}">
                <a16:creationId xmlns:a16="http://schemas.microsoft.com/office/drawing/2014/main" id="{C38D49AD-7C32-4CBB-88A1-E2ADE06CDE71}"/>
              </a:ext>
            </a:extLst>
          </p:cNvPr>
          <p:cNvSpPr>
            <a:spLocks noGrp="1"/>
          </p:cNvSpPr>
          <p:nvPr>
            <p:ph idx="1"/>
          </p:nvPr>
        </p:nvSpPr>
        <p:spPr/>
        <p:txBody>
          <a:bodyPr/>
          <a:lstStyle/>
          <a:p>
            <a:endParaRPr lang="en-CA"/>
          </a:p>
        </p:txBody>
      </p:sp>
      <p:sp>
        <p:nvSpPr>
          <p:cNvPr id="4" name="Text Box 1033">
            <a:extLst>
              <a:ext uri="{FF2B5EF4-FFF2-40B4-BE49-F238E27FC236}">
                <a16:creationId xmlns:a16="http://schemas.microsoft.com/office/drawing/2014/main" id="{EC8C3456-0DB8-486B-9BCD-EF8A4A5BFD74}"/>
              </a:ext>
            </a:extLst>
          </p:cNvPr>
          <p:cNvSpPr txBox="1">
            <a:spLocks noChangeArrowheads="1"/>
          </p:cNvSpPr>
          <p:nvPr/>
        </p:nvSpPr>
        <p:spPr bwMode="auto">
          <a:xfrm>
            <a:off x="946531" y="2223271"/>
            <a:ext cx="9618494" cy="3693319"/>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console.log(`Using the every() method`);</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let scores = [19, 22, 29, 3, 18];</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console.log(`Original array ${scores}`);</a:t>
            </a:r>
          </a:p>
          <a:p>
            <a:pPr lvl="0" eaLnBrk="0" fontAlgn="base" hangingPunct="0">
              <a:spcBef>
                <a:spcPct val="0"/>
              </a:spcBef>
              <a:spcAft>
                <a:spcPct val="0"/>
              </a:spcAft>
              <a:buClrTx/>
              <a:buSzTx/>
              <a:buNone/>
              <a:defRPr/>
            </a:pPr>
            <a:endParaRPr kumimoji="1" lang="en-US" altLang="en-US" sz="1800" b="1" kern="0" dirty="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endParaRPr kumimoji="1" lang="en-US" altLang="en-US" sz="1800" b="1" kern="0" dirty="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endParaRPr kumimoji="1" lang="en-US" altLang="en-US" sz="1800" b="1" kern="0" dirty="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let </a:t>
            </a:r>
            <a:r>
              <a:rPr kumimoji="1" lang="en-US" altLang="en-US" sz="1800" b="1" kern="0" dirty="0" err="1">
                <a:solidFill>
                  <a:srgbClr val="000000"/>
                </a:solidFill>
                <a:latin typeface="Courier New" panose="02070309020205020404" pitchFamily="49" charset="0"/>
              </a:rPr>
              <a:t>isGreaterThanTen</a:t>
            </a:r>
            <a:r>
              <a:rPr kumimoji="1" lang="en-US" altLang="en-US" sz="1800" b="1" kern="0" dirty="0">
                <a:solidFill>
                  <a:srgbClr val="000000"/>
                </a:solidFill>
                <a:latin typeface="Courier New" panose="02070309020205020404" pitchFamily="49" charset="0"/>
              </a:rPr>
              <a:t> = </a:t>
            </a:r>
            <a:r>
              <a:rPr kumimoji="1" lang="en-US" altLang="en-US" sz="1800" b="1" kern="0" dirty="0" err="1">
                <a:solidFill>
                  <a:srgbClr val="000000"/>
                </a:solidFill>
                <a:latin typeface="Courier New" panose="02070309020205020404" pitchFamily="49" charset="0"/>
              </a:rPr>
              <a:t>scores.every</a:t>
            </a:r>
            <a:r>
              <a:rPr kumimoji="1" lang="en-US" altLang="en-US" sz="1800" b="1" kern="0" dirty="0">
                <a:solidFill>
                  <a:srgbClr val="000000"/>
                </a:solidFill>
                <a:latin typeface="Courier New" panose="02070309020205020404" pitchFamily="49" charset="0"/>
              </a:rPr>
              <a:t>(score =&gt; {</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	console.log(score);</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	return score &gt; 10);</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a:t>
            </a:r>
          </a:p>
          <a:p>
            <a:pPr lvl="0" eaLnBrk="0" fontAlgn="base" hangingPunct="0">
              <a:spcBef>
                <a:spcPct val="0"/>
              </a:spcBef>
              <a:spcAft>
                <a:spcPct val="0"/>
              </a:spcAft>
              <a:buClrTx/>
              <a:buSzTx/>
              <a:buNone/>
              <a:defRPr/>
            </a:pPr>
            <a:endParaRPr kumimoji="1" lang="en-US" altLang="en-US" sz="1800" b="1" kern="0" dirty="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console.log(`Original array scores : ${scores}`);</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console.log(`All elements greater than 10 ? : ${</a:t>
            </a:r>
            <a:r>
              <a:rPr kumimoji="1" lang="en-US" altLang="en-US" sz="1800" b="1" kern="0" dirty="0" err="1">
                <a:solidFill>
                  <a:srgbClr val="000000"/>
                </a:solidFill>
                <a:latin typeface="Courier New" panose="02070309020205020404" pitchFamily="49" charset="0"/>
              </a:rPr>
              <a:t>isGreaterThanTen</a:t>
            </a:r>
            <a:r>
              <a:rPr kumimoji="1" lang="en-US" altLang="en-US" sz="1800" b="1" kern="0" dirty="0">
                <a:solidFill>
                  <a:srgbClr val="000000"/>
                </a:solidFill>
                <a:latin typeface="Courier New" panose="02070309020205020404" pitchFamily="49" charset="0"/>
              </a:rPr>
              <a:t>}`);</a:t>
            </a:r>
          </a:p>
        </p:txBody>
      </p:sp>
      <p:sp>
        <p:nvSpPr>
          <p:cNvPr id="5" name="TextBox 4">
            <a:extLst>
              <a:ext uri="{FF2B5EF4-FFF2-40B4-BE49-F238E27FC236}">
                <a16:creationId xmlns:a16="http://schemas.microsoft.com/office/drawing/2014/main" id="{C193EECE-EE0D-428A-815E-BF735B07DB3A}"/>
              </a:ext>
            </a:extLst>
          </p:cNvPr>
          <p:cNvSpPr txBox="1"/>
          <p:nvPr/>
        </p:nvSpPr>
        <p:spPr>
          <a:xfrm>
            <a:off x="2506499" y="3300676"/>
            <a:ext cx="485877" cy="369332"/>
          </a:xfrm>
          <a:prstGeom prst="rect">
            <a:avLst/>
          </a:prstGeom>
          <a:noFill/>
        </p:spPr>
        <p:txBody>
          <a:bodyPr wrap="square" rtlCol="0">
            <a:spAutoFit/>
          </a:bodyPr>
          <a:lstStyle/>
          <a:p>
            <a:r>
              <a:rPr lang="en-CA" b="1">
                <a:solidFill>
                  <a:srgbClr val="FF0000"/>
                </a:solidFill>
              </a:rPr>
              <a:t>2</a:t>
            </a:r>
          </a:p>
        </p:txBody>
      </p:sp>
      <p:sp>
        <p:nvSpPr>
          <p:cNvPr id="6" name="Arrow: Left 5">
            <a:extLst>
              <a:ext uri="{FF2B5EF4-FFF2-40B4-BE49-F238E27FC236}">
                <a16:creationId xmlns:a16="http://schemas.microsoft.com/office/drawing/2014/main" id="{3FD5F4F3-F6AE-4D1F-B117-5C84E0DD7DDE}"/>
              </a:ext>
            </a:extLst>
          </p:cNvPr>
          <p:cNvSpPr/>
          <p:nvPr/>
        </p:nvSpPr>
        <p:spPr>
          <a:xfrm>
            <a:off x="5641533" y="2541614"/>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TextBox 6">
            <a:extLst>
              <a:ext uri="{FF2B5EF4-FFF2-40B4-BE49-F238E27FC236}">
                <a16:creationId xmlns:a16="http://schemas.microsoft.com/office/drawing/2014/main" id="{DFD6B042-5135-423A-A9C9-34219CDD78AE}"/>
              </a:ext>
            </a:extLst>
          </p:cNvPr>
          <p:cNvSpPr txBox="1"/>
          <p:nvPr/>
        </p:nvSpPr>
        <p:spPr>
          <a:xfrm>
            <a:off x="6224282" y="2468613"/>
            <a:ext cx="407543" cy="369332"/>
          </a:xfrm>
          <a:prstGeom prst="rect">
            <a:avLst/>
          </a:prstGeom>
          <a:noFill/>
        </p:spPr>
        <p:txBody>
          <a:bodyPr wrap="square" rtlCol="0">
            <a:spAutoFit/>
          </a:bodyPr>
          <a:lstStyle/>
          <a:p>
            <a:r>
              <a:rPr lang="en-CA" b="1">
                <a:solidFill>
                  <a:srgbClr val="FF0000"/>
                </a:solidFill>
              </a:rPr>
              <a:t>1</a:t>
            </a:r>
          </a:p>
        </p:txBody>
      </p:sp>
      <p:sp>
        <p:nvSpPr>
          <p:cNvPr id="8" name="Arrow: Left 7">
            <a:extLst>
              <a:ext uri="{FF2B5EF4-FFF2-40B4-BE49-F238E27FC236}">
                <a16:creationId xmlns:a16="http://schemas.microsoft.com/office/drawing/2014/main" id="{31E35AB2-C2E1-4942-AE27-C8FE62A376D8}"/>
              </a:ext>
            </a:extLst>
          </p:cNvPr>
          <p:cNvSpPr/>
          <p:nvPr/>
        </p:nvSpPr>
        <p:spPr>
          <a:xfrm rot="16200000">
            <a:off x="4377168" y="3485712"/>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Arrow: Left 8">
            <a:extLst>
              <a:ext uri="{FF2B5EF4-FFF2-40B4-BE49-F238E27FC236}">
                <a16:creationId xmlns:a16="http://schemas.microsoft.com/office/drawing/2014/main" id="{BDC5D272-3032-4EE5-BAA4-82DB0EAE9131}"/>
              </a:ext>
            </a:extLst>
          </p:cNvPr>
          <p:cNvSpPr/>
          <p:nvPr/>
        </p:nvSpPr>
        <p:spPr>
          <a:xfrm rot="16200000">
            <a:off x="5973747" y="3387204"/>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TextBox 9">
            <a:extLst>
              <a:ext uri="{FF2B5EF4-FFF2-40B4-BE49-F238E27FC236}">
                <a16:creationId xmlns:a16="http://schemas.microsoft.com/office/drawing/2014/main" id="{464E0E58-039F-4592-9000-20866EDE2A29}"/>
              </a:ext>
            </a:extLst>
          </p:cNvPr>
          <p:cNvSpPr txBox="1"/>
          <p:nvPr/>
        </p:nvSpPr>
        <p:spPr>
          <a:xfrm>
            <a:off x="5880283" y="3202700"/>
            <a:ext cx="485877" cy="369332"/>
          </a:xfrm>
          <a:prstGeom prst="rect">
            <a:avLst/>
          </a:prstGeom>
          <a:noFill/>
        </p:spPr>
        <p:txBody>
          <a:bodyPr wrap="square" rtlCol="0">
            <a:spAutoFit/>
          </a:bodyPr>
          <a:lstStyle/>
          <a:p>
            <a:r>
              <a:rPr lang="en-CA" b="1">
                <a:solidFill>
                  <a:srgbClr val="FF0000"/>
                </a:solidFill>
              </a:rPr>
              <a:t>3</a:t>
            </a:r>
          </a:p>
        </p:txBody>
      </p:sp>
      <p:sp>
        <p:nvSpPr>
          <p:cNvPr id="11" name="Arrow: Left 10">
            <a:extLst>
              <a:ext uri="{FF2B5EF4-FFF2-40B4-BE49-F238E27FC236}">
                <a16:creationId xmlns:a16="http://schemas.microsoft.com/office/drawing/2014/main" id="{0B406BF7-71A0-477F-93A0-9B7137977FE5}"/>
              </a:ext>
            </a:extLst>
          </p:cNvPr>
          <p:cNvSpPr/>
          <p:nvPr/>
        </p:nvSpPr>
        <p:spPr>
          <a:xfrm>
            <a:off x="4793261" y="4474861"/>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TextBox 11">
            <a:extLst>
              <a:ext uri="{FF2B5EF4-FFF2-40B4-BE49-F238E27FC236}">
                <a16:creationId xmlns:a16="http://schemas.microsoft.com/office/drawing/2014/main" id="{D8F77E74-2824-46CE-9A45-21D7CCEAEE54}"/>
              </a:ext>
            </a:extLst>
          </p:cNvPr>
          <p:cNvSpPr txBox="1"/>
          <p:nvPr/>
        </p:nvSpPr>
        <p:spPr>
          <a:xfrm>
            <a:off x="5450165" y="4423258"/>
            <a:ext cx="474397" cy="369332"/>
          </a:xfrm>
          <a:prstGeom prst="rect">
            <a:avLst/>
          </a:prstGeom>
          <a:noFill/>
        </p:spPr>
        <p:txBody>
          <a:bodyPr wrap="square" rtlCol="0">
            <a:spAutoFit/>
          </a:bodyPr>
          <a:lstStyle/>
          <a:p>
            <a:r>
              <a:rPr lang="en-CA" b="1">
                <a:solidFill>
                  <a:srgbClr val="FF0000"/>
                </a:solidFill>
              </a:rPr>
              <a:t>4</a:t>
            </a:r>
          </a:p>
        </p:txBody>
      </p:sp>
      <p:sp>
        <p:nvSpPr>
          <p:cNvPr id="13" name="Arrow: Left 12">
            <a:extLst>
              <a:ext uri="{FF2B5EF4-FFF2-40B4-BE49-F238E27FC236}">
                <a16:creationId xmlns:a16="http://schemas.microsoft.com/office/drawing/2014/main" id="{94232E0A-7470-4FA3-AAB1-2297CCCB3B0D}"/>
              </a:ext>
            </a:extLst>
          </p:cNvPr>
          <p:cNvSpPr/>
          <p:nvPr/>
        </p:nvSpPr>
        <p:spPr>
          <a:xfrm>
            <a:off x="7830273" y="5260030"/>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TextBox 13">
            <a:extLst>
              <a:ext uri="{FF2B5EF4-FFF2-40B4-BE49-F238E27FC236}">
                <a16:creationId xmlns:a16="http://schemas.microsoft.com/office/drawing/2014/main" id="{61183082-60B2-4B28-AD1A-6077F823A4EC}"/>
              </a:ext>
            </a:extLst>
          </p:cNvPr>
          <p:cNvSpPr txBox="1"/>
          <p:nvPr/>
        </p:nvSpPr>
        <p:spPr>
          <a:xfrm>
            <a:off x="8499315" y="5208427"/>
            <a:ext cx="474397" cy="369332"/>
          </a:xfrm>
          <a:prstGeom prst="rect">
            <a:avLst/>
          </a:prstGeom>
          <a:noFill/>
        </p:spPr>
        <p:txBody>
          <a:bodyPr wrap="square" rtlCol="0">
            <a:spAutoFit/>
          </a:bodyPr>
          <a:lstStyle/>
          <a:p>
            <a:r>
              <a:rPr lang="en-CA" b="1">
                <a:solidFill>
                  <a:srgbClr val="FF0000"/>
                </a:solidFill>
              </a:rPr>
              <a:t>5</a:t>
            </a:r>
          </a:p>
        </p:txBody>
      </p:sp>
      <p:sp>
        <p:nvSpPr>
          <p:cNvPr id="15" name="TextBox 14">
            <a:extLst>
              <a:ext uri="{FF2B5EF4-FFF2-40B4-BE49-F238E27FC236}">
                <a16:creationId xmlns:a16="http://schemas.microsoft.com/office/drawing/2014/main" id="{3AC74CFF-D98F-4826-8680-39B2B6CB8C2C}"/>
              </a:ext>
            </a:extLst>
          </p:cNvPr>
          <p:cNvSpPr txBox="1"/>
          <p:nvPr/>
        </p:nvSpPr>
        <p:spPr>
          <a:xfrm>
            <a:off x="4120407" y="3409380"/>
            <a:ext cx="485877" cy="369332"/>
          </a:xfrm>
          <a:prstGeom prst="rect">
            <a:avLst/>
          </a:prstGeom>
          <a:noFill/>
        </p:spPr>
        <p:txBody>
          <a:bodyPr wrap="square" rtlCol="0">
            <a:spAutoFit/>
          </a:bodyPr>
          <a:lstStyle/>
          <a:p>
            <a:r>
              <a:rPr lang="en-CA" b="1">
                <a:solidFill>
                  <a:srgbClr val="FF0000"/>
                </a:solidFill>
              </a:rPr>
              <a:t>1</a:t>
            </a:r>
          </a:p>
        </p:txBody>
      </p:sp>
      <p:sp>
        <p:nvSpPr>
          <p:cNvPr id="16" name="Arrow: Left 15">
            <a:extLst>
              <a:ext uri="{FF2B5EF4-FFF2-40B4-BE49-F238E27FC236}">
                <a16:creationId xmlns:a16="http://schemas.microsoft.com/office/drawing/2014/main" id="{F3942FF8-52F8-4A8B-A4E5-7DBC15668E20}"/>
              </a:ext>
            </a:extLst>
          </p:cNvPr>
          <p:cNvSpPr/>
          <p:nvPr/>
        </p:nvSpPr>
        <p:spPr>
          <a:xfrm rot="16200000">
            <a:off x="2623153" y="3362619"/>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 name="Arrow: Left 17">
            <a:extLst>
              <a:ext uri="{FF2B5EF4-FFF2-40B4-BE49-F238E27FC236}">
                <a16:creationId xmlns:a16="http://schemas.microsoft.com/office/drawing/2014/main" id="{33ED3A80-A474-4523-8F0F-365B01ECD4E0}"/>
              </a:ext>
            </a:extLst>
          </p:cNvPr>
          <p:cNvSpPr/>
          <p:nvPr/>
        </p:nvSpPr>
        <p:spPr>
          <a:xfrm>
            <a:off x="10402821" y="5637364"/>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TextBox 18">
            <a:extLst>
              <a:ext uri="{FF2B5EF4-FFF2-40B4-BE49-F238E27FC236}">
                <a16:creationId xmlns:a16="http://schemas.microsoft.com/office/drawing/2014/main" id="{D1565E3B-ED6B-4ADD-8597-7ED59ECB0A05}"/>
              </a:ext>
            </a:extLst>
          </p:cNvPr>
          <p:cNvSpPr txBox="1"/>
          <p:nvPr/>
        </p:nvSpPr>
        <p:spPr>
          <a:xfrm>
            <a:off x="11071863" y="5550722"/>
            <a:ext cx="474397" cy="369332"/>
          </a:xfrm>
          <a:prstGeom prst="rect">
            <a:avLst/>
          </a:prstGeom>
          <a:noFill/>
        </p:spPr>
        <p:txBody>
          <a:bodyPr wrap="square" rtlCol="0">
            <a:spAutoFit/>
          </a:bodyPr>
          <a:lstStyle/>
          <a:p>
            <a:r>
              <a:rPr lang="en-CA" b="1">
                <a:solidFill>
                  <a:srgbClr val="FF0000"/>
                </a:solidFill>
              </a:rPr>
              <a:t>6</a:t>
            </a:r>
          </a:p>
        </p:txBody>
      </p:sp>
      <p:sp>
        <p:nvSpPr>
          <p:cNvPr id="17" name="Slide Number Placeholder 16">
            <a:extLst>
              <a:ext uri="{FF2B5EF4-FFF2-40B4-BE49-F238E27FC236}">
                <a16:creationId xmlns:a16="http://schemas.microsoft.com/office/drawing/2014/main" id="{A049D356-DDDB-44C4-A87B-E8A91D586C15}"/>
              </a:ext>
            </a:extLst>
          </p:cNvPr>
          <p:cNvSpPr>
            <a:spLocks noGrp="1"/>
          </p:cNvSpPr>
          <p:nvPr>
            <p:ph type="sldNum" sz="quarter" idx="12"/>
          </p:nvPr>
        </p:nvSpPr>
        <p:spPr/>
        <p:txBody>
          <a:bodyPr/>
          <a:lstStyle/>
          <a:p>
            <a:fld id="{6B7CECC9-8688-4C14-9F38-24140407CAFB}" type="slidenum">
              <a:rPr lang="en-CA" smtClean="0"/>
              <a:t>47</a:t>
            </a:fld>
            <a:endParaRPr lang="en-CA"/>
          </a:p>
        </p:txBody>
      </p:sp>
    </p:spTree>
    <p:extLst>
      <p:ext uri="{BB962C8B-B14F-4D97-AF65-F5344CB8AC3E}">
        <p14:creationId xmlns:p14="http://schemas.microsoft.com/office/powerpoint/2010/main" val="34123141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F94C1-0C3D-41D4-8CD3-DFCCBDD3BF16}"/>
              </a:ext>
            </a:extLst>
          </p:cNvPr>
          <p:cNvSpPr>
            <a:spLocks noGrp="1"/>
          </p:cNvSpPr>
          <p:nvPr>
            <p:ph type="title"/>
          </p:nvPr>
        </p:nvSpPr>
        <p:spPr/>
        <p:txBody>
          <a:bodyPr/>
          <a:lstStyle/>
          <a:p>
            <a:r>
              <a:rPr lang="en-CA"/>
              <a:t>The </a:t>
            </a:r>
            <a:r>
              <a:rPr lang="en-CA" err="1"/>
              <a:t>Array.some</a:t>
            </a:r>
            <a:r>
              <a:rPr lang="en-CA"/>
              <a:t>() Method</a:t>
            </a:r>
          </a:p>
        </p:txBody>
      </p:sp>
      <p:sp>
        <p:nvSpPr>
          <p:cNvPr id="3" name="Content Placeholder 2">
            <a:extLst>
              <a:ext uri="{FF2B5EF4-FFF2-40B4-BE49-F238E27FC236}">
                <a16:creationId xmlns:a16="http://schemas.microsoft.com/office/drawing/2014/main" id="{5ADB09C8-B2A4-49C9-9F0A-02A409906067}"/>
              </a:ext>
            </a:extLst>
          </p:cNvPr>
          <p:cNvSpPr>
            <a:spLocks noGrp="1"/>
          </p:cNvSpPr>
          <p:nvPr>
            <p:ph idx="1"/>
          </p:nvPr>
        </p:nvSpPr>
        <p:spPr/>
        <p:txBody>
          <a:bodyPr>
            <a:normAutofit lnSpcReduction="10000"/>
          </a:bodyPr>
          <a:lstStyle/>
          <a:p>
            <a:r>
              <a:rPr lang="en-CA" dirty="0"/>
              <a:t>The Array's object some() </a:t>
            </a:r>
            <a:r>
              <a:rPr lang="en-US" dirty="0"/>
              <a:t>method executes the callback function once for each element present in the array until it finds the one that returns truthy value </a:t>
            </a:r>
          </a:p>
          <a:p>
            <a:pPr lvl="1"/>
            <a:endParaRPr lang="en-US" dirty="0"/>
          </a:p>
          <a:p>
            <a:pPr lvl="1"/>
            <a:r>
              <a:rPr lang="en-US" dirty="0"/>
              <a:t>The arguments of the callback function are as follows</a:t>
            </a:r>
          </a:p>
          <a:p>
            <a:pPr lvl="2"/>
            <a:r>
              <a:rPr lang="en-US" dirty="0" err="1"/>
              <a:t>currentValue</a:t>
            </a:r>
            <a:r>
              <a:rPr lang="en-US" dirty="0"/>
              <a:t> (required) – the value of the current element</a:t>
            </a:r>
          </a:p>
          <a:p>
            <a:pPr lvl="2"/>
            <a:r>
              <a:rPr lang="en-US" dirty="0"/>
              <a:t>index (optional) – the index of the current element</a:t>
            </a:r>
          </a:p>
          <a:p>
            <a:pPr lvl="2"/>
            <a:r>
              <a:rPr lang="en-US" dirty="0" err="1"/>
              <a:t>arr</a:t>
            </a:r>
            <a:r>
              <a:rPr lang="en-US" dirty="0"/>
              <a:t> (optional) – the current array that the element belong to</a:t>
            </a:r>
          </a:p>
          <a:p>
            <a:pPr lvl="2"/>
            <a:r>
              <a:rPr lang="en-US" dirty="0" err="1"/>
              <a:t>thisValue</a:t>
            </a:r>
            <a:r>
              <a:rPr lang="en-US" dirty="0"/>
              <a:t> (optional) - value to use as this when executing callback</a:t>
            </a:r>
          </a:p>
          <a:p>
            <a:pPr lvl="1"/>
            <a:r>
              <a:rPr lang="en-US" dirty="0"/>
              <a:t>Return value</a:t>
            </a:r>
          </a:p>
          <a:p>
            <a:pPr lvl="2"/>
            <a:r>
              <a:rPr lang="en-US" dirty="0"/>
              <a:t>This method returns </a:t>
            </a:r>
            <a:r>
              <a:rPr lang="en-US" dirty="0" err="1"/>
              <a:t>boolean</a:t>
            </a:r>
            <a:r>
              <a:rPr lang="en-US" dirty="0"/>
              <a:t> value</a:t>
            </a:r>
          </a:p>
          <a:p>
            <a:pPr lvl="2"/>
            <a:r>
              <a:rPr lang="en-US" dirty="0"/>
              <a:t>If an element is found, some() immediately returns true. Otherwise, some() returns false</a:t>
            </a:r>
          </a:p>
        </p:txBody>
      </p:sp>
      <p:sp>
        <p:nvSpPr>
          <p:cNvPr id="4" name="Text Box 1033">
            <a:extLst>
              <a:ext uri="{FF2B5EF4-FFF2-40B4-BE49-F238E27FC236}">
                <a16:creationId xmlns:a16="http://schemas.microsoft.com/office/drawing/2014/main" id="{9DCAB211-5D63-4188-B5C0-2826AC79DB1B}"/>
              </a:ext>
            </a:extLst>
          </p:cNvPr>
          <p:cNvSpPr txBox="1">
            <a:spLocks noChangeArrowheads="1"/>
          </p:cNvSpPr>
          <p:nvPr/>
        </p:nvSpPr>
        <p:spPr bwMode="auto">
          <a:xfrm>
            <a:off x="1036456" y="2921000"/>
            <a:ext cx="10184822" cy="369332"/>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let </a:t>
            </a:r>
            <a:r>
              <a:rPr kumimoji="1" lang="en-US" altLang="en-US" sz="1800" b="1" kern="0" err="1">
                <a:solidFill>
                  <a:srgbClr val="000000"/>
                </a:solidFill>
                <a:latin typeface="Courier New" panose="02070309020205020404" pitchFamily="49" charset="0"/>
              </a:rPr>
              <a:t>isAvailable</a:t>
            </a:r>
            <a:r>
              <a:rPr kumimoji="1" lang="en-US" altLang="en-US" sz="1800" b="1" kern="0">
                <a:solidFill>
                  <a:srgbClr val="000000"/>
                </a:solidFill>
                <a:latin typeface="Courier New" panose="02070309020205020404" pitchFamily="49" charset="0"/>
              </a:rPr>
              <a:t> = </a:t>
            </a:r>
            <a:r>
              <a:rPr kumimoji="1" lang="en-US" altLang="en-US" sz="1800" b="1" kern="0" err="1">
                <a:solidFill>
                  <a:srgbClr val="000000"/>
                </a:solidFill>
                <a:latin typeface="Courier New" panose="02070309020205020404" pitchFamily="49" charset="0"/>
              </a:rPr>
              <a:t>arr.some</a:t>
            </a:r>
            <a:r>
              <a:rPr kumimoji="1" lang="en-US" altLang="en-US" sz="1800" b="1" kern="0">
                <a:solidFill>
                  <a:srgbClr val="000000"/>
                </a:solidFill>
                <a:latin typeface="Courier New" panose="02070309020205020404" pitchFamily="49" charset="0"/>
              </a:rPr>
              <a:t>(function(</a:t>
            </a:r>
            <a:r>
              <a:rPr kumimoji="1" lang="en-US" altLang="en-US" sz="1800" b="1" kern="0" err="1">
                <a:solidFill>
                  <a:srgbClr val="000000"/>
                </a:solidFill>
                <a:latin typeface="Courier New" panose="02070309020205020404" pitchFamily="49" charset="0"/>
              </a:rPr>
              <a:t>currentValue</a:t>
            </a:r>
            <a:r>
              <a:rPr kumimoji="1" lang="en-US" altLang="en-US" sz="1800" b="1" kern="0">
                <a:solidFill>
                  <a:srgbClr val="000000"/>
                </a:solidFill>
                <a:latin typeface="Courier New" panose="02070309020205020404" pitchFamily="49" charset="0"/>
              </a:rPr>
              <a:t>, index, </a:t>
            </a:r>
            <a:r>
              <a:rPr kumimoji="1" lang="en-US" altLang="en-US" sz="1800" b="1" kern="0" err="1">
                <a:solidFill>
                  <a:srgbClr val="000000"/>
                </a:solidFill>
                <a:latin typeface="Courier New" panose="02070309020205020404" pitchFamily="49" charset="0"/>
              </a:rPr>
              <a:t>arr</a:t>
            </a:r>
            <a:r>
              <a:rPr kumimoji="1" lang="en-US" altLang="en-US" sz="1800" b="1" kern="0">
                <a:solidFill>
                  <a:srgbClr val="000000"/>
                </a:solidFill>
                <a:latin typeface="Courier New" panose="02070309020205020404" pitchFamily="49" charset="0"/>
              </a:rPr>
              <a:t>), </a:t>
            </a:r>
            <a:r>
              <a:rPr kumimoji="1" lang="en-US" altLang="en-US" sz="1800" b="1" kern="0" err="1">
                <a:solidFill>
                  <a:srgbClr val="000000"/>
                </a:solidFill>
                <a:latin typeface="Courier New" panose="02070309020205020404" pitchFamily="49" charset="0"/>
              </a:rPr>
              <a:t>thisValue</a:t>
            </a:r>
            <a:r>
              <a:rPr kumimoji="1" lang="en-US" altLang="en-US" sz="1800" b="1" kern="0">
                <a:solidFill>
                  <a:srgbClr val="000000"/>
                </a:solidFill>
                <a:latin typeface="Courier New" panose="02070309020205020404" pitchFamily="49" charset="0"/>
              </a:rPr>
              <a:t>)</a:t>
            </a:r>
          </a:p>
        </p:txBody>
      </p:sp>
      <p:sp>
        <p:nvSpPr>
          <p:cNvPr id="5" name="Slide Number Placeholder 4">
            <a:extLst>
              <a:ext uri="{FF2B5EF4-FFF2-40B4-BE49-F238E27FC236}">
                <a16:creationId xmlns:a16="http://schemas.microsoft.com/office/drawing/2014/main" id="{2F611B2A-2A4C-4D6F-897B-A0BE88963F48}"/>
              </a:ext>
            </a:extLst>
          </p:cNvPr>
          <p:cNvSpPr>
            <a:spLocks noGrp="1"/>
          </p:cNvSpPr>
          <p:nvPr>
            <p:ph type="sldNum" sz="quarter" idx="12"/>
          </p:nvPr>
        </p:nvSpPr>
        <p:spPr/>
        <p:txBody>
          <a:bodyPr/>
          <a:lstStyle/>
          <a:p>
            <a:fld id="{6B7CECC9-8688-4C14-9F38-24140407CAFB}" type="slidenum">
              <a:rPr lang="en-CA" smtClean="0"/>
              <a:t>48</a:t>
            </a:fld>
            <a:endParaRPr lang="en-CA"/>
          </a:p>
        </p:txBody>
      </p:sp>
    </p:spTree>
    <p:extLst>
      <p:ext uri="{BB962C8B-B14F-4D97-AF65-F5344CB8AC3E}">
        <p14:creationId xmlns:p14="http://schemas.microsoft.com/office/powerpoint/2010/main" val="107772329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F157F-79DE-4E80-9EAE-F263E92BB1BC}"/>
              </a:ext>
            </a:extLst>
          </p:cNvPr>
          <p:cNvSpPr>
            <a:spLocks noGrp="1"/>
          </p:cNvSpPr>
          <p:nvPr>
            <p:ph type="title"/>
          </p:nvPr>
        </p:nvSpPr>
        <p:spPr/>
        <p:txBody>
          <a:bodyPr/>
          <a:lstStyle/>
          <a:p>
            <a:r>
              <a:rPr lang="en-CA" dirty="0"/>
              <a:t>The </a:t>
            </a:r>
            <a:r>
              <a:rPr lang="en-CA" dirty="0" err="1"/>
              <a:t>Array.some</a:t>
            </a:r>
            <a:r>
              <a:rPr lang="en-CA" dirty="0"/>
              <a:t>() Method – An Example</a:t>
            </a:r>
          </a:p>
        </p:txBody>
      </p:sp>
      <p:sp>
        <p:nvSpPr>
          <p:cNvPr id="3" name="Content Placeholder 2">
            <a:extLst>
              <a:ext uri="{FF2B5EF4-FFF2-40B4-BE49-F238E27FC236}">
                <a16:creationId xmlns:a16="http://schemas.microsoft.com/office/drawing/2014/main" id="{C38D49AD-7C32-4CBB-88A1-E2ADE06CDE71}"/>
              </a:ext>
            </a:extLst>
          </p:cNvPr>
          <p:cNvSpPr>
            <a:spLocks noGrp="1"/>
          </p:cNvSpPr>
          <p:nvPr>
            <p:ph idx="1"/>
          </p:nvPr>
        </p:nvSpPr>
        <p:spPr/>
        <p:txBody>
          <a:bodyPr/>
          <a:lstStyle/>
          <a:p>
            <a:endParaRPr lang="en-CA"/>
          </a:p>
        </p:txBody>
      </p:sp>
      <p:sp>
        <p:nvSpPr>
          <p:cNvPr id="4" name="Text Box 1033">
            <a:extLst>
              <a:ext uri="{FF2B5EF4-FFF2-40B4-BE49-F238E27FC236}">
                <a16:creationId xmlns:a16="http://schemas.microsoft.com/office/drawing/2014/main" id="{EC8C3456-0DB8-486B-9BCD-EF8A4A5BFD74}"/>
              </a:ext>
            </a:extLst>
          </p:cNvPr>
          <p:cNvSpPr txBox="1">
            <a:spLocks noChangeArrowheads="1"/>
          </p:cNvSpPr>
          <p:nvPr/>
        </p:nvSpPr>
        <p:spPr bwMode="auto">
          <a:xfrm>
            <a:off x="838200" y="2148866"/>
            <a:ext cx="10159652" cy="3139321"/>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console.log(`Using the some() method`);</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let scores = [9, 21, 12, 23];</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console.log(`Original array ${scores}`);</a:t>
            </a:r>
          </a:p>
          <a:p>
            <a:pPr lvl="0" eaLnBrk="0" fontAlgn="base" hangingPunct="0">
              <a:spcBef>
                <a:spcPct val="0"/>
              </a:spcBef>
              <a:spcAft>
                <a:spcPct val="0"/>
              </a:spcAft>
              <a:buClrTx/>
              <a:buSzTx/>
              <a:buNone/>
              <a:defRPr/>
            </a:pPr>
            <a:endParaRPr kumimoji="1" lang="en-US" altLang="en-US" sz="1800" b="1" kern="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endParaRPr kumimoji="1" lang="en-US" altLang="en-US" sz="1800" b="1" kern="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endParaRPr kumimoji="1" lang="en-US" altLang="en-US" sz="1800" b="1" kern="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let </a:t>
            </a:r>
            <a:r>
              <a:rPr kumimoji="1" lang="en-US" altLang="en-US" sz="1800" b="1" kern="0" err="1">
                <a:solidFill>
                  <a:srgbClr val="000000"/>
                </a:solidFill>
                <a:latin typeface="Courier New" panose="02070309020205020404" pitchFamily="49" charset="0"/>
              </a:rPr>
              <a:t>isMoreThanTwenty</a:t>
            </a:r>
            <a:r>
              <a:rPr kumimoji="1" lang="en-US" altLang="en-US" sz="1800" b="1" kern="0">
                <a:solidFill>
                  <a:srgbClr val="000000"/>
                </a:solidFill>
                <a:latin typeface="Courier New" panose="02070309020205020404" pitchFamily="49" charset="0"/>
              </a:rPr>
              <a:t> = </a:t>
            </a:r>
            <a:r>
              <a:rPr kumimoji="1" lang="en-US" altLang="en-US" sz="1800" b="1" kern="0" err="1">
                <a:solidFill>
                  <a:srgbClr val="000000"/>
                </a:solidFill>
                <a:latin typeface="Courier New" panose="02070309020205020404" pitchFamily="49" charset="0"/>
              </a:rPr>
              <a:t>scores.some</a:t>
            </a:r>
            <a:r>
              <a:rPr kumimoji="1" lang="en-US" altLang="en-US" sz="1800" b="1" kern="0">
                <a:solidFill>
                  <a:srgbClr val="000000"/>
                </a:solidFill>
                <a:latin typeface="Courier New" panose="02070309020205020404" pitchFamily="49" charset="0"/>
              </a:rPr>
              <a:t>(score =&gt; </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    score &gt; 20</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console.log(`Original array scores : ${scores}`);</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console.log(`Some element(s) more than 20 ? : ${</a:t>
            </a:r>
            <a:r>
              <a:rPr kumimoji="1" lang="en-US" altLang="en-US" sz="1800" b="1" kern="0" err="1">
                <a:solidFill>
                  <a:srgbClr val="000000"/>
                </a:solidFill>
                <a:latin typeface="Courier New" panose="02070309020205020404" pitchFamily="49" charset="0"/>
              </a:rPr>
              <a:t>isMoreThanTwenty</a:t>
            </a:r>
            <a:r>
              <a:rPr kumimoji="1" lang="en-US" altLang="en-US" sz="1800" b="1" kern="0">
                <a:solidFill>
                  <a:srgbClr val="000000"/>
                </a:solidFill>
                <a:latin typeface="Courier New" panose="02070309020205020404" pitchFamily="49" charset="0"/>
              </a:rPr>
              <a:t>}`);</a:t>
            </a:r>
          </a:p>
        </p:txBody>
      </p:sp>
      <p:sp>
        <p:nvSpPr>
          <p:cNvPr id="5" name="TextBox 4">
            <a:extLst>
              <a:ext uri="{FF2B5EF4-FFF2-40B4-BE49-F238E27FC236}">
                <a16:creationId xmlns:a16="http://schemas.microsoft.com/office/drawing/2014/main" id="{C193EECE-EE0D-428A-815E-BF735B07DB3A}"/>
              </a:ext>
            </a:extLst>
          </p:cNvPr>
          <p:cNvSpPr txBox="1"/>
          <p:nvPr/>
        </p:nvSpPr>
        <p:spPr>
          <a:xfrm>
            <a:off x="2097001" y="3371737"/>
            <a:ext cx="485877" cy="369332"/>
          </a:xfrm>
          <a:prstGeom prst="rect">
            <a:avLst/>
          </a:prstGeom>
          <a:noFill/>
        </p:spPr>
        <p:txBody>
          <a:bodyPr wrap="square" rtlCol="0">
            <a:spAutoFit/>
          </a:bodyPr>
          <a:lstStyle/>
          <a:p>
            <a:r>
              <a:rPr lang="en-CA" b="1">
                <a:solidFill>
                  <a:srgbClr val="FF0000"/>
                </a:solidFill>
              </a:rPr>
              <a:t>2</a:t>
            </a:r>
          </a:p>
        </p:txBody>
      </p:sp>
      <p:sp>
        <p:nvSpPr>
          <p:cNvPr id="6" name="Arrow: Left 5">
            <a:extLst>
              <a:ext uri="{FF2B5EF4-FFF2-40B4-BE49-F238E27FC236}">
                <a16:creationId xmlns:a16="http://schemas.microsoft.com/office/drawing/2014/main" id="{3FD5F4F3-F6AE-4D1F-B117-5C84E0DD7DDE}"/>
              </a:ext>
            </a:extLst>
          </p:cNvPr>
          <p:cNvSpPr/>
          <p:nvPr/>
        </p:nvSpPr>
        <p:spPr>
          <a:xfrm>
            <a:off x="5390604" y="2457986"/>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TextBox 6">
            <a:extLst>
              <a:ext uri="{FF2B5EF4-FFF2-40B4-BE49-F238E27FC236}">
                <a16:creationId xmlns:a16="http://schemas.microsoft.com/office/drawing/2014/main" id="{DFD6B042-5135-423A-A9C9-34219CDD78AE}"/>
              </a:ext>
            </a:extLst>
          </p:cNvPr>
          <p:cNvSpPr txBox="1"/>
          <p:nvPr/>
        </p:nvSpPr>
        <p:spPr>
          <a:xfrm>
            <a:off x="5973353" y="2384985"/>
            <a:ext cx="407543" cy="369332"/>
          </a:xfrm>
          <a:prstGeom prst="rect">
            <a:avLst/>
          </a:prstGeom>
          <a:noFill/>
        </p:spPr>
        <p:txBody>
          <a:bodyPr wrap="square" rtlCol="0">
            <a:spAutoFit/>
          </a:bodyPr>
          <a:lstStyle/>
          <a:p>
            <a:r>
              <a:rPr lang="en-CA" b="1">
                <a:solidFill>
                  <a:srgbClr val="FF0000"/>
                </a:solidFill>
              </a:rPr>
              <a:t>1</a:t>
            </a:r>
          </a:p>
        </p:txBody>
      </p:sp>
      <p:sp>
        <p:nvSpPr>
          <p:cNvPr id="8" name="Arrow: Left 7">
            <a:extLst>
              <a:ext uri="{FF2B5EF4-FFF2-40B4-BE49-F238E27FC236}">
                <a16:creationId xmlns:a16="http://schemas.microsoft.com/office/drawing/2014/main" id="{31E35AB2-C2E1-4942-AE27-C8FE62A376D8}"/>
              </a:ext>
            </a:extLst>
          </p:cNvPr>
          <p:cNvSpPr/>
          <p:nvPr/>
        </p:nvSpPr>
        <p:spPr>
          <a:xfrm rot="16200000">
            <a:off x="4411914" y="3423339"/>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Arrow: Left 8">
            <a:extLst>
              <a:ext uri="{FF2B5EF4-FFF2-40B4-BE49-F238E27FC236}">
                <a16:creationId xmlns:a16="http://schemas.microsoft.com/office/drawing/2014/main" id="{BDC5D272-3032-4EE5-BAA4-82DB0EAE9131}"/>
              </a:ext>
            </a:extLst>
          </p:cNvPr>
          <p:cNvSpPr/>
          <p:nvPr/>
        </p:nvSpPr>
        <p:spPr>
          <a:xfrm rot="16200000">
            <a:off x="6309054" y="3462890"/>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TextBox 9">
            <a:extLst>
              <a:ext uri="{FF2B5EF4-FFF2-40B4-BE49-F238E27FC236}">
                <a16:creationId xmlns:a16="http://schemas.microsoft.com/office/drawing/2014/main" id="{464E0E58-039F-4592-9000-20866EDE2A29}"/>
              </a:ext>
            </a:extLst>
          </p:cNvPr>
          <p:cNvSpPr txBox="1"/>
          <p:nvPr/>
        </p:nvSpPr>
        <p:spPr>
          <a:xfrm>
            <a:off x="6177124" y="3345423"/>
            <a:ext cx="485877" cy="369332"/>
          </a:xfrm>
          <a:prstGeom prst="rect">
            <a:avLst/>
          </a:prstGeom>
          <a:noFill/>
        </p:spPr>
        <p:txBody>
          <a:bodyPr wrap="square" rtlCol="0">
            <a:spAutoFit/>
          </a:bodyPr>
          <a:lstStyle/>
          <a:p>
            <a:r>
              <a:rPr lang="en-CA" b="1">
                <a:solidFill>
                  <a:srgbClr val="FF0000"/>
                </a:solidFill>
              </a:rPr>
              <a:t>3</a:t>
            </a:r>
          </a:p>
        </p:txBody>
      </p:sp>
      <p:sp>
        <p:nvSpPr>
          <p:cNvPr id="11" name="Arrow: Left 10">
            <a:extLst>
              <a:ext uri="{FF2B5EF4-FFF2-40B4-BE49-F238E27FC236}">
                <a16:creationId xmlns:a16="http://schemas.microsoft.com/office/drawing/2014/main" id="{0B406BF7-71A0-477F-93A0-9B7137977FE5}"/>
              </a:ext>
            </a:extLst>
          </p:cNvPr>
          <p:cNvSpPr/>
          <p:nvPr/>
        </p:nvSpPr>
        <p:spPr>
          <a:xfrm>
            <a:off x="4438698" y="4116909"/>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TextBox 11">
            <a:extLst>
              <a:ext uri="{FF2B5EF4-FFF2-40B4-BE49-F238E27FC236}">
                <a16:creationId xmlns:a16="http://schemas.microsoft.com/office/drawing/2014/main" id="{D8F77E74-2824-46CE-9A45-21D7CCEAEE54}"/>
              </a:ext>
            </a:extLst>
          </p:cNvPr>
          <p:cNvSpPr txBox="1"/>
          <p:nvPr/>
        </p:nvSpPr>
        <p:spPr>
          <a:xfrm>
            <a:off x="5036353" y="4043695"/>
            <a:ext cx="474397" cy="369332"/>
          </a:xfrm>
          <a:prstGeom prst="rect">
            <a:avLst/>
          </a:prstGeom>
          <a:noFill/>
        </p:spPr>
        <p:txBody>
          <a:bodyPr wrap="square" rtlCol="0">
            <a:spAutoFit/>
          </a:bodyPr>
          <a:lstStyle/>
          <a:p>
            <a:r>
              <a:rPr lang="en-CA" b="1">
                <a:solidFill>
                  <a:srgbClr val="FF0000"/>
                </a:solidFill>
              </a:rPr>
              <a:t>4</a:t>
            </a:r>
          </a:p>
        </p:txBody>
      </p:sp>
      <p:sp>
        <p:nvSpPr>
          <p:cNvPr id="13" name="Arrow: Left 12">
            <a:extLst>
              <a:ext uri="{FF2B5EF4-FFF2-40B4-BE49-F238E27FC236}">
                <a16:creationId xmlns:a16="http://schemas.microsoft.com/office/drawing/2014/main" id="{94232E0A-7470-4FA3-AAB1-2297CCCB3B0D}"/>
              </a:ext>
            </a:extLst>
          </p:cNvPr>
          <p:cNvSpPr/>
          <p:nvPr/>
        </p:nvSpPr>
        <p:spPr>
          <a:xfrm>
            <a:off x="7763236" y="4640369"/>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TextBox 13">
            <a:extLst>
              <a:ext uri="{FF2B5EF4-FFF2-40B4-BE49-F238E27FC236}">
                <a16:creationId xmlns:a16="http://schemas.microsoft.com/office/drawing/2014/main" id="{61183082-60B2-4B28-AD1A-6077F823A4EC}"/>
              </a:ext>
            </a:extLst>
          </p:cNvPr>
          <p:cNvSpPr txBox="1"/>
          <p:nvPr/>
        </p:nvSpPr>
        <p:spPr>
          <a:xfrm>
            <a:off x="8329294" y="4594506"/>
            <a:ext cx="474397" cy="369332"/>
          </a:xfrm>
          <a:prstGeom prst="rect">
            <a:avLst/>
          </a:prstGeom>
          <a:noFill/>
        </p:spPr>
        <p:txBody>
          <a:bodyPr wrap="square" rtlCol="0">
            <a:spAutoFit/>
          </a:bodyPr>
          <a:lstStyle/>
          <a:p>
            <a:r>
              <a:rPr lang="en-CA" b="1">
                <a:solidFill>
                  <a:srgbClr val="FF0000"/>
                </a:solidFill>
              </a:rPr>
              <a:t>5</a:t>
            </a:r>
          </a:p>
        </p:txBody>
      </p:sp>
      <p:sp>
        <p:nvSpPr>
          <p:cNvPr id="15" name="TextBox 14">
            <a:extLst>
              <a:ext uri="{FF2B5EF4-FFF2-40B4-BE49-F238E27FC236}">
                <a16:creationId xmlns:a16="http://schemas.microsoft.com/office/drawing/2014/main" id="{3AC74CFF-D98F-4826-8680-39B2B6CB8C2C}"/>
              </a:ext>
            </a:extLst>
          </p:cNvPr>
          <p:cNvSpPr txBox="1"/>
          <p:nvPr/>
        </p:nvSpPr>
        <p:spPr>
          <a:xfrm>
            <a:off x="4771022" y="3382077"/>
            <a:ext cx="485877" cy="369332"/>
          </a:xfrm>
          <a:prstGeom prst="rect">
            <a:avLst/>
          </a:prstGeom>
          <a:noFill/>
        </p:spPr>
        <p:txBody>
          <a:bodyPr wrap="square" rtlCol="0">
            <a:spAutoFit/>
          </a:bodyPr>
          <a:lstStyle/>
          <a:p>
            <a:r>
              <a:rPr lang="en-CA" b="1">
                <a:solidFill>
                  <a:srgbClr val="FF0000"/>
                </a:solidFill>
              </a:rPr>
              <a:t>1</a:t>
            </a:r>
          </a:p>
        </p:txBody>
      </p:sp>
      <p:sp>
        <p:nvSpPr>
          <p:cNvPr id="16" name="Arrow: Left 15">
            <a:extLst>
              <a:ext uri="{FF2B5EF4-FFF2-40B4-BE49-F238E27FC236}">
                <a16:creationId xmlns:a16="http://schemas.microsoft.com/office/drawing/2014/main" id="{F3942FF8-52F8-4A8B-A4E5-7DBC15668E20}"/>
              </a:ext>
            </a:extLst>
          </p:cNvPr>
          <p:cNvSpPr/>
          <p:nvPr/>
        </p:nvSpPr>
        <p:spPr>
          <a:xfrm rot="16200000">
            <a:off x="2213655" y="3433680"/>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 name="Arrow: Left 17">
            <a:extLst>
              <a:ext uri="{FF2B5EF4-FFF2-40B4-BE49-F238E27FC236}">
                <a16:creationId xmlns:a16="http://schemas.microsoft.com/office/drawing/2014/main" id="{33ED3A80-A474-4523-8F0F-365B01ECD4E0}"/>
              </a:ext>
            </a:extLst>
          </p:cNvPr>
          <p:cNvSpPr/>
          <p:nvPr/>
        </p:nvSpPr>
        <p:spPr>
          <a:xfrm>
            <a:off x="10326739" y="5009701"/>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TextBox 18">
            <a:extLst>
              <a:ext uri="{FF2B5EF4-FFF2-40B4-BE49-F238E27FC236}">
                <a16:creationId xmlns:a16="http://schemas.microsoft.com/office/drawing/2014/main" id="{D1565E3B-ED6B-4ADD-8597-7ED59ECB0A05}"/>
              </a:ext>
            </a:extLst>
          </p:cNvPr>
          <p:cNvSpPr txBox="1"/>
          <p:nvPr/>
        </p:nvSpPr>
        <p:spPr>
          <a:xfrm>
            <a:off x="11036342" y="4906496"/>
            <a:ext cx="474397" cy="369332"/>
          </a:xfrm>
          <a:prstGeom prst="rect">
            <a:avLst/>
          </a:prstGeom>
          <a:noFill/>
        </p:spPr>
        <p:txBody>
          <a:bodyPr wrap="square" rtlCol="0">
            <a:spAutoFit/>
          </a:bodyPr>
          <a:lstStyle/>
          <a:p>
            <a:r>
              <a:rPr lang="en-CA" b="1">
                <a:solidFill>
                  <a:srgbClr val="FF0000"/>
                </a:solidFill>
              </a:rPr>
              <a:t>6</a:t>
            </a:r>
          </a:p>
        </p:txBody>
      </p:sp>
      <p:sp>
        <p:nvSpPr>
          <p:cNvPr id="17" name="Slide Number Placeholder 16">
            <a:extLst>
              <a:ext uri="{FF2B5EF4-FFF2-40B4-BE49-F238E27FC236}">
                <a16:creationId xmlns:a16="http://schemas.microsoft.com/office/drawing/2014/main" id="{17E842E0-92D9-4976-A770-A1B115EA6639}"/>
              </a:ext>
            </a:extLst>
          </p:cNvPr>
          <p:cNvSpPr>
            <a:spLocks noGrp="1"/>
          </p:cNvSpPr>
          <p:nvPr>
            <p:ph type="sldNum" sz="quarter" idx="12"/>
          </p:nvPr>
        </p:nvSpPr>
        <p:spPr/>
        <p:txBody>
          <a:bodyPr/>
          <a:lstStyle/>
          <a:p>
            <a:fld id="{6B7CECC9-8688-4C14-9F38-24140407CAFB}" type="slidenum">
              <a:rPr lang="en-CA" smtClean="0"/>
              <a:t>49</a:t>
            </a:fld>
            <a:endParaRPr lang="en-CA"/>
          </a:p>
        </p:txBody>
      </p:sp>
    </p:spTree>
    <p:extLst>
      <p:ext uri="{BB962C8B-B14F-4D97-AF65-F5344CB8AC3E}">
        <p14:creationId xmlns:p14="http://schemas.microsoft.com/office/powerpoint/2010/main" val="322026777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21EB8-52DE-45C8-A2A1-D38A82B1581B}"/>
              </a:ext>
            </a:extLst>
          </p:cNvPr>
          <p:cNvSpPr>
            <a:spLocks noGrp="1"/>
          </p:cNvSpPr>
          <p:nvPr>
            <p:ph type="title"/>
          </p:nvPr>
        </p:nvSpPr>
        <p:spPr/>
        <p:txBody>
          <a:bodyPr/>
          <a:lstStyle/>
          <a:p>
            <a:r>
              <a:rPr lang="en-CA"/>
              <a:t>The </a:t>
            </a:r>
            <a:r>
              <a:rPr lang="en-CA" err="1"/>
              <a:t>Array.reduce</a:t>
            </a:r>
            <a:r>
              <a:rPr lang="en-CA"/>
              <a:t>() Method</a:t>
            </a:r>
          </a:p>
        </p:txBody>
      </p:sp>
      <p:sp>
        <p:nvSpPr>
          <p:cNvPr id="3" name="Content Placeholder 2">
            <a:extLst>
              <a:ext uri="{FF2B5EF4-FFF2-40B4-BE49-F238E27FC236}">
                <a16:creationId xmlns:a16="http://schemas.microsoft.com/office/drawing/2014/main" id="{F5A4B465-6816-45CB-AD52-A25046D863EC}"/>
              </a:ext>
            </a:extLst>
          </p:cNvPr>
          <p:cNvSpPr>
            <a:spLocks noGrp="1"/>
          </p:cNvSpPr>
          <p:nvPr>
            <p:ph idx="1"/>
          </p:nvPr>
        </p:nvSpPr>
        <p:spPr/>
        <p:txBody>
          <a:bodyPr>
            <a:normAutofit fontScale="92500" lnSpcReduction="20000"/>
          </a:bodyPr>
          <a:lstStyle/>
          <a:p>
            <a:r>
              <a:rPr lang="en-CA"/>
              <a:t>The Array's object reduce() method </a:t>
            </a:r>
            <a:r>
              <a:rPr lang="en-US"/>
              <a:t>executes a provided function for each value of the array (from left-to-right) </a:t>
            </a:r>
          </a:p>
          <a:p>
            <a:endParaRPr lang="en-US"/>
          </a:p>
          <a:p>
            <a:endParaRPr lang="en-US"/>
          </a:p>
          <a:p>
            <a:pPr lvl="1"/>
            <a:r>
              <a:rPr lang="en-US"/>
              <a:t>The parameters are</a:t>
            </a:r>
          </a:p>
          <a:p>
            <a:pPr lvl="2"/>
            <a:r>
              <a:rPr lang="en-US"/>
              <a:t>total (required) – initial value of the returned value</a:t>
            </a:r>
          </a:p>
          <a:p>
            <a:pPr lvl="2"/>
            <a:r>
              <a:rPr lang="en-US" err="1"/>
              <a:t>currentValue</a:t>
            </a:r>
            <a:r>
              <a:rPr lang="en-US"/>
              <a:t> (optional) – current element</a:t>
            </a:r>
          </a:p>
          <a:p>
            <a:pPr lvl="2"/>
            <a:r>
              <a:rPr lang="en-US" err="1"/>
              <a:t>currentIndex</a:t>
            </a:r>
            <a:r>
              <a:rPr lang="en-US"/>
              <a:t> (optional) – index of the current element</a:t>
            </a:r>
          </a:p>
          <a:p>
            <a:pPr lvl="2"/>
            <a:r>
              <a:rPr lang="en-US" err="1"/>
              <a:t>arr</a:t>
            </a:r>
            <a:r>
              <a:rPr lang="en-US"/>
              <a:t> (optional) – the current array that the element belong to</a:t>
            </a:r>
          </a:p>
          <a:p>
            <a:pPr lvl="2"/>
            <a:r>
              <a:rPr lang="en-US" err="1"/>
              <a:t>initialValue</a:t>
            </a:r>
            <a:r>
              <a:rPr lang="en-US"/>
              <a:t> (optional) – value passed to function as </a:t>
            </a:r>
            <a:r>
              <a:rPr lang="en-US" err="1"/>
              <a:t>initialValue</a:t>
            </a:r>
            <a:endParaRPr lang="en-US"/>
          </a:p>
          <a:p>
            <a:pPr lvl="1"/>
            <a:r>
              <a:rPr lang="en-US"/>
              <a:t>Returns </a:t>
            </a:r>
          </a:p>
          <a:p>
            <a:pPr lvl="2"/>
            <a:r>
              <a:rPr lang="en-US"/>
              <a:t>The value of the function is stored in an accumulator</a:t>
            </a:r>
          </a:p>
          <a:p>
            <a:pPr lvl="2"/>
            <a:r>
              <a:rPr lang="en-US"/>
              <a:t>This method does not change the value of the original array</a:t>
            </a:r>
            <a:endParaRPr lang="en-CA"/>
          </a:p>
        </p:txBody>
      </p:sp>
      <p:sp>
        <p:nvSpPr>
          <p:cNvPr id="4" name="Text Box 1033">
            <a:extLst>
              <a:ext uri="{FF2B5EF4-FFF2-40B4-BE49-F238E27FC236}">
                <a16:creationId xmlns:a16="http://schemas.microsoft.com/office/drawing/2014/main" id="{579B62C3-DC28-4FD6-8FEC-9821CE9861D3}"/>
              </a:ext>
            </a:extLst>
          </p:cNvPr>
          <p:cNvSpPr txBox="1">
            <a:spLocks noChangeArrowheads="1"/>
          </p:cNvSpPr>
          <p:nvPr/>
        </p:nvSpPr>
        <p:spPr bwMode="auto">
          <a:xfrm>
            <a:off x="1173480" y="2686605"/>
            <a:ext cx="10180320" cy="646331"/>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let result = </a:t>
            </a:r>
            <a:r>
              <a:rPr kumimoji="1" lang="en-US" altLang="en-US" sz="1800" b="1" kern="0" err="1">
                <a:solidFill>
                  <a:srgbClr val="000000"/>
                </a:solidFill>
                <a:latin typeface="Courier New" panose="02070309020205020404" pitchFamily="49" charset="0"/>
              </a:rPr>
              <a:t>arr.reduce</a:t>
            </a:r>
            <a:r>
              <a:rPr kumimoji="1" lang="en-US" altLang="en-US" sz="1800" b="1" kern="0">
                <a:solidFill>
                  <a:srgbClr val="000000"/>
                </a:solidFill>
                <a:latin typeface="Courier New" panose="02070309020205020404" pitchFamily="49" charset="0"/>
              </a:rPr>
              <a:t>(function(total, </a:t>
            </a:r>
            <a:r>
              <a:rPr kumimoji="1" lang="en-US" altLang="en-US" sz="1800" b="1" kern="0" err="1">
                <a:solidFill>
                  <a:srgbClr val="000000"/>
                </a:solidFill>
                <a:latin typeface="Courier New" panose="02070309020205020404" pitchFamily="49" charset="0"/>
              </a:rPr>
              <a:t>currentValue</a:t>
            </a:r>
            <a:r>
              <a:rPr kumimoji="1" lang="en-US" altLang="en-US" sz="1800" b="1" kern="0">
                <a:solidFill>
                  <a:srgbClr val="000000"/>
                </a:solidFill>
                <a:latin typeface="Courier New" panose="02070309020205020404" pitchFamily="49" charset="0"/>
              </a:rPr>
              <a:t>, </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		</a:t>
            </a:r>
            <a:r>
              <a:rPr kumimoji="1" lang="en-US" altLang="en-US" sz="1800" b="1" kern="0" err="1">
                <a:solidFill>
                  <a:srgbClr val="000000"/>
                </a:solidFill>
                <a:latin typeface="Courier New" panose="02070309020205020404" pitchFamily="49" charset="0"/>
              </a:rPr>
              <a:t>currentIndex</a:t>
            </a:r>
            <a:r>
              <a:rPr kumimoji="1" lang="en-US" altLang="en-US" sz="1800" b="1" kern="0">
                <a:solidFill>
                  <a:srgbClr val="000000"/>
                </a:solidFill>
                <a:latin typeface="Courier New" panose="02070309020205020404" pitchFamily="49" charset="0"/>
              </a:rPr>
              <a:t>, </a:t>
            </a:r>
            <a:r>
              <a:rPr kumimoji="1" lang="en-US" altLang="en-US" sz="1800" b="1" kern="0" err="1">
                <a:solidFill>
                  <a:srgbClr val="000000"/>
                </a:solidFill>
                <a:latin typeface="Courier New" panose="02070309020205020404" pitchFamily="49" charset="0"/>
              </a:rPr>
              <a:t>arr</a:t>
            </a:r>
            <a:r>
              <a:rPr kumimoji="1" lang="en-US" altLang="en-US" sz="1800" b="1" kern="0">
                <a:solidFill>
                  <a:srgbClr val="000000"/>
                </a:solidFill>
                <a:latin typeface="Courier New" panose="02070309020205020404" pitchFamily="49" charset="0"/>
              </a:rPr>
              <a:t>), </a:t>
            </a:r>
            <a:r>
              <a:rPr kumimoji="1" lang="en-US" altLang="en-US" sz="1800" b="1" kern="0" err="1">
                <a:solidFill>
                  <a:srgbClr val="000000"/>
                </a:solidFill>
                <a:latin typeface="Courier New" panose="02070309020205020404" pitchFamily="49" charset="0"/>
              </a:rPr>
              <a:t>initialValue</a:t>
            </a:r>
            <a:r>
              <a:rPr kumimoji="1" lang="en-US" altLang="en-US" sz="1800" b="1" kern="0">
                <a:solidFill>
                  <a:srgbClr val="000000"/>
                </a:solidFill>
                <a:latin typeface="Courier New" panose="02070309020205020404" pitchFamily="49" charset="0"/>
              </a:rPr>
              <a:t>) </a:t>
            </a:r>
          </a:p>
        </p:txBody>
      </p:sp>
      <p:sp>
        <p:nvSpPr>
          <p:cNvPr id="5" name="Slide Number Placeholder 4">
            <a:extLst>
              <a:ext uri="{FF2B5EF4-FFF2-40B4-BE49-F238E27FC236}">
                <a16:creationId xmlns:a16="http://schemas.microsoft.com/office/drawing/2014/main" id="{68B33201-4F64-4055-A460-30F20BDF69D1}"/>
              </a:ext>
            </a:extLst>
          </p:cNvPr>
          <p:cNvSpPr>
            <a:spLocks noGrp="1"/>
          </p:cNvSpPr>
          <p:nvPr>
            <p:ph type="sldNum" sz="quarter" idx="12"/>
          </p:nvPr>
        </p:nvSpPr>
        <p:spPr/>
        <p:txBody>
          <a:bodyPr/>
          <a:lstStyle/>
          <a:p>
            <a:fld id="{6B7CECC9-8688-4C14-9F38-24140407CAFB}" type="slidenum">
              <a:rPr lang="en-CA" smtClean="0"/>
              <a:t>50</a:t>
            </a:fld>
            <a:endParaRPr lang="en-CA"/>
          </a:p>
        </p:txBody>
      </p:sp>
    </p:spTree>
    <p:extLst>
      <p:ext uri="{BB962C8B-B14F-4D97-AF65-F5344CB8AC3E}">
        <p14:creationId xmlns:p14="http://schemas.microsoft.com/office/powerpoint/2010/main" val="20117451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F157F-79DE-4E80-9EAE-F263E92BB1BC}"/>
              </a:ext>
            </a:extLst>
          </p:cNvPr>
          <p:cNvSpPr>
            <a:spLocks noGrp="1"/>
          </p:cNvSpPr>
          <p:nvPr>
            <p:ph type="title"/>
          </p:nvPr>
        </p:nvSpPr>
        <p:spPr/>
        <p:txBody>
          <a:bodyPr/>
          <a:lstStyle/>
          <a:p>
            <a:r>
              <a:rPr lang="en-CA" dirty="0"/>
              <a:t>The </a:t>
            </a:r>
            <a:r>
              <a:rPr lang="en-CA" dirty="0" err="1"/>
              <a:t>Array.reduce</a:t>
            </a:r>
            <a:r>
              <a:rPr lang="en-CA" dirty="0"/>
              <a:t>() Method – An Example</a:t>
            </a:r>
          </a:p>
        </p:txBody>
      </p:sp>
      <p:sp>
        <p:nvSpPr>
          <p:cNvPr id="3" name="Content Placeholder 2">
            <a:extLst>
              <a:ext uri="{FF2B5EF4-FFF2-40B4-BE49-F238E27FC236}">
                <a16:creationId xmlns:a16="http://schemas.microsoft.com/office/drawing/2014/main" id="{C38D49AD-7C32-4CBB-88A1-E2ADE06CDE71}"/>
              </a:ext>
            </a:extLst>
          </p:cNvPr>
          <p:cNvSpPr>
            <a:spLocks noGrp="1"/>
          </p:cNvSpPr>
          <p:nvPr>
            <p:ph idx="1"/>
          </p:nvPr>
        </p:nvSpPr>
        <p:spPr/>
        <p:txBody>
          <a:bodyPr/>
          <a:lstStyle/>
          <a:p>
            <a:endParaRPr lang="en-CA"/>
          </a:p>
        </p:txBody>
      </p:sp>
      <p:sp>
        <p:nvSpPr>
          <p:cNvPr id="4" name="Text Box 1033">
            <a:extLst>
              <a:ext uri="{FF2B5EF4-FFF2-40B4-BE49-F238E27FC236}">
                <a16:creationId xmlns:a16="http://schemas.microsoft.com/office/drawing/2014/main" id="{EC8C3456-0DB8-486B-9BCD-EF8A4A5BFD74}"/>
              </a:ext>
            </a:extLst>
          </p:cNvPr>
          <p:cNvSpPr txBox="1">
            <a:spLocks noChangeArrowheads="1"/>
          </p:cNvSpPr>
          <p:nvPr/>
        </p:nvSpPr>
        <p:spPr bwMode="auto">
          <a:xfrm>
            <a:off x="1420645" y="2448410"/>
            <a:ext cx="9378740" cy="3139321"/>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console.log('using reduce method');</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let sales = [100, 300, 400, 900, 800];</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console.log(sales);</a:t>
            </a:r>
          </a:p>
          <a:p>
            <a:pPr lvl="0" eaLnBrk="0" fontAlgn="base" hangingPunct="0">
              <a:spcBef>
                <a:spcPct val="0"/>
              </a:spcBef>
              <a:spcAft>
                <a:spcPct val="0"/>
              </a:spcAft>
              <a:buClrTx/>
              <a:buSzTx/>
              <a:buNone/>
              <a:defRPr/>
            </a:pPr>
            <a:endParaRPr kumimoji="1" lang="en-US" altLang="en-US" sz="1800" b="1" kern="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endParaRPr kumimoji="1" lang="en-US" altLang="en-US" sz="1800" b="1" kern="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endParaRPr kumimoji="1" lang="en-US" altLang="en-US" sz="1800" b="1" kern="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let </a:t>
            </a:r>
            <a:r>
              <a:rPr kumimoji="1" lang="en-US" altLang="en-US" sz="1800" b="1" kern="0" err="1">
                <a:solidFill>
                  <a:srgbClr val="000000"/>
                </a:solidFill>
                <a:latin typeface="Courier New" panose="02070309020205020404" pitchFamily="49" charset="0"/>
              </a:rPr>
              <a:t>totalSales</a:t>
            </a:r>
            <a:r>
              <a:rPr kumimoji="1" lang="en-US" altLang="en-US" sz="1800" b="1" kern="0">
                <a:solidFill>
                  <a:srgbClr val="000000"/>
                </a:solidFill>
                <a:latin typeface="Courier New" panose="02070309020205020404" pitchFamily="49" charset="0"/>
              </a:rPr>
              <a:t> = </a:t>
            </a:r>
            <a:r>
              <a:rPr kumimoji="1" lang="en-US" altLang="en-US" sz="1800" b="1" kern="0" err="1">
                <a:solidFill>
                  <a:srgbClr val="000000"/>
                </a:solidFill>
                <a:latin typeface="Courier New" panose="02070309020205020404" pitchFamily="49" charset="0"/>
              </a:rPr>
              <a:t>sales.reduce</a:t>
            </a:r>
            <a:r>
              <a:rPr kumimoji="1" lang="en-US" altLang="en-US" sz="1800" b="1" kern="0">
                <a:solidFill>
                  <a:srgbClr val="000000"/>
                </a:solidFill>
                <a:latin typeface="Courier New" panose="02070309020205020404" pitchFamily="49" charset="0"/>
              </a:rPr>
              <a:t>((total, sale) =&gt; total + sale, 0);</a:t>
            </a:r>
          </a:p>
          <a:p>
            <a:pPr lvl="0" eaLnBrk="0" fontAlgn="base" hangingPunct="0">
              <a:spcBef>
                <a:spcPct val="0"/>
              </a:spcBef>
              <a:spcAft>
                <a:spcPct val="0"/>
              </a:spcAft>
              <a:buClrTx/>
              <a:buSzTx/>
              <a:buNone/>
              <a:defRPr/>
            </a:pPr>
            <a:endParaRPr kumimoji="1" lang="en-US" altLang="en-US" sz="1800" b="1" kern="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endParaRPr kumimoji="1" lang="en-US" altLang="en-US" sz="1800" b="1" kern="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endParaRPr kumimoji="1" lang="en-US" altLang="en-US" sz="1800" b="1" kern="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console.log('total sales ' + </a:t>
            </a:r>
            <a:r>
              <a:rPr kumimoji="1" lang="en-US" altLang="en-US" sz="1800" b="1" kern="0" err="1">
                <a:solidFill>
                  <a:srgbClr val="000000"/>
                </a:solidFill>
                <a:latin typeface="Courier New" panose="02070309020205020404" pitchFamily="49" charset="0"/>
              </a:rPr>
              <a:t>totalSales</a:t>
            </a:r>
            <a:r>
              <a:rPr kumimoji="1" lang="en-US" altLang="en-US" sz="1800" b="1" kern="0">
                <a:solidFill>
                  <a:srgbClr val="000000"/>
                </a:solidFill>
                <a:latin typeface="Courier New" panose="02070309020205020404" pitchFamily="49" charset="0"/>
              </a:rPr>
              <a:t>);</a:t>
            </a:r>
          </a:p>
        </p:txBody>
      </p:sp>
      <p:sp>
        <p:nvSpPr>
          <p:cNvPr id="5" name="TextBox 4">
            <a:extLst>
              <a:ext uri="{FF2B5EF4-FFF2-40B4-BE49-F238E27FC236}">
                <a16:creationId xmlns:a16="http://schemas.microsoft.com/office/drawing/2014/main" id="{C193EECE-EE0D-428A-815E-BF735B07DB3A}"/>
              </a:ext>
            </a:extLst>
          </p:cNvPr>
          <p:cNvSpPr txBox="1"/>
          <p:nvPr/>
        </p:nvSpPr>
        <p:spPr>
          <a:xfrm>
            <a:off x="2412317" y="3671281"/>
            <a:ext cx="485877" cy="369332"/>
          </a:xfrm>
          <a:prstGeom prst="rect">
            <a:avLst/>
          </a:prstGeom>
          <a:noFill/>
        </p:spPr>
        <p:txBody>
          <a:bodyPr wrap="square" rtlCol="0">
            <a:spAutoFit/>
          </a:bodyPr>
          <a:lstStyle/>
          <a:p>
            <a:r>
              <a:rPr lang="en-CA" b="1">
                <a:solidFill>
                  <a:srgbClr val="FF0000"/>
                </a:solidFill>
              </a:rPr>
              <a:t>2</a:t>
            </a:r>
          </a:p>
        </p:txBody>
      </p:sp>
      <p:sp>
        <p:nvSpPr>
          <p:cNvPr id="6" name="Arrow: Left 5">
            <a:extLst>
              <a:ext uri="{FF2B5EF4-FFF2-40B4-BE49-F238E27FC236}">
                <a16:creationId xmlns:a16="http://schemas.microsoft.com/office/drawing/2014/main" id="{3FD5F4F3-F6AE-4D1F-B117-5C84E0DD7DDE}"/>
              </a:ext>
            </a:extLst>
          </p:cNvPr>
          <p:cNvSpPr/>
          <p:nvPr/>
        </p:nvSpPr>
        <p:spPr>
          <a:xfrm>
            <a:off x="6774335" y="2738453"/>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TextBox 6">
            <a:extLst>
              <a:ext uri="{FF2B5EF4-FFF2-40B4-BE49-F238E27FC236}">
                <a16:creationId xmlns:a16="http://schemas.microsoft.com/office/drawing/2014/main" id="{DFD6B042-5135-423A-A9C9-34219CDD78AE}"/>
              </a:ext>
            </a:extLst>
          </p:cNvPr>
          <p:cNvSpPr txBox="1"/>
          <p:nvPr/>
        </p:nvSpPr>
        <p:spPr>
          <a:xfrm>
            <a:off x="7357084" y="2665452"/>
            <a:ext cx="407543" cy="369332"/>
          </a:xfrm>
          <a:prstGeom prst="rect">
            <a:avLst/>
          </a:prstGeom>
          <a:noFill/>
        </p:spPr>
        <p:txBody>
          <a:bodyPr wrap="square" rtlCol="0">
            <a:spAutoFit/>
          </a:bodyPr>
          <a:lstStyle/>
          <a:p>
            <a:r>
              <a:rPr lang="en-CA" b="1">
                <a:solidFill>
                  <a:srgbClr val="FF0000"/>
                </a:solidFill>
              </a:rPr>
              <a:t>1</a:t>
            </a:r>
          </a:p>
        </p:txBody>
      </p:sp>
      <p:sp>
        <p:nvSpPr>
          <p:cNvPr id="8" name="Arrow: Left 7">
            <a:extLst>
              <a:ext uri="{FF2B5EF4-FFF2-40B4-BE49-F238E27FC236}">
                <a16:creationId xmlns:a16="http://schemas.microsoft.com/office/drawing/2014/main" id="{31E35AB2-C2E1-4942-AE27-C8FE62A376D8}"/>
              </a:ext>
            </a:extLst>
          </p:cNvPr>
          <p:cNvSpPr/>
          <p:nvPr/>
        </p:nvSpPr>
        <p:spPr>
          <a:xfrm rot="16200000">
            <a:off x="4012135" y="3686229"/>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Arrow: Left 8">
            <a:extLst>
              <a:ext uri="{FF2B5EF4-FFF2-40B4-BE49-F238E27FC236}">
                <a16:creationId xmlns:a16="http://schemas.microsoft.com/office/drawing/2014/main" id="{BDC5D272-3032-4EE5-BAA4-82DB0EAE9131}"/>
              </a:ext>
            </a:extLst>
          </p:cNvPr>
          <p:cNvSpPr/>
          <p:nvPr/>
        </p:nvSpPr>
        <p:spPr>
          <a:xfrm rot="16200000">
            <a:off x="6624370" y="3762434"/>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TextBox 9">
            <a:extLst>
              <a:ext uri="{FF2B5EF4-FFF2-40B4-BE49-F238E27FC236}">
                <a16:creationId xmlns:a16="http://schemas.microsoft.com/office/drawing/2014/main" id="{464E0E58-039F-4592-9000-20866EDE2A29}"/>
              </a:ext>
            </a:extLst>
          </p:cNvPr>
          <p:cNvSpPr txBox="1"/>
          <p:nvPr/>
        </p:nvSpPr>
        <p:spPr>
          <a:xfrm>
            <a:off x="6421522" y="3612468"/>
            <a:ext cx="485877" cy="369332"/>
          </a:xfrm>
          <a:prstGeom prst="rect">
            <a:avLst/>
          </a:prstGeom>
          <a:noFill/>
        </p:spPr>
        <p:txBody>
          <a:bodyPr wrap="square" rtlCol="0">
            <a:spAutoFit/>
          </a:bodyPr>
          <a:lstStyle/>
          <a:p>
            <a:r>
              <a:rPr lang="en-CA" b="1">
                <a:solidFill>
                  <a:srgbClr val="FF0000"/>
                </a:solidFill>
              </a:rPr>
              <a:t>3.2</a:t>
            </a:r>
          </a:p>
        </p:txBody>
      </p:sp>
      <p:sp>
        <p:nvSpPr>
          <p:cNvPr id="11" name="Arrow: Left 10">
            <a:extLst>
              <a:ext uri="{FF2B5EF4-FFF2-40B4-BE49-F238E27FC236}">
                <a16:creationId xmlns:a16="http://schemas.microsoft.com/office/drawing/2014/main" id="{0B406BF7-71A0-477F-93A0-9B7137977FE5}"/>
              </a:ext>
            </a:extLst>
          </p:cNvPr>
          <p:cNvSpPr/>
          <p:nvPr/>
        </p:nvSpPr>
        <p:spPr>
          <a:xfrm>
            <a:off x="7340393" y="5237176"/>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TextBox 11">
            <a:extLst>
              <a:ext uri="{FF2B5EF4-FFF2-40B4-BE49-F238E27FC236}">
                <a16:creationId xmlns:a16="http://schemas.microsoft.com/office/drawing/2014/main" id="{D8F77E74-2824-46CE-9A45-21D7CCEAEE54}"/>
              </a:ext>
            </a:extLst>
          </p:cNvPr>
          <p:cNvSpPr txBox="1"/>
          <p:nvPr/>
        </p:nvSpPr>
        <p:spPr>
          <a:xfrm>
            <a:off x="7938048" y="5163962"/>
            <a:ext cx="474397" cy="369332"/>
          </a:xfrm>
          <a:prstGeom prst="rect">
            <a:avLst/>
          </a:prstGeom>
          <a:noFill/>
        </p:spPr>
        <p:txBody>
          <a:bodyPr wrap="square" rtlCol="0">
            <a:spAutoFit/>
          </a:bodyPr>
          <a:lstStyle/>
          <a:p>
            <a:r>
              <a:rPr lang="en-CA" b="1">
                <a:solidFill>
                  <a:srgbClr val="FF0000"/>
                </a:solidFill>
              </a:rPr>
              <a:t>5</a:t>
            </a:r>
          </a:p>
        </p:txBody>
      </p:sp>
      <p:sp>
        <p:nvSpPr>
          <p:cNvPr id="13" name="Arrow: Left 12">
            <a:extLst>
              <a:ext uri="{FF2B5EF4-FFF2-40B4-BE49-F238E27FC236}">
                <a16:creationId xmlns:a16="http://schemas.microsoft.com/office/drawing/2014/main" id="{94232E0A-7470-4FA3-AAB1-2297CCCB3B0D}"/>
              </a:ext>
            </a:extLst>
          </p:cNvPr>
          <p:cNvSpPr/>
          <p:nvPr/>
        </p:nvSpPr>
        <p:spPr>
          <a:xfrm rot="5400000">
            <a:off x="9660155" y="4511241"/>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TextBox 13">
            <a:extLst>
              <a:ext uri="{FF2B5EF4-FFF2-40B4-BE49-F238E27FC236}">
                <a16:creationId xmlns:a16="http://schemas.microsoft.com/office/drawing/2014/main" id="{61183082-60B2-4B28-AD1A-6077F823A4EC}"/>
              </a:ext>
            </a:extLst>
          </p:cNvPr>
          <p:cNvSpPr txBox="1"/>
          <p:nvPr/>
        </p:nvSpPr>
        <p:spPr>
          <a:xfrm>
            <a:off x="10046350" y="4522579"/>
            <a:ext cx="474397" cy="369332"/>
          </a:xfrm>
          <a:prstGeom prst="rect">
            <a:avLst/>
          </a:prstGeom>
          <a:noFill/>
        </p:spPr>
        <p:txBody>
          <a:bodyPr wrap="square" rtlCol="0">
            <a:spAutoFit/>
          </a:bodyPr>
          <a:lstStyle/>
          <a:p>
            <a:r>
              <a:rPr lang="en-CA" b="1">
                <a:solidFill>
                  <a:srgbClr val="FF0000"/>
                </a:solidFill>
              </a:rPr>
              <a:t>4</a:t>
            </a:r>
          </a:p>
        </p:txBody>
      </p:sp>
      <p:sp>
        <p:nvSpPr>
          <p:cNvPr id="15" name="TextBox 14">
            <a:extLst>
              <a:ext uri="{FF2B5EF4-FFF2-40B4-BE49-F238E27FC236}">
                <a16:creationId xmlns:a16="http://schemas.microsoft.com/office/drawing/2014/main" id="{3AC74CFF-D98F-4826-8680-39B2B6CB8C2C}"/>
              </a:ext>
            </a:extLst>
          </p:cNvPr>
          <p:cNvSpPr txBox="1"/>
          <p:nvPr/>
        </p:nvSpPr>
        <p:spPr>
          <a:xfrm>
            <a:off x="4371243" y="3644967"/>
            <a:ext cx="485877" cy="369332"/>
          </a:xfrm>
          <a:prstGeom prst="rect">
            <a:avLst/>
          </a:prstGeom>
          <a:noFill/>
        </p:spPr>
        <p:txBody>
          <a:bodyPr wrap="square" rtlCol="0">
            <a:spAutoFit/>
          </a:bodyPr>
          <a:lstStyle/>
          <a:p>
            <a:r>
              <a:rPr lang="en-CA" b="1">
                <a:solidFill>
                  <a:srgbClr val="FF0000"/>
                </a:solidFill>
              </a:rPr>
              <a:t>1</a:t>
            </a:r>
          </a:p>
        </p:txBody>
      </p:sp>
      <p:sp>
        <p:nvSpPr>
          <p:cNvPr id="16" name="Arrow: Left 15">
            <a:extLst>
              <a:ext uri="{FF2B5EF4-FFF2-40B4-BE49-F238E27FC236}">
                <a16:creationId xmlns:a16="http://schemas.microsoft.com/office/drawing/2014/main" id="{F3942FF8-52F8-4A8B-A4E5-7DBC15668E20}"/>
              </a:ext>
            </a:extLst>
          </p:cNvPr>
          <p:cNvSpPr/>
          <p:nvPr/>
        </p:nvSpPr>
        <p:spPr>
          <a:xfrm rot="16200000">
            <a:off x="2528971" y="3733224"/>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 name="Arrow: Left 19">
            <a:extLst>
              <a:ext uri="{FF2B5EF4-FFF2-40B4-BE49-F238E27FC236}">
                <a16:creationId xmlns:a16="http://schemas.microsoft.com/office/drawing/2014/main" id="{6F086FDE-8CC1-4C49-935E-0C1BC8BEBD94}"/>
              </a:ext>
            </a:extLst>
          </p:cNvPr>
          <p:cNvSpPr/>
          <p:nvPr/>
        </p:nvSpPr>
        <p:spPr>
          <a:xfrm rot="16200000">
            <a:off x="5833346" y="3711638"/>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1" name="TextBox 20">
            <a:extLst>
              <a:ext uri="{FF2B5EF4-FFF2-40B4-BE49-F238E27FC236}">
                <a16:creationId xmlns:a16="http://schemas.microsoft.com/office/drawing/2014/main" id="{395F6C4E-CD97-4F32-B5F2-ECFC5A8C439E}"/>
              </a:ext>
            </a:extLst>
          </p:cNvPr>
          <p:cNvSpPr txBox="1"/>
          <p:nvPr/>
        </p:nvSpPr>
        <p:spPr>
          <a:xfrm>
            <a:off x="5592260" y="3587744"/>
            <a:ext cx="485877" cy="369332"/>
          </a:xfrm>
          <a:prstGeom prst="rect">
            <a:avLst/>
          </a:prstGeom>
          <a:noFill/>
        </p:spPr>
        <p:txBody>
          <a:bodyPr wrap="square" rtlCol="0">
            <a:spAutoFit/>
          </a:bodyPr>
          <a:lstStyle/>
          <a:p>
            <a:r>
              <a:rPr lang="en-CA" b="1">
                <a:solidFill>
                  <a:srgbClr val="FF0000"/>
                </a:solidFill>
              </a:rPr>
              <a:t>3.1</a:t>
            </a:r>
          </a:p>
        </p:txBody>
      </p:sp>
      <p:sp>
        <p:nvSpPr>
          <p:cNvPr id="17" name="Slide Number Placeholder 16">
            <a:extLst>
              <a:ext uri="{FF2B5EF4-FFF2-40B4-BE49-F238E27FC236}">
                <a16:creationId xmlns:a16="http://schemas.microsoft.com/office/drawing/2014/main" id="{48550C93-4BEB-47AE-9512-6F1490E8FAFB}"/>
              </a:ext>
            </a:extLst>
          </p:cNvPr>
          <p:cNvSpPr>
            <a:spLocks noGrp="1"/>
          </p:cNvSpPr>
          <p:nvPr>
            <p:ph type="sldNum" sz="quarter" idx="12"/>
          </p:nvPr>
        </p:nvSpPr>
        <p:spPr/>
        <p:txBody>
          <a:bodyPr/>
          <a:lstStyle/>
          <a:p>
            <a:fld id="{6B7CECC9-8688-4C14-9F38-24140407CAFB}" type="slidenum">
              <a:rPr lang="en-CA" smtClean="0"/>
              <a:t>51</a:t>
            </a:fld>
            <a:endParaRPr lang="en-CA"/>
          </a:p>
        </p:txBody>
      </p:sp>
    </p:spTree>
    <p:extLst>
      <p:ext uri="{BB962C8B-B14F-4D97-AF65-F5344CB8AC3E}">
        <p14:creationId xmlns:p14="http://schemas.microsoft.com/office/powerpoint/2010/main" val="56387204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0DC41-F6BE-0ADF-536B-F8AF6075FC6E}"/>
              </a:ext>
            </a:extLst>
          </p:cNvPr>
          <p:cNvSpPr>
            <a:spLocks noGrp="1"/>
          </p:cNvSpPr>
          <p:nvPr>
            <p:ph type="title"/>
          </p:nvPr>
        </p:nvSpPr>
        <p:spPr/>
        <p:txBody>
          <a:bodyPr/>
          <a:lstStyle/>
          <a:p>
            <a:r>
              <a:rPr lang="en-US" dirty="0"/>
              <a:t>New Array Copying Methods</a:t>
            </a:r>
            <a:endParaRPr lang="en-CA" dirty="0"/>
          </a:p>
        </p:txBody>
      </p:sp>
      <p:sp>
        <p:nvSpPr>
          <p:cNvPr id="3" name="Content Placeholder 2">
            <a:extLst>
              <a:ext uri="{FF2B5EF4-FFF2-40B4-BE49-F238E27FC236}">
                <a16:creationId xmlns:a16="http://schemas.microsoft.com/office/drawing/2014/main" id="{4F3B7D8F-79A0-3DB1-D17E-AB3A9CA453EE}"/>
              </a:ext>
            </a:extLst>
          </p:cNvPr>
          <p:cNvSpPr>
            <a:spLocks noGrp="1"/>
          </p:cNvSpPr>
          <p:nvPr>
            <p:ph idx="1"/>
          </p:nvPr>
        </p:nvSpPr>
        <p:spPr/>
        <p:txBody>
          <a:bodyPr/>
          <a:lstStyle/>
          <a:p>
            <a:r>
              <a:rPr lang="en-US" dirty="0"/>
              <a:t>More array methods</a:t>
            </a:r>
          </a:p>
          <a:p>
            <a:pPr lvl="1"/>
            <a:r>
              <a:rPr lang="en-US" dirty="0" err="1"/>
              <a:t>findLast</a:t>
            </a:r>
            <a:r>
              <a:rPr lang="en-US" dirty="0"/>
              <a:t>() - loops the array in reverse order and returns the value of the first element that satisfies the provided testing function. If no elements satisfy the testing function, undefined is returned</a:t>
            </a:r>
          </a:p>
          <a:p>
            <a:pPr lvl="1"/>
            <a:r>
              <a:rPr lang="en-US" dirty="0"/>
              <a:t>with() - copying version of using the bracket notation to change the value of a given index. It returns a new array with the element at the given index replaced with the given value</a:t>
            </a:r>
          </a:p>
          <a:p>
            <a:pPr lvl="1"/>
            <a:r>
              <a:rPr lang="en-US" dirty="0" err="1"/>
              <a:t>toSorted</a:t>
            </a:r>
            <a:r>
              <a:rPr lang="en-US" dirty="0"/>
              <a:t>() – copying version of the sort() method. The method will return a new array that is sorted in ascending order</a:t>
            </a:r>
          </a:p>
          <a:p>
            <a:pPr lvl="1"/>
            <a:r>
              <a:rPr lang="en-US" dirty="0" err="1"/>
              <a:t>toSliced</a:t>
            </a:r>
            <a:r>
              <a:rPr lang="en-US" dirty="0"/>
              <a:t>() – copying version of the slice() method.  The method will return a new array with some elements removed or replaced at the given index</a:t>
            </a:r>
          </a:p>
          <a:p>
            <a:pPr lvl="1"/>
            <a:endParaRPr lang="en-CA" dirty="0"/>
          </a:p>
        </p:txBody>
      </p:sp>
      <p:sp>
        <p:nvSpPr>
          <p:cNvPr id="4" name="Slide Number Placeholder 3">
            <a:extLst>
              <a:ext uri="{FF2B5EF4-FFF2-40B4-BE49-F238E27FC236}">
                <a16:creationId xmlns:a16="http://schemas.microsoft.com/office/drawing/2014/main" id="{4C512030-B13E-173F-46A6-437C32E8A329}"/>
              </a:ext>
            </a:extLst>
          </p:cNvPr>
          <p:cNvSpPr>
            <a:spLocks noGrp="1"/>
          </p:cNvSpPr>
          <p:nvPr>
            <p:ph type="sldNum" sz="quarter" idx="12"/>
          </p:nvPr>
        </p:nvSpPr>
        <p:spPr/>
        <p:txBody>
          <a:bodyPr/>
          <a:lstStyle/>
          <a:p>
            <a:fld id="{6B7CECC9-8688-4C14-9F38-24140407CAFB}" type="slidenum">
              <a:rPr lang="en-CA" smtClean="0"/>
              <a:t>52</a:t>
            </a:fld>
            <a:endParaRPr lang="en-CA"/>
          </a:p>
        </p:txBody>
      </p:sp>
    </p:spTree>
    <p:extLst>
      <p:ext uri="{BB962C8B-B14F-4D97-AF65-F5344CB8AC3E}">
        <p14:creationId xmlns:p14="http://schemas.microsoft.com/office/powerpoint/2010/main" val="54467734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89630-EF49-9056-A907-F6B3D8F51916}"/>
              </a:ext>
            </a:extLst>
          </p:cNvPr>
          <p:cNvSpPr>
            <a:spLocks noGrp="1"/>
          </p:cNvSpPr>
          <p:nvPr>
            <p:ph type="title"/>
          </p:nvPr>
        </p:nvSpPr>
        <p:spPr/>
        <p:txBody>
          <a:bodyPr/>
          <a:lstStyle/>
          <a:p>
            <a:r>
              <a:rPr lang="en-US" dirty="0"/>
              <a:t>Using </a:t>
            </a:r>
            <a:r>
              <a:rPr lang="en-US" dirty="0" err="1"/>
              <a:t>findLast</a:t>
            </a:r>
            <a:r>
              <a:rPr lang="en-US" dirty="0"/>
              <a:t>() and with()</a:t>
            </a:r>
            <a:endParaRPr lang="en-CA" dirty="0"/>
          </a:p>
        </p:txBody>
      </p:sp>
      <p:sp>
        <p:nvSpPr>
          <p:cNvPr id="3" name="Content Placeholder 2">
            <a:extLst>
              <a:ext uri="{FF2B5EF4-FFF2-40B4-BE49-F238E27FC236}">
                <a16:creationId xmlns:a16="http://schemas.microsoft.com/office/drawing/2014/main" id="{494DC1F9-D623-31BD-49EA-562C8DE8316F}"/>
              </a:ext>
            </a:extLst>
          </p:cNvPr>
          <p:cNvSpPr>
            <a:spLocks noGrp="1"/>
          </p:cNvSpPr>
          <p:nvPr>
            <p:ph idx="1"/>
          </p:nvPr>
        </p:nvSpPr>
        <p:spPr/>
        <p:txBody>
          <a:bodyPr/>
          <a:lstStyle/>
          <a:p>
            <a:endParaRPr lang="en-CA" dirty="0"/>
          </a:p>
        </p:txBody>
      </p:sp>
      <p:sp>
        <p:nvSpPr>
          <p:cNvPr id="4" name="Slide Number Placeholder 3">
            <a:extLst>
              <a:ext uri="{FF2B5EF4-FFF2-40B4-BE49-F238E27FC236}">
                <a16:creationId xmlns:a16="http://schemas.microsoft.com/office/drawing/2014/main" id="{092490E8-3C60-F32A-3D50-AD0DC1B7C737}"/>
              </a:ext>
            </a:extLst>
          </p:cNvPr>
          <p:cNvSpPr>
            <a:spLocks noGrp="1"/>
          </p:cNvSpPr>
          <p:nvPr>
            <p:ph type="sldNum" sz="quarter" idx="12"/>
          </p:nvPr>
        </p:nvSpPr>
        <p:spPr/>
        <p:txBody>
          <a:bodyPr/>
          <a:lstStyle/>
          <a:p>
            <a:fld id="{6B7CECC9-8688-4C14-9F38-24140407CAFB}" type="slidenum">
              <a:rPr lang="en-CA" smtClean="0"/>
              <a:t>53</a:t>
            </a:fld>
            <a:endParaRPr lang="en-CA"/>
          </a:p>
        </p:txBody>
      </p:sp>
      <p:sp>
        <p:nvSpPr>
          <p:cNvPr id="5" name="Text Box 1033">
            <a:extLst>
              <a:ext uri="{FF2B5EF4-FFF2-40B4-BE49-F238E27FC236}">
                <a16:creationId xmlns:a16="http://schemas.microsoft.com/office/drawing/2014/main" id="{52F9BBA7-B486-EED6-AF0E-10B3FC3D2354}"/>
              </a:ext>
            </a:extLst>
          </p:cNvPr>
          <p:cNvSpPr txBox="1">
            <a:spLocks noChangeArrowheads="1"/>
          </p:cNvSpPr>
          <p:nvPr/>
        </p:nvSpPr>
        <p:spPr bwMode="auto">
          <a:xfrm>
            <a:off x="1075623" y="2246968"/>
            <a:ext cx="9618494" cy="3416320"/>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console.log("Using </a:t>
            </a:r>
            <a:r>
              <a:rPr kumimoji="1" lang="en-US" altLang="en-US" sz="1800" b="1" kern="0" dirty="0" err="1">
                <a:solidFill>
                  <a:srgbClr val="000000"/>
                </a:solidFill>
                <a:latin typeface="Courier New" panose="02070309020205020404" pitchFamily="49" charset="0"/>
              </a:rPr>
              <a:t>findLast</a:t>
            </a:r>
            <a:r>
              <a:rPr kumimoji="1" lang="en-US" altLang="en-US" sz="1800" b="1" kern="0" dirty="0">
                <a:solidFill>
                  <a:srgbClr val="000000"/>
                </a:solidFill>
                <a:latin typeface="Courier New" panose="02070309020205020404" pitchFamily="49" charset="0"/>
              </a:rPr>
              <a:t>");</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grades = [90,80,70,85,92,100];</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console.log(`Original Array ${grades}`);</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console.log("Find the last grade higher than 90");</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let </a:t>
            </a:r>
            <a:r>
              <a:rPr kumimoji="1" lang="en-US" altLang="en-US" sz="1800" b="1" kern="0" dirty="0" err="1">
                <a:solidFill>
                  <a:srgbClr val="000000"/>
                </a:solidFill>
                <a:latin typeface="Courier New" panose="02070309020205020404" pitchFamily="49" charset="0"/>
              </a:rPr>
              <a:t>lastHighGrade</a:t>
            </a:r>
            <a:r>
              <a:rPr kumimoji="1" lang="en-US" altLang="en-US" sz="1800" b="1" kern="0" dirty="0">
                <a:solidFill>
                  <a:srgbClr val="000000"/>
                </a:solidFill>
                <a:latin typeface="Courier New" panose="02070309020205020404" pitchFamily="49" charset="0"/>
              </a:rPr>
              <a:t> = </a:t>
            </a:r>
            <a:r>
              <a:rPr kumimoji="1" lang="en-US" altLang="en-US" sz="1800" b="1" kern="0" dirty="0" err="1">
                <a:solidFill>
                  <a:srgbClr val="000000"/>
                </a:solidFill>
                <a:latin typeface="Courier New" panose="02070309020205020404" pitchFamily="49" charset="0"/>
              </a:rPr>
              <a:t>grades.findLast</a:t>
            </a:r>
            <a:r>
              <a:rPr kumimoji="1" lang="en-US" altLang="en-US" sz="1800" b="1" kern="0" dirty="0">
                <a:solidFill>
                  <a:srgbClr val="000000"/>
                </a:solidFill>
                <a:latin typeface="Courier New" panose="02070309020205020404" pitchFamily="49" charset="0"/>
              </a:rPr>
              <a:t>(grade =&gt; grade &gt; 90);</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console.log(`Last grade higher than 90 is ==&gt; ${</a:t>
            </a:r>
            <a:r>
              <a:rPr kumimoji="1" lang="en-US" altLang="en-US" sz="1800" b="1" kern="0" dirty="0" err="1">
                <a:solidFill>
                  <a:srgbClr val="000000"/>
                </a:solidFill>
                <a:latin typeface="Courier New" panose="02070309020205020404" pitchFamily="49" charset="0"/>
              </a:rPr>
              <a:t>lastHighGrade</a:t>
            </a:r>
            <a:r>
              <a:rPr kumimoji="1" lang="en-US" altLang="en-US" sz="1800" b="1" kern="0" dirty="0">
                <a:solidFill>
                  <a:srgbClr val="000000"/>
                </a:solidFill>
                <a:latin typeface="Courier New" panose="02070309020205020404" pitchFamily="49" charset="0"/>
              </a:rPr>
              <a:t>}`);</a:t>
            </a:r>
          </a:p>
          <a:p>
            <a:pPr lvl="0" eaLnBrk="0" fontAlgn="base" hangingPunct="0">
              <a:spcBef>
                <a:spcPct val="0"/>
              </a:spcBef>
              <a:spcAft>
                <a:spcPct val="0"/>
              </a:spcAft>
              <a:buClrTx/>
              <a:buSzTx/>
              <a:buNone/>
              <a:defRPr/>
            </a:pPr>
            <a:endParaRPr kumimoji="1" lang="en-US" altLang="en-US" sz="1800" b="1" kern="0" dirty="0">
              <a:solidFill>
                <a:srgbClr val="000000"/>
              </a:solidFill>
              <a:latin typeface="Courier New" panose="02070309020205020404" pitchFamily="49" charset="0"/>
            </a:endParaRPr>
          </a:p>
          <a:p>
            <a:pPr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console.log("Using with");</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let </a:t>
            </a:r>
            <a:r>
              <a:rPr kumimoji="1" lang="en-US" altLang="en-US" sz="1800" b="1" kern="0" dirty="0" err="1">
                <a:solidFill>
                  <a:srgbClr val="000000"/>
                </a:solidFill>
                <a:latin typeface="Courier New" panose="02070309020205020404" pitchFamily="49" charset="0"/>
              </a:rPr>
              <a:t>originalArray</a:t>
            </a:r>
            <a:r>
              <a:rPr kumimoji="1" lang="en-US" altLang="en-US" sz="1800" b="1" kern="0" dirty="0">
                <a:solidFill>
                  <a:srgbClr val="000000"/>
                </a:solidFill>
                <a:latin typeface="Courier New" panose="02070309020205020404" pitchFamily="49" charset="0"/>
              </a:rPr>
              <a:t> = [0,0,0,0,0];</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let change = </a:t>
            </a:r>
            <a:r>
              <a:rPr kumimoji="1" lang="en-US" altLang="en-US" sz="1800" b="1" kern="0" dirty="0" err="1">
                <a:solidFill>
                  <a:srgbClr val="000000"/>
                </a:solidFill>
                <a:latin typeface="Courier New" panose="02070309020205020404" pitchFamily="49" charset="0"/>
              </a:rPr>
              <a:t>originalArray.with</a:t>
            </a:r>
            <a:r>
              <a:rPr kumimoji="1" lang="en-US" altLang="en-US" sz="1800" b="1" kern="0" dirty="0">
                <a:solidFill>
                  <a:srgbClr val="000000"/>
                </a:solidFill>
                <a:latin typeface="Courier New" panose="02070309020205020404" pitchFamily="49" charset="0"/>
              </a:rPr>
              <a:t>(2,5);</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console.log(</a:t>
            </a:r>
            <a:r>
              <a:rPr kumimoji="1" lang="en-US" altLang="en-US" sz="1800" b="1" kern="0" dirty="0" err="1">
                <a:solidFill>
                  <a:srgbClr val="000000"/>
                </a:solidFill>
                <a:latin typeface="Courier New" panose="02070309020205020404" pitchFamily="49" charset="0"/>
              </a:rPr>
              <a:t>originalArray</a:t>
            </a:r>
            <a:r>
              <a:rPr kumimoji="1" lang="en-US" altLang="en-US" sz="1800" b="1" kern="0" dirty="0">
                <a:solidFill>
                  <a:srgbClr val="000000"/>
                </a:solidFill>
                <a:latin typeface="Courier New" panose="02070309020205020404" pitchFamily="49" charset="0"/>
              </a:rPr>
              <a:t>);</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console.log(change);</a:t>
            </a:r>
          </a:p>
        </p:txBody>
      </p:sp>
    </p:spTree>
    <p:extLst>
      <p:ext uri="{BB962C8B-B14F-4D97-AF65-F5344CB8AC3E}">
        <p14:creationId xmlns:p14="http://schemas.microsoft.com/office/powerpoint/2010/main" val="24842497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89630-EF49-9056-A907-F6B3D8F51916}"/>
              </a:ext>
            </a:extLst>
          </p:cNvPr>
          <p:cNvSpPr>
            <a:spLocks noGrp="1"/>
          </p:cNvSpPr>
          <p:nvPr>
            <p:ph type="title"/>
          </p:nvPr>
        </p:nvSpPr>
        <p:spPr/>
        <p:txBody>
          <a:bodyPr/>
          <a:lstStyle/>
          <a:p>
            <a:r>
              <a:rPr lang="en-US" dirty="0"/>
              <a:t>Using </a:t>
            </a:r>
            <a:r>
              <a:rPr lang="en-US" dirty="0" err="1"/>
              <a:t>toSorted</a:t>
            </a:r>
            <a:r>
              <a:rPr lang="en-US" dirty="0"/>
              <a:t>() and </a:t>
            </a:r>
            <a:r>
              <a:rPr lang="en-US" dirty="0" err="1"/>
              <a:t>toSliced</a:t>
            </a:r>
            <a:r>
              <a:rPr lang="en-US" dirty="0"/>
              <a:t>()</a:t>
            </a:r>
            <a:endParaRPr lang="en-CA" dirty="0"/>
          </a:p>
        </p:txBody>
      </p:sp>
      <p:sp>
        <p:nvSpPr>
          <p:cNvPr id="3" name="Content Placeholder 2">
            <a:extLst>
              <a:ext uri="{FF2B5EF4-FFF2-40B4-BE49-F238E27FC236}">
                <a16:creationId xmlns:a16="http://schemas.microsoft.com/office/drawing/2014/main" id="{494DC1F9-D623-31BD-49EA-562C8DE8316F}"/>
              </a:ext>
            </a:extLst>
          </p:cNvPr>
          <p:cNvSpPr>
            <a:spLocks noGrp="1"/>
          </p:cNvSpPr>
          <p:nvPr>
            <p:ph idx="1"/>
          </p:nvPr>
        </p:nvSpPr>
        <p:spPr/>
        <p:txBody>
          <a:bodyPr/>
          <a:lstStyle/>
          <a:p>
            <a:endParaRPr lang="en-CA"/>
          </a:p>
        </p:txBody>
      </p:sp>
      <p:sp>
        <p:nvSpPr>
          <p:cNvPr id="4" name="Slide Number Placeholder 3">
            <a:extLst>
              <a:ext uri="{FF2B5EF4-FFF2-40B4-BE49-F238E27FC236}">
                <a16:creationId xmlns:a16="http://schemas.microsoft.com/office/drawing/2014/main" id="{092490E8-3C60-F32A-3D50-AD0DC1B7C737}"/>
              </a:ext>
            </a:extLst>
          </p:cNvPr>
          <p:cNvSpPr>
            <a:spLocks noGrp="1"/>
          </p:cNvSpPr>
          <p:nvPr>
            <p:ph type="sldNum" sz="quarter" idx="12"/>
          </p:nvPr>
        </p:nvSpPr>
        <p:spPr/>
        <p:txBody>
          <a:bodyPr/>
          <a:lstStyle/>
          <a:p>
            <a:fld id="{6B7CECC9-8688-4C14-9F38-24140407CAFB}" type="slidenum">
              <a:rPr lang="en-CA" smtClean="0"/>
              <a:t>54</a:t>
            </a:fld>
            <a:endParaRPr lang="en-CA"/>
          </a:p>
        </p:txBody>
      </p:sp>
      <p:sp>
        <p:nvSpPr>
          <p:cNvPr id="5" name="Text Box 1033">
            <a:extLst>
              <a:ext uri="{FF2B5EF4-FFF2-40B4-BE49-F238E27FC236}">
                <a16:creationId xmlns:a16="http://schemas.microsoft.com/office/drawing/2014/main" id="{52F9BBA7-B486-EED6-AF0E-10B3FC3D2354}"/>
              </a:ext>
            </a:extLst>
          </p:cNvPr>
          <p:cNvSpPr txBox="1">
            <a:spLocks noChangeArrowheads="1"/>
          </p:cNvSpPr>
          <p:nvPr/>
        </p:nvSpPr>
        <p:spPr bwMode="auto">
          <a:xfrm>
            <a:off x="1172442" y="1969969"/>
            <a:ext cx="9854146" cy="3416320"/>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console.log("Using </a:t>
            </a:r>
            <a:r>
              <a:rPr kumimoji="1" lang="en-US" altLang="en-US" sz="1800" b="1" kern="0" dirty="0" err="1">
                <a:solidFill>
                  <a:srgbClr val="000000"/>
                </a:solidFill>
                <a:latin typeface="Courier New" panose="02070309020205020404" pitchFamily="49" charset="0"/>
              </a:rPr>
              <a:t>toSorted</a:t>
            </a:r>
            <a:r>
              <a:rPr kumimoji="1" lang="en-US" altLang="en-US" sz="1800" b="1" kern="0" dirty="0">
                <a:solidFill>
                  <a:srgbClr val="000000"/>
                </a:solidFill>
                <a:latin typeface="Courier New" panose="02070309020205020404" pitchFamily="49" charset="0"/>
              </a:rPr>
              <a:t>");</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let grades = [90,80,70,85,92,100];</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let </a:t>
            </a:r>
            <a:r>
              <a:rPr kumimoji="1" lang="en-US" altLang="en-US" sz="1800" b="1" kern="0" dirty="0" err="1">
                <a:solidFill>
                  <a:srgbClr val="000000"/>
                </a:solidFill>
                <a:latin typeface="Courier New" panose="02070309020205020404" pitchFamily="49" charset="0"/>
              </a:rPr>
              <a:t>sortedGrades</a:t>
            </a:r>
            <a:r>
              <a:rPr kumimoji="1" lang="en-US" altLang="en-US" sz="1800" b="1" kern="0" dirty="0">
                <a:solidFill>
                  <a:srgbClr val="000000"/>
                </a:solidFill>
                <a:latin typeface="Courier New" panose="02070309020205020404" pitchFamily="49" charset="0"/>
              </a:rPr>
              <a:t> = </a:t>
            </a:r>
            <a:r>
              <a:rPr kumimoji="1" lang="en-US" altLang="en-US" sz="1800" b="1" kern="0" dirty="0" err="1">
                <a:solidFill>
                  <a:srgbClr val="000000"/>
                </a:solidFill>
                <a:latin typeface="Courier New" panose="02070309020205020404" pitchFamily="49" charset="0"/>
              </a:rPr>
              <a:t>grades.toSorted</a:t>
            </a:r>
            <a:r>
              <a:rPr kumimoji="1" lang="en-US" altLang="en-US" sz="1800" b="1" kern="0" dirty="0">
                <a:solidFill>
                  <a:srgbClr val="000000"/>
                </a:solidFill>
                <a:latin typeface="Courier New" panose="02070309020205020404" pitchFamily="49" charset="0"/>
              </a:rPr>
              <a:t>(function(</a:t>
            </a:r>
            <a:r>
              <a:rPr kumimoji="1" lang="en-US" altLang="en-US" sz="1800" b="1" kern="0" dirty="0" err="1">
                <a:solidFill>
                  <a:srgbClr val="000000"/>
                </a:solidFill>
                <a:latin typeface="Courier New" panose="02070309020205020404" pitchFamily="49" charset="0"/>
              </a:rPr>
              <a:t>a,b</a:t>
            </a:r>
            <a:r>
              <a:rPr kumimoji="1" lang="en-US" altLang="en-US" sz="1800" b="1" kern="0" dirty="0">
                <a:solidFill>
                  <a:srgbClr val="000000"/>
                </a:solidFill>
                <a:latin typeface="Courier New" panose="02070309020205020404" pitchFamily="49" charset="0"/>
              </a:rPr>
              <a:t>) {return a-b});</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console.log(`Original Array ${grades}`);</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console.log(`Original Array ${</a:t>
            </a:r>
            <a:r>
              <a:rPr kumimoji="1" lang="en-US" altLang="en-US" sz="1800" b="1" kern="0" dirty="0" err="1">
                <a:solidFill>
                  <a:srgbClr val="000000"/>
                </a:solidFill>
                <a:latin typeface="Courier New" panose="02070309020205020404" pitchFamily="49" charset="0"/>
              </a:rPr>
              <a:t>sortedGrades</a:t>
            </a:r>
            <a:r>
              <a:rPr kumimoji="1" lang="en-US" altLang="en-US" sz="1800" b="1" kern="0" dirty="0">
                <a:solidFill>
                  <a:srgbClr val="000000"/>
                </a:solidFill>
                <a:latin typeface="Courier New" panose="02070309020205020404" pitchFamily="49" charset="0"/>
              </a:rPr>
              <a:t>}`);</a:t>
            </a:r>
          </a:p>
          <a:p>
            <a:pPr lvl="0" eaLnBrk="0" fontAlgn="base" hangingPunct="0">
              <a:spcBef>
                <a:spcPct val="0"/>
              </a:spcBef>
              <a:spcAft>
                <a:spcPct val="0"/>
              </a:spcAft>
              <a:buClrTx/>
              <a:buSzTx/>
              <a:buNone/>
              <a:defRPr/>
            </a:pPr>
            <a:endParaRPr kumimoji="1" lang="en-US" altLang="en-US" sz="1800" b="1" kern="0" dirty="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endParaRPr kumimoji="1" lang="en-US" altLang="en-US" sz="1800" b="1" kern="0" dirty="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let </a:t>
            </a:r>
            <a:r>
              <a:rPr kumimoji="1" lang="en-US" altLang="en-US" sz="1800" b="1" kern="0" dirty="0" err="1">
                <a:solidFill>
                  <a:srgbClr val="000000"/>
                </a:solidFill>
                <a:latin typeface="Courier New" panose="02070309020205020404" pitchFamily="49" charset="0"/>
              </a:rPr>
              <a:t>toSpliceDays</a:t>
            </a:r>
            <a:r>
              <a:rPr kumimoji="1" lang="en-US" altLang="en-US" sz="1800" b="1" kern="0" dirty="0">
                <a:solidFill>
                  <a:srgbClr val="000000"/>
                </a:solidFill>
                <a:latin typeface="Courier New" panose="02070309020205020404" pitchFamily="49" charset="0"/>
              </a:rPr>
              <a:t> =  ["Sun", "Mon", "Tue", "Wed", "Thu", "Fri", "Sat"];</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let </a:t>
            </a:r>
            <a:r>
              <a:rPr kumimoji="1" lang="en-US" altLang="en-US" sz="1800" b="1" kern="0" dirty="0" err="1">
                <a:solidFill>
                  <a:srgbClr val="000000"/>
                </a:solidFill>
                <a:latin typeface="Courier New" panose="02070309020205020404" pitchFamily="49" charset="0"/>
              </a:rPr>
              <a:t>spliceResult</a:t>
            </a:r>
            <a:r>
              <a:rPr kumimoji="1" lang="en-US" altLang="en-US" sz="1800" b="1" kern="0" dirty="0">
                <a:solidFill>
                  <a:srgbClr val="000000"/>
                </a:solidFill>
                <a:latin typeface="Courier New" panose="02070309020205020404" pitchFamily="49" charset="0"/>
              </a:rPr>
              <a:t> = </a:t>
            </a:r>
            <a:r>
              <a:rPr kumimoji="1" lang="en-US" altLang="en-US" sz="1800" b="1" kern="0" dirty="0" err="1">
                <a:solidFill>
                  <a:srgbClr val="000000"/>
                </a:solidFill>
                <a:latin typeface="Courier New" panose="02070309020205020404" pitchFamily="49" charset="0"/>
              </a:rPr>
              <a:t>toSpliceDays.toSpliced</a:t>
            </a:r>
            <a:r>
              <a:rPr kumimoji="1" lang="en-US" altLang="en-US" sz="1800" b="1" kern="0" dirty="0">
                <a:solidFill>
                  <a:srgbClr val="000000"/>
                </a:solidFill>
                <a:latin typeface="Courier New" panose="02070309020205020404" pitchFamily="49" charset="0"/>
              </a:rPr>
              <a:t>(2,2);</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console.log(</a:t>
            </a:r>
            <a:r>
              <a:rPr kumimoji="1" lang="en-US" altLang="en-US" sz="1800" b="1" kern="0" dirty="0" err="1">
                <a:solidFill>
                  <a:srgbClr val="000000"/>
                </a:solidFill>
                <a:latin typeface="Courier New" panose="02070309020205020404" pitchFamily="49" charset="0"/>
              </a:rPr>
              <a:t>toSpliceDays</a:t>
            </a:r>
            <a:r>
              <a:rPr kumimoji="1" lang="en-US" altLang="en-US" sz="1800" b="1" kern="0" dirty="0">
                <a:solidFill>
                  <a:srgbClr val="000000"/>
                </a:solidFill>
                <a:latin typeface="Courier New" panose="02070309020205020404" pitchFamily="49" charset="0"/>
              </a:rPr>
              <a:t>);    </a:t>
            </a:r>
          </a:p>
          <a:p>
            <a:pPr lvl="0" eaLnBrk="0" fontAlgn="base" hangingPunct="0">
              <a:spcBef>
                <a:spcPct val="0"/>
              </a:spcBef>
              <a:spcAft>
                <a:spcPct val="0"/>
              </a:spcAft>
              <a:buClrTx/>
              <a:buSzTx/>
              <a:buNone/>
              <a:defRPr/>
            </a:pPr>
            <a:r>
              <a:rPr kumimoji="1" lang="en-US" altLang="en-US" sz="1800" b="1" kern="0" dirty="0">
                <a:solidFill>
                  <a:srgbClr val="000000"/>
                </a:solidFill>
                <a:latin typeface="Courier New" panose="02070309020205020404" pitchFamily="49" charset="0"/>
              </a:rPr>
              <a:t>console.log(</a:t>
            </a:r>
            <a:r>
              <a:rPr kumimoji="1" lang="en-US" altLang="en-US" sz="1800" b="1" kern="0" dirty="0" err="1">
                <a:solidFill>
                  <a:srgbClr val="000000"/>
                </a:solidFill>
                <a:latin typeface="Courier New" panose="02070309020205020404" pitchFamily="49" charset="0"/>
              </a:rPr>
              <a:t>spliceResult</a:t>
            </a:r>
            <a:r>
              <a:rPr kumimoji="1" lang="en-US" altLang="en-US" sz="1800" b="1" kern="0" dirty="0">
                <a:solidFill>
                  <a:srgbClr val="000000"/>
                </a:solidFill>
                <a:latin typeface="Courier New" panose="02070309020205020404" pitchFamily="49" charset="0"/>
              </a:rPr>
              <a:t>); </a:t>
            </a:r>
          </a:p>
          <a:p>
            <a:pPr lvl="0" eaLnBrk="0" fontAlgn="base" hangingPunct="0">
              <a:spcBef>
                <a:spcPct val="0"/>
              </a:spcBef>
              <a:spcAft>
                <a:spcPct val="0"/>
              </a:spcAft>
              <a:buClrTx/>
              <a:buSzTx/>
              <a:buNone/>
              <a:defRPr/>
            </a:pPr>
            <a:endParaRPr kumimoji="1" lang="en-US" altLang="en-US" sz="1800" b="1" kern="0"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310083959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B557B-B2FD-CBAE-5026-9889241F3A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C03E76-4A4B-D336-0031-368C687B19D4}"/>
              </a:ext>
            </a:extLst>
          </p:cNvPr>
          <p:cNvSpPr>
            <a:spLocks noGrp="1"/>
          </p:cNvSpPr>
          <p:nvPr>
            <p:ph type="ctrTitle"/>
          </p:nvPr>
        </p:nvSpPr>
        <p:spPr/>
        <p:txBody>
          <a:bodyPr/>
          <a:lstStyle/>
          <a:p>
            <a:r>
              <a:rPr lang="en-CA" dirty="0"/>
              <a:t>08_functions</a:t>
            </a:r>
          </a:p>
        </p:txBody>
      </p:sp>
      <p:sp>
        <p:nvSpPr>
          <p:cNvPr id="3" name="Subtitle 2">
            <a:extLst>
              <a:ext uri="{FF2B5EF4-FFF2-40B4-BE49-F238E27FC236}">
                <a16:creationId xmlns:a16="http://schemas.microsoft.com/office/drawing/2014/main" id="{AC6FCF36-9BA3-ABCC-C151-D6D5B784F40C}"/>
              </a:ext>
            </a:extLst>
          </p:cNvPr>
          <p:cNvSpPr>
            <a:spLocks noGrp="1"/>
          </p:cNvSpPr>
          <p:nvPr>
            <p:ph type="subTitle" idx="1"/>
          </p:nvPr>
        </p:nvSpPr>
        <p:spPr/>
        <p:txBody>
          <a:bodyPr/>
          <a:lstStyle/>
          <a:p>
            <a:endParaRPr lang="en-CA"/>
          </a:p>
        </p:txBody>
      </p:sp>
      <p:sp>
        <p:nvSpPr>
          <p:cNvPr id="4" name="Slide Number Placeholder 3">
            <a:extLst>
              <a:ext uri="{FF2B5EF4-FFF2-40B4-BE49-F238E27FC236}">
                <a16:creationId xmlns:a16="http://schemas.microsoft.com/office/drawing/2014/main" id="{949BF1D3-0024-786F-31EC-BB3CD757418F}"/>
              </a:ext>
            </a:extLst>
          </p:cNvPr>
          <p:cNvSpPr>
            <a:spLocks noGrp="1"/>
          </p:cNvSpPr>
          <p:nvPr>
            <p:ph type="sldNum" sz="quarter" idx="12"/>
          </p:nvPr>
        </p:nvSpPr>
        <p:spPr/>
        <p:txBody>
          <a:bodyPr/>
          <a:lstStyle/>
          <a:p>
            <a:fld id="{6B7CECC9-8688-4C14-9F38-24140407CAFB}" type="slidenum">
              <a:rPr lang="en-CA" smtClean="0"/>
              <a:t>55</a:t>
            </a:fld>
            <a:endParaRPr lang="en-CA"/>
          </a:p>
        </p:txBody>
      </p:sp>
    </p:spTree>
    <p:extLst>
      <p:ext uri="{BB962C8B-B14F-4D97-AF65-F5344CB8AC3E}">
        <p14:creationId xmlns:p14="http://schemas.microsoft.com/office/powerpoint/2010/main" val="270204043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CC168-034E-4E53-AB2C-79AA0AE2CE06}"/>
              </a:ext>
            </a:extLst>
          </p:cNvPr>
          <p:cNvSpPr>
            <a:spLocks noGrp="1"/>
          </p:cNvSpPr>
          <p:nvPr>
            <p:ph type="title"/>
          </p:nvPr>
        </p:nvSpPr>
        <p:spPr/>
        <p:txBody>
          <a:bodyPr/>
          <a:lstStyle/>
          <a:p>
            <a:r>
              <a:rPr lang="en-CA"/>
              <a:t>Rest Parameters</a:t>
            </a:r>
          </a:p>
        </p:txBody>
      </p:sp>
      <p:sp>
        <p:nvSpPr>
          <p:cNvPr id="3" name="Content Placeholder 2">
            <a:extLst>
              <a:ext uri="{FF2B5EF4-FFF2-40B4-BE49-F238E27FC236}">
                <a16:creationId xmlns:a16="http://schemas.microsoft.com/office/drawing/2014/main" id="{DB063502-B8DD-4378-B264-F45D7EC3D6B4}"/>
              </a:ext>
            </a:extLst>
          </p:cNvPr>
          <p:cNvSpPr>
            <a:spLocks noGrp="1"/>
          </p:cNvSpPr>
          <p:nvPr>
            <p:ph idx="1"/>
          </p:nvPr>
        </p:nvSpPr>
        <p:spPr/>
        <p:txBody>
          <a:bodyPr/>
          <a:lstStyle/>
          <a:p>
            <a:r>
              <a:rPr lang="en-US"/>
              <a:t>Represent an indefinite number of arguments as an array</a:t>
            </a:r>
          </a:p>
          <a:p>
            <a:pPr lvl="1"/>
            <a:r>
              <a:rPr lang="en-US"/>
              <a:t>Collects multiple elements and "condenses" them into a single array</a:t>
            </a:r>
          </a:p>
          <a:p>
            <a:pPr lvl="1"/>
            <a:r>
              <a:rPr lang="en-US"/>
              <a:t>Syntax</a:t>
            </a:r>
          </a:p>
          <a:p>
            <a:pPr lvl="1"/>
            <a:endParaRPr lang="en-US"/>
          </a:p>
          <a:p>
            <a:pPr lvl="1"/>
            <a:endParaRPr lang="en-US"/>
          </a:p>
          <a:p>
            <a:pPr lvl="1"/>
            <a:endParaRPr lang="en-US"/>
          </a:p>
          <a:p>
            <a:pPr lvl="2"/>
            <a:r>
              <a:rPr lang="en-US"/>
              <a:t>The rest of the parameters can be included in the function definition by using three dots ... followed by the name of the array that will contain them. The dots literally mean “gather the remaining parameters into an array”</a:t>
            </a:r>
          </a:p>
          <a:p>
            <a:pPr lvl="3"/>
            <a:r>
              <a:rPr lang="en-US"/>
              <a:t>Only the last parameter can be a “rest parameter”</a:t>
            </a:r>
          </a:p>
          <a:p>
            <a:pPr lvl="3"/>
            <a:r>
              <a:rPr lang="en-US"/>
              <a:t>This will cause all the remaining params (user supplied) to be placed in a standard JS array</a:t>
            </a:r>
          </a:p>
          <a:p>
            <a:pPr lvl="1"/>
            <a:endParaRPr lang="en-US"/>
          </a:p>
        </p:txBody>
      </p:sp>
      <p:sp>
        <p:nvSpPr>
          <p:cNvPr id="4" name="Text Box 1033">
            <a:extLst>
              <a:ext uri="{FF2B5EF4-FFF2-40B4-BE49-F238E27FC236}">
                <a16:creationId xmlns:a16="http://schemas.microsoft.com/office/drawing/2014/main" id="{0057D8CD-F77E-4C42-8FA4-7971650DFF43}"/>
              </a:ext>
            </a:extLst>
          </p:cNvPr>
          <p:cNvSpPr txBox="1">
            <a:spLocks noChangeArrowheads="1"/>
          </p:cNvSpPr>
          <p:nvPr/>
        </p:nvSpPr>
        <p:spPr bwMode="auto">
          <a:xfrm>
            <a:off x="2922406" y="3227026"/>
            <a:ext cx="5792616" cy="923330"/>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1" lang="en-US" altLang="en-US" sz="1800" b="1" kern="0">
                <a:solidFill>
                  <a:srgbClr val="000000"/>
                </a:solidFill>
                <a:latin typeface="Courier New" panose="02070309020205020404" pitchFamily="49" charset="0"/>
              </a:rPr>
              <a:t>function </a:t>
            </a:r>
            <a:r>
              <a:rPr kumimoji="1" lang="en-US" altLang="en-US" sz="1800" b="1" kern="0" err="1">
                <a:solidFill>
                  <a:srgbClr val="000000"/>
                </a:solidFill>
                <a:latin typeface="Courier New" panose="02070309020205020404" pitchFamily="49" charset="0"/>
              </a:rPr>
              <a:t>nameOfFunction</a:t>
            </a:r>
            <a:r>
              <a:rPr kumimoji="1" lang="en-US" altLang="en-US" sz="1800" b="1" kern="0">
                <a:solidFill>
                  <a:srgbClr val="000000"/>
                </a:solidFill>
                <a:latin typeface="Courier New" panose="02070309020205020404" pitchFamily="49" charset="0"/>
              </a:rPr>
              <a:t>(</a:t>
            </a:r>
            <a:r>
              <a:rPr kumimoji="1" lang="en-US" altLang="en-US" sz="1800" b="1" kern="0" err="1">
                <a:solidFill>
                  <a:srgbClr val="000000"/>
                </a:solidFill>
                <a:latin typeface="Courier New" panose="02070309020205020404" pitchFamily="49" charset="0"/>
              </a:rPr>
              <a:t>a,b</a:t>
            </a:r>
            <a:r>
              <a:rPr kumimoji="1" lang="en-US" altLang="en-US" sz="1800" b="1" kern="0">
                <a:solidFill>
                  <a:srgbClr val="000000"/>
                </a:solidFill>
                <a:latin typeface="Courier New" panose="02070309020205020404" pitchFamily="49" charset="0"/>
              </a:rPr>
              <a:t>, ...params) {</a:t>
            </a:r>
          </a:p>
          <a:p>
            <a:pPr marL="0" marR="0" lvl="0" indent="0" defTabSz="914400" eaLnBrk="0" fontAlgn="base" latinLnBrk="0" hangingPunct="0">
              <a:lnSpc>
                <a:spcPct val="100000"/>
              </a:lnSpc>
              <a:spcBef>
                <a:spcPct val="0"/>
              </a:spcBef>
              <a:spcAft>
                <a:spcPct val="0"/>
              </a:spcAft>
              <a:buClrTx/>
              <a:buSzTx/>
              <a:buFontTx/>
              <a:buNone/>
              <a:tabLst/>
              <a:defRPr/>
            </a:pPr>
            <a:r>
              <a:rPr kumimoji="1" lang="en-US" altLang="en-US" sz="1800" b="1" kern="0">
                <a:solidFill>
                  <a:srgbClr val="000000"/>
                </a:solidFill>
                <a:latin typeface="Courier New" panose="02070309020205020404" pitchFamily="49" charset="0"/>
              </a:rPr>
              <a:t>	. . .</a:t>
            </a:r>
          </a:p>
          <a:p>
            <a:pPr marL="0" marR="0" lvl="0" indent="0" defTabSz="914400" eaLnBrk="0" fontAlgn="base" latinLnBrk="0" hangingPunct="0">
              <a:lnSpc>
                <a:spcPct val="100000"/>
              </a:lnSpc>
              <a:spcBef>
                <a:spcPct val="0"/>
              </a:spcBef>
              <a:spcAft>
                <a:spcPct val="0"/>
              </a:spcAft>
              <a:buClrTx/>
              <a:buSzTx/>
              <a:buFontTx/>
              <a:buNone/>
              <a:tabLst/>
              <a:defRPr/>
            </a:pPr>
            <a:r>
              <a:rPr kumimoji="1" lang="en-US" altLang="en-US" sz="1800" b="1" kern="0">
                <a:solidFill>
                  <a:srgbClr val="000000"/>
                </a:solidFill>
                <a:latin typeface="Courier New" panose="02070309020205020404" pitchFamily="49" charset="0"/>
              </a:rPr>
              <a:t>}</a:t>
            </a:r>
          </a:p>
        </p:txBody>
      </p:sp>
      <p:sp>
        <p:nvSpPr>
          <p:cNvPr id="5" name="Slide Number Placeholder 4">
            <a:extLst>
              <a:ext uri="{FF2B5EF4-FFF2-40B4-BE49-F238E27FC236}">
                <a16:creationId xmlns:a16="http://schemas.microsoft.com/office/drawing/2014/main" id="{47CAE07D-C6DD-402F-8ABC-658A0FF839E6}"/>
              </a:ext>
            </a:extLst>
          </p:cNvPr>
          <p:cNvSpPr>
            <a:spLocks noGrp="1"/>
          </p:cNvSpPr>
          <p:nvPr>
            <p:ph type="sldNum" sz="quarter" idx="12"/>
          </p:nvPr>
        </p:nvSpPr>
        <p:spPr/>
        <p:txBody>
          <a:bodyPr/>
          <a:lstStyle/>
          <a:p>
            <a:fld id="{6B7CECC9-8688-4C14-9F38-24140407CAFB}" type="slidenum">
              <a:rPr lang="en-CA" smtClean="0"/>
              <a:t>56</a:t>
            </a:fld>
            <a:endParaRPr lang="en-CA"/>
          </a:p>
        </p:txBody>
      </p:sp>
    </p:spTree>
    <p:extLst>
      <p:ext uri="{BB962C8B-B14F-4D97-AF65-F5344CB8AC3E}">
        <p14:creationId xmlns:p14="http://schemas.microsoft.com/office/powerpoint/2010/main" val="184788715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82384-3C89-44D3-8E35-10C34EA30CF3}"/>
              </a:ext>
            </a:extLst>
          </p:cNvPr>
          <p:cNvSpPr>
            <a:spLocks noGrp="1"/>
          </p:cNvSpPr>
          <p:nvPr>
            <p:ph type="title"/>
          </p:nvPr>
        </p:nvSpPr>
        <p:spPr/>
        <p:txBody>
          <a:bodyPr/>
          <a:lstStyle/>
          <a:p>
            <a:r>
              <a:rPr lang="en-CA" dirty="0"/>
              <a:t>Rest Parameters – An Example</a:t>
            </a:r>
          </a:p>
        </p:txBody>
      </p:sp>
      <p:sp>
        <p:nvSpPr>
          <p:cNvPr id="3" name="Content Placeholder 2">
            <a:extLst>
              <a:ext uri="{FF2B5EF4-FFF2-40B4-BE49-F238E27FC236}">
                <a16:creationId xmlns:a16="http://schemas.microsoft.com/office/drawing/2014/main" id="{AF916598-067C-4CDD-B11E-F8063CDA56F1}"/>
              </a:ext>
            </a:extLst>
          </p:cNvPr>
          <p:cNvSpPr>
            <a:spLocks noGrp="1"/>
          </p:cNvSpPr>
          <p:nvPr>
            <p:ph idx="1"/>
          </p:nvPr>
        </p:nvSpPr>
        <p:spPr/>
        <p:txBody>
          <a:bodyPr/>
          <a:lstStyle/>
          <a:p>
            <a:endParaRPr lang="en-CA"/>
          </a:p>
        </p:txBody>
      </p:sp>
      <p:sp>
        <p:nvSpPr>
          <p:cNvPr id="4" name="Text Box 1033">
            <a:extLst>
              <a:ext uri="{FF2B5EF4-FFF2-40B4-BE49-F238E27FC236}">
                <a16:creationId xmlns:a16="http://schemas.microsoft.com/office/drawing/2014/main" id="{38EBE2A6-0506-4008-BF40-421C5474F694}"/>
              </a:ext>
            </a:extLst>
          </p:cNvPr>
          <p:cNvSpPr txBox="1">
            <a:spLocks noChangeArrowheads="1"/>
          </p:cNvSpPr>
          <p:nvPr/>
        </p:nvSpPr>
        <p:spPr bwMode="auto">
          <a:xfrm>
            <a:off x="1584218" y="2417161"/>
            <a:ext cx="9023564" cy="3693319"/>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function </a:t>
            </a:r>
            <a:r>
              <a:rPr kumimoji="1" lang="en-US" altLang="en-US" sz="1800" b="1" kern="0" err="1">
                <a:solidFill>
                  <a:srgbClr val="000000"/>
                </a:solidFill>
                <a:latin typeface="Courier New" panose="02070309020205020404" pitchFamily="49" charset="0"/>
              </a:rPr>
              <a:t>computeGrossPay</a:t>
            </a:r>
            <a:r>
              <a:rPr kumimoji="1" lang="en-US" altLang="en-US" sz="1800" b="1" kern="0">
                <a:solidFill>
                  <a:srgbClr val="000000"/>
                </a:solidFill>
                <a:latin typeface="Courier New" panose="02070309020205020404" pitchFamily="49" charset="0"/>
              </a:rPr>
              <a:t>(rate, ...hours) {</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    console.log(`Length of Hours : ${</a:t>
            </a:r>
            <a:r>
              <a:rPr kumimoji="1" lang="en-US" altLang="en-US" sz="1800" b="1" kern="0" err="1">
                <a:solidFill>
                  <a:srgbClr val="000000"/>
                </a:solidFill>
                <a:latin typeface="Courier New" panose="02070309020205020404" pitchFamily="49" charset="0"/>
              </a:rPr>
              <a:t>hours.length</a:t>
            </a:r>
            <a:r>
              <a:rPr kumimoji="1" lang="en-US" altLang="en-US" sz="1800" b="1" kern="0">
                <a:solidFill>
                  <a:srgbClr val="000000"/>
                </a:solidFill>
                <a:latin typeface="Courier New" panose="02070309020205020404" pitchFamily="49" charset="0"/>
              </a:rPr>
              <a:t>}`);</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    let sum = 0;</a:t>
            </a:r>
          </a:p>
          <a:p>
            <a:pPr lvl="0" eaLnBrk="0" fontAlgn="base" hangingPunct="0">
              <a:spcBef>
                <a:spcPct val="0"/>
              </a:spcBef>
              <a:spcAft>
                <a:spcPct val="0"/>
              </a:spcAft>
              <a:buClrTx/>
              <a:buSzTx/>
              <a:buNone/>
              <a:defRPr/>
            </a:pPr>
            <a:endParaRPr kumimoji="1" lang="en-US" altLang="en-US" sz="1800" b="1" kern="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    let </a:t>
            </a:r>
            <a:r>
              <a:rPr kumimoji="1" lang="en-US" altLang="en-US" sz="1800" b="1" kern="0" err="1">
                <a:solidFill>
                  <a:srgbClr val="000000"/>
                </a:solidFill>
                <a:latin typeface="Courier New" panose="02070309020205020404" pitchFamily="49" charset="0"/>
              </a:rPr>
              <a:t>totalHours</a:t>
            </a:r>
            <a:r>
              <a:rPr kumimoji="1" lang="en-US" altLang="en-US" sz="1800" b="1" kern="0">
                <a:solidFill>
                  <a:srgbClr val="000000"/>
                </a:solidFill>
                <a:latin typeface="Courier New" panose="02070309020205020404" pitchFamily="49" charset="0"/>
              </a:rPr>
              <a:t> = </a:t>
            </a:r>
            <a:r>
              <a:rPr kumimoji="1" lang="en-US" altLang="en-US" sz="1800" b="1" kern="0" err="1">
                <a:solidFill>
                  <a:srgbClr val="000000"/>
                </a:solidFill>
                <a:latin typeface="Courier New" panose="02070309020205020404" pitchFamily="49" charset="0"/>
              </a:rPr>
              <a:t>hours.reduce</a:t>
            </a:r>
            <a:r>
              <a:rPr kumimoji="1" lang="en-US" altLang="en-US" sz="1800" b="1" kern="0">
                <a:solidFill>
                  <a:srgbClr val="000000"/>
                </a:solidFill>
                <a:latin typeface="Courier New" panose="02070309020205020404" pitchFamily="49" charset="0"/>
              </a:rPr>
              <a:t>((</a:t>
            </a:r>
            <a:r>
              <a:rPr kumimoji="1" lang="en-US" altLang="en-US" sz="1800" b="1" kern="0" err="1">
                <a:solidFill>
                  <a:srgbClr val="000000"/>
                </a:solidFill>
                <a:latin typeface="Courier New" panose="02070309020205020404" pitchFamily="49" charset="0"/>
              </a:rPr>
              <a:t>totalHours</a:t>
            </a:r>
            <a:r>
              <a:rPr kumimoji="1" lang="en-US" altLang="en-US" sz="1800" b="1" kern="0">
                <a:solidFill>
                  <a:srgbClr val="000000"/>
                </a:solidFill>
                <a:latin typeface="Courier New" panose="02070309020205020404" pitchFamily="49" charset="0"/>
              </a:rPr>
              <a:t> , hour) =&gt;</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        </a:t>
            </a:r>
            <a:r>
              <a:rPr kumimoji="1" lang="en-US" altLang="en-US" sz="1800" b="1" kern="0" err="1">
                <a:solidFill>
                  <a:srgbClr val="000000"/>
                </a:solidFill>
                <a:latin typeface="Courier New" panose="02070309020205020404" pitchFamily="49" charset="0"/>
              </a:rPr>
              <a:t>totalHours</a:t>
            </a:r>
            <a:r>
              <a:rPr kumimoji="1" lang="en-US" altLang="en-US" sz="1800" b="1" kern="0">
                <a:solidFill>
                  <a:srgbClr val="000000"/>
                </a:solidFill>
                <a:latin typeface="Courier New" panose="02070309020205020404" pitchFamily="49" charset="0"/>
              </a:rPr>
              <a:t> + hour, 0.0);</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    let </a:t>
            </a:r>
            <a:r>
              <a:rPr kumimoji="1" lang="en-US" altLang="en-US" sz="1800" b="1" kern="0" err="1">
                <a:solidFill>
                  <a:srgbClr val="000000"/>
                </a:solidFill>
                <a:latin typeface="Courier New" panose="02070309020205020404" pitchFamily="49" charset="0"/>
              </a:rPr>
              <a:t>grossPay</a:t>
            </a:r>
            <a:r>
              <a:rPr kumimoji="1" lang="en-US" altLang="en-US" sz="1800" b="1" kern="0">
                <a:solidFill>
                  <a:srgbClr val="000000"/>
                </a:solidFill>
                <a:latin typeface="Courier New" panose="02070309020205020404" pitchFamily="49" charset="0"/>
              </a:rPr>
              <a:t> = rate * </a:t>
            </a:r>
            <a:r>
              <a:rPr kumimoji="1" lang="en-US" altLang="en-US" sz="1800" b="1" kern="0" err="1">
                <a:solidFill>
                  <a:srgbClr val="000000"/>
                </a:solidFill>
                <a:latin typeface="Courier New" panose="02070309020205020404" pitchFamily="49" charset="0"/>
              </a:rPr>
              <a:t>totalHours</a:t>
            </a:r>
            <a:r>
              <a:rPr kumimoji="1" lang="en-US" altLang="en-US" sz="1800" b="1" kern="0">
                <a:solidFill>
                  <a:srgbClr val="000000"/>
                </a:solidFill>
                <a:latin typeface="Courier New" panose="02070309020205020404" pitchFamily="49" charset="0"/>
              </a:rPr>
              <a:t>;</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    return </a:t>
            </a:r>
            <a:r>
              <a:rPr kumimoji="1" lang="en-US" altLang="en-US" sz="1800" b="1" kern="0" err="1">
                <a:solidFill>
                  <a:srgbClr val="000000"/>
                </a:solidFill>
                <a:latin typeface="Courier New" panose="02070309020205020404" pitchFamily="49" charset="0"/>
              </a:rPr>
              <a:t>grossPay</a:t>
            </a:r>
            <a:r>
              <a:rPr kumimoji="1" lang="en-US" altLang="en-US" sz="1800" b="1" kern="0">
                <a:solidFill>
                  <a:srgbClr val="000000"/>
                </a:solidFill>
                <a:latin typeface="Courier New" panose="02070309020205020404" pitchFamily="49" charset="0"/>
              </a:rPr>
              <a:t>;</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a:t>
            </a:r>
          </a:p>
          <a:p>
            <a:pPr lvl="0" eaLnBrk="0" fontAlgn="base" hangingPunct="0">
              <a:spcBef>
                <a:spcPct val="0"/>
              </a:spcBef>
              <a:spcAft>
                <a:spcPct val="0"/>
              </a:spcAft>
              <a:buClrTx/>
              <a:buSzTx/>
              <a:buNone/>
              <a:defRPr/>
            </a:pPr>
            <a:endParaRPr kumimoji="1" lang="en-US" altLang="en-US" sz="1800" b="1" kern="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endParaRPr kumimoji="1" lang="en-US" altLang="en-US" sz="1800" b="1" kern="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let </a:t>
            </a:r>
            <a:r>
              <a:rPr kumimoji="1" lang="en-US" altLang="en-US" sz="1800" b="1" kern="0" err="1">
                <a:solidFill>
                  <a:srgbClr val="000000"/>
                </a:solidFill>
                <a:latin typeface="Courier New" panose="02070309020205020404" pitchFamily="49" charset="0"/>
              </a:rPr>
              <a:t>grossPay</a:t>
            </a:r>
            <a:r>
              <a:rPr kumimoji="1" lang="en-US" altLang="en-US" sz="1800" b="1" kern="0">
                <a:solidFill>
                  <a:srgbClr val="000000"/>
                </a:solidFill>
                <a:latin typeface="Courier New" panose="02070309020205020404" pitchFamily="49" charset="0"/>
              </a:rPr>
              <a:t> = </a:t>
            </a:r>
            <a:r>
              <a:rPr kumimoji="1" lang="en-US" altLang="en-US" sz="1800" b="1" kern="0" err="1">
                <a:solidFill>
                  <a:srgbClr val="000000"/>
                </a:solidFill>
                <a:latin typeface="Courier New" panose="02070309020205020404" pitchFamily="49" charset="0"/>
              </a:rPr>
              <a:t>computeGrossPay</a:t>
            </a:r>
            <a:r>
              <a:rPr kumimoji="1" lang="en-US" altLang="en-US" sz="1800" b="1" kern="0">
                <a:solidFill>
                  <a:srgbClr val="000000"/>
                </a:solidFill>
                <a:latin typeface="Courier New" panose="02070309020205020404" pitchFamily="49" charset="0"/>
              </a:rPr>
              <a:t>(15.25, 8.5, 2, 10 );</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a:t>
            </a:r>
            <a:r>
              <a:rPr kumimoji="1" lang="en-US" altLang="en-US" sz="1800" b="1" kern="0" err="1">
                <a:solidFill>
                  <a:srgbClr val="000000"/>
                </a:solidFill>
                <a:latin typeface="Courier New" panose="02070309020205020404" pitchFamily="49" charset="0"/>
              </a:rPr>
              <a:t>GrossPay</a:t>
            </a:r>
            <a:r>
              <a:rPr kumimoji="1" lang="en-US" altLang="en-US" sz="1800" b="1" kern="0">
                <a:solidFill>
                  <a:srgbClr val="000000"/>
                </a:solidFill>
                <a:latin typeface="Courier New" panose="02070309020205020404" pitchFamily="49" charset="0"/>
              </a:rPr>
              <a:t> is $${</a:t>
            </a:r>
            <a:r>
              <a:rPr kumimoji="1" lang="en-US" altLang="en-US" sz="1800" b="1" kern="0" err="1">
                <a:solidFill>
                  <a:srgbClr val="000000"/>
                </a:solidFill>
                <a:latin typeface="Courier New" panose="02070309020205020404" pitchFamily="49" charset="0"/>
              </a:rPr>
              <a:t>grossPay</a:t>
            </a:r>
            <a:r>
              <a:rPr kumimoji="1" lang="en-US" altLang="en-US" sz="1800" b="1" kern="0">
                <a:solidFill>
                  <a:srgbClr val="000000"/>
                </a:solidFill>
                <a:latin typeface="Courier New" panose="02070309020205020404" pitchFamily="49" charset="0"/>
              </a:rPr>
              <a:t>}`);</a:t>
            </a:r>
          </a:p>
        </p:txBody>
      </p:sp>
      <p:sp>
        <p:nvSpPr>
          <p:cNvPr id="6" name="Arrow: Left 5">
            <a:extLst>
              <a:ext uri="{FF2B5EF4-FFF2-40B4-BE49-F238E27FC236}">
                <a16:creationId xmlns:a16="http://schemas.microsoft.com/office/drawing/2014/main" id="{4FCEC5D7-EA29-4F73-870A-CF93EAA4A7EA}"/>
              </a:ext>
            </a:extLst>
          </p:cNvPr>
          <p:cNvSpPr/>
          <p:nvPr/>
        </p:nvSpPr>
        <p:spPr>
          <a:xfrm rot="16200000">
            <a:off x="6479910" y="2063319"/>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TextBox 6">
            <a:extLst>
              <a:ext uri="{FF2B5EF4-FFF2-40B4-BE49-F238E27FC236}">
                <a16:creationId xmlns:a16="http://schemas.microsoft.com/office/drawing/2014/main" id="{2ED2C9C9-B38F-4C64-A121-05A0D186BB6B}"/>
              </a:ext>
            </a:extLst>
          </p:cNvPr>
          <p:cNvSpPr txBox="1"/>
          <p:nvPr/>
        </p:nvSpPr>
        <p:spPr>
          <a:xfrm>
            <a:off x="6973242" y="1936727"/>
            <a:ext cx="1724710" cy="369332"/>
          </a:xfrm>
          <a:prstGeom prst="rect">
            <a:avLst/>
          </a:prstGeom>
          <a:noFill/>
        </p:spPr>
        <p:txBody>
          <a:bodyPr wrap="square" rtlCol="0">
            <a:spAutoFit/>
          </a:bodyPr>
          <a:lstStyle/>
          <a:p>
            <a:r>
              <a:rPr lang="en-CA" b="1">
                <a:solidFill>
                  <a:srgbClr val="FF0000"/>
                </a:solidFill>
              </a:rPr>
              <a:t>Rest Parameters</a:t>
            </a:r>
          </a:p>
        </p:txBody>
      </p:sp>
      <p:sp>
        <p:nvSpPr>
          <p:cNvPr id="8" name="Arrow: Left 7">
            <a:extLst>
              <a:ext uri="{FF2B5EF4-FFF2-40B4-BE49-F238E27FC236}">
                <a16:creationId xmlns:a16="http://schemas.microsoft.com/office/drawing/2014/main" id="{7A7F07A7-1B59-4D2F-AC0F-5D1B4EC747D2}"/>
              </a:ext>
            </a:extLst>
          </p:cNvPr>
          <p:cNvSpPr/>
          <p:nvPr/>
        </p:nvSpPr>
        <p:spPr>
          <a:xfrm rot="16200000">
            <a:off x="5616237" y="3164044"/>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TextBox 8">
            <a:extLst>
              <a:ext uri="{FF2B5EF4-FFF2-40B4-BE49-F238E27FC236}">
                <a16:creationId xmlns:a16="http://schemas.microsoft.com/office/drawing/2014/main" id="{14161AAB-13EA-4D2D-B961-3C3B82362D9F}"/>
              </a:ext>
            </a:extLst>
          </p:cNvPr>
          <p:cNvSpPr txBox="1"/>
          <p:nvPr/>
        </p:nvSpPr>
        <p:spPr>
          <a:xfrm>
            <a:off x="6032330" y="3014078"/>
            <a:ext cx="3524944" cy="646331"/>
          </a:xfrm>
          <a:prstGeom prst="rect">
            <a:avLst/>
          </a:prstGeom>
          <a:noFill/>
        </p:spPr>
        <p:txBody>
          <a:bodyPr wrap="square" rtlCol="0">
            <a:spAutoFit/>
          </a:bodyPr>
          <a:lstStyle/>
          <a:p>
            <a:r>
              <a:rPr lang="en-CA" b="1">
                <a:solidFill>
                  <a:srgbClr val="FF0000"/>
                </a:solidFill>
              </a:rPr>
              <a:t>Use reduce() method to get the sum of all the hours (array)</a:t>
            </a:r>
          </a:p>
        </p:txBody>
      </p:sp>
      <p:sp>
        <p:nvSpPr>
          <p:cNvPr id="10" name="Rectangle: Rounded Corners 9">
            <a:extLst>
              <a:ext uri="{FF2B5EF4-FFF2-40B4-BE49-F238E27FC236}">
                <a16:creationId xmlns:a16="http://schemas.microsoft.com/office/drawing/2014/main" id="{28BB8542-0F27-4083-8B68-1BAD804F4E2B}"/>
              </a:ext>
            </a:extLst>
          </p:cNvPr>
          <p:cNvSpPr/>
          <p:nvPr/>
        </p:nvSpPr>
        <p:spPr>
          <a:xfrm>
            <a:off x="6735337" y="5397190"/>
            <a:ext cx="1538868" cy="36799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 name="Arrow: Left 10">
            <a:extLst>
              <a:ext uri="{FF2B5EF4-FFF2-40B4-BE49-F238E27FC236}">
                <a16:creationId xmlns:a16="http://schemas.microsoft.com/office/drawing/2014/main" id="{8D1E78ED-009D-4F86-934E-A55338D70A3D}"/>
              </a:ext>
            </a:extLst>
          </p:cNvPr>
          <p:cNvSpPr/>
          <p:nvPr/>
        </p:nvSpPr>
        <p:spPr>
          <a:xfrm rot="16200000">
            <a:off x="6977997" y="4836252"/>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TextBox 11">
            <a:extLst>
              <a:ext uri="{FF2B5EF4-FFF2-40B4-BE49-F238E27FC236}">
                <a16:creationId xmlns:a16="http://schemas.microsoft.com/office/drawing/2014/main" id="{08042711-6D4B-4140-9AB1-AEE476F21264}"/>
              </a:ext>
            </a:extLst>
          </p:cNvPr>
          <p:cNvSpPr txBox="1"/>
          <p:nvPr/>
        </p:nvSpPr>
        <p:spPr>
          <a:xfrm>
            <a:off x="7471329" y="4709660"/>
            <a:ext cx="1724710" cy="369332"/>
          </a:xfrm>
          <a:prstGeom prst="rect">
            <a:avLst/>
          </a:prstGeom>
          <a:noFill/>
        </p:spPr>
        <p:txBody>
          <a:bodyPr wrap="square" rtlCol="0">
            <a:spAutoFit/>
          </a:bodyPr>
          <a:lstStyle/>
          <a:p>
            <a:r>
              <a:rPr lang="en-CA" b="1">
                <a:solidFill>
                  <a:srgbClr val="FF0000"/>
                </a:solidFill>
              </a:rPr>
              <a:t>Rest Parameters</a:t>
            </a:r>
          </a:p>
        </p:txBody>
      </p:sp>
      <p:sp>
        <p:nvSpPr>
          <p:cNvPr id="5" name="Slide Number Placeholder 4">
            <a:extLst>
              <a:ext uri="{FF2B5EF4-FFF2-40B4-BE49-F238E27FC236}">
                <a16:creationId xmlns:a16="http://schemas.microsoft.com/office/drawing/2014/main" id="{F6160928-CCBB-4407-843C-4405D8D1A48A}"/>
              </a:ext>
            </a:extLst>
          </p:cNvPr>
          <p:cNvSpPr>
            <a:spLocks noGrp="1"/>
          </p:cNvSpPr>
          <p:nvPr>
            <p:ph type="sldNum" sz="quarter" idx="12"/>
          </p:nvPr>
        </p:nvSpPr>
        <p:spPr/>
        <p:txBody>
          <a:bodyPr/>
          <a:lstStyle/>
          <a:p>
            <a:fld id="{6B7CECC9-8688-4C14-9F38-24140407CAFB}" type="slidenum">
              <a:rPr lang="en-CA" smtClean="0"/>
              <a:t>57</a:t>
            </a:fld>
            <a:endParaRPr lang="en-CA"/>
          </a:p>
        </p:txBody>
      </p:sp>
    </p:spTree>
    <p:extLst>
      <p:ext uri="{BB962C8B-B14F-4D97-AF65-F5344CB8AC3E}">
        <p14:creationId xmlns:p14="http://schemas.microsoft.com/office/powerpoint/2010/main" val="176738667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ECBC5-3D85-46DA-BB64-30778AC7E308}"/>
              </a:ext>
            </a:extLst>
          </p:cNvPr>
          <p:cNvSpPr>
            <a:spLocks noGrp="1"/>
          </p:cNvSpPr>
          <p:nvPr>
            <p:ph type="title"/>
          </p:nvPr>
        </p:nvSpPr>
        <p:spPr/>
        <p:txBody>
          <a:bodyPr/>
          <a:lstStyle/>
          <a:p>
            <a:r>
              <a:rPr lang="en-CA"/>
              <a:t>Spread Operator</a:t>
            </a:r>
          </a:p>
        </p:txBody>
      </p:sp>
      <p:sp>
        <p:nvSpPr>
          <p:cNvPr id="3" name="Content Placeholder 2">
            <a:extLst>
              <a:ext uri="{FF2B5EF4-FFF2-40B4-BE49-F238E27FC236}">
                <a16:creationId xmlns:a16="http://schemas.microsoft.com/office/drawing/2014/main" id="{9EB69D55-37B6-411D-8BF8-BC5CE6EBBF46}"/>
              </a:ext>
            </a:extLst>
          </p:cNvPr>
          <p:cNvSpPr>
            <a:spLocks noGrp="1"/>
          </p:cNvSpPr>
          <p:nvPr>
            <p:ph idx="1"/>
          </p:nvPr>
        </p:nvSpPr>
        <p:spPr/>
        <p:txBody>
          <a:bodyPr/>
          <a:lstStyle/>
          <a:p>
            <a:r>
              <a:rPr lang="en-CA"/>
              <a:t>Expands an array into individual components</a:t>
            </a:r>
          </a:p>
          <a:p>
            <a:pPr lvl="1"/>
            <a:r>
              <a:rPr lang="en-CA"/>
              <a:t>“Spreads” and array into a list (aka spread operator)</a:t>
            </a:r>
          </a:p>
          <a:p>
            <a:pPr lvl="1"/>
            <a:r>
              <a:rPr lang="en-CA"/>
              <a:t>Uses . . . notation, just like the rest parameter</a:t>
            </a:r>
          </a:p>
          <a:p>
            <a:r>
              <a:rPr lang="en-CA"/>
              <a:t>Syntax</a:t>
            </a:r>
          </a:p>
          <a:p>
            <a:pPr marL="0" indent="0">
              <a:buNone/>
            </a:pPr>
            <a:endParaRPr lang="en-CA"/>
          </a:p>
          <a:p>
            <a:pPr lvl="1"/>
            <a:r>
              <a:rPr lang="en-US"/>
              <a:t>The spread syntax is used to pass an array to functions that normally require a list of many arguments</a:t>
            </a:r>
            <a:endParaRPr lang="en-CA"/>
          </a:p>
          <a:p>
            <a:pPr lvl="1"/>
            <a:endParaRPr lang="en-CA"/>
          </a:p>
        </p:txBody>
      </p:sp>
      <p:sp>
        <p:nvSpPr>
          <p:cNvPr id="5" name="Text Box 1033">
            <a:extLst>
              <a:ext uri="{FF2B5EF4-FFF2-40B4-BE49-F238E27FC236}">
                <a16:creationId xmlns:a16="http://schemas.microsoft.com/office/drawing/2014/main" id="{705BF4D1-9C53-4154-8085-D54BEF9D3AB5}"/>
              </a:ext>
            </a:extLst>
          </p:cNvPr>
          <p:cNvSpPr txBox="1">
            <a:spLocks noChangeArrowheads="1"/>
          </p:cNvSpPr>
          <p:nvPr/>
        </p:nvSpPr>
        <p:spPr bwMode="auto">
          <a:xfrm>
            <a:off x="2775651" y="3603361"/>
            <a:ext cx="5792616" cy="369332"/>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1" lang="en-US" altLang="en-US" sz="1800" b="1" kern="0">
                <a:solidFill>
                  <a:srgbClr val="000000"/>
                </a:solidFill>
                <a:latin typeface="Courier New" panose="02070309020205020404" pitchFamily="49" charset="0"/>
              </a:rPr>
              <a:t>let </a:t>
            </a:r>
            <a:r>
              <a:rPr kumimoji="1" lang="en-US" altLang="en-US" sz="1800" b="1" kern="0" err="1">
                <a:solidFill>
                  <a:srgbClr val="000000"/>
                </a:solidFill>
                <a:latin typeface="Courier New" panose="02070309020205020404" pitchFamily="49" charset="0"/>
              </a:rPr>
              <a:t>variableName</a:t>
            </a:r>
            <a:r>
              <a:rPr kumimoji="1" lang="en-US" altLang="en-US" sz="1800" b="1" kern="0">
                <a:solidFill>
                  <a:srgbClr val="000000"/>
                </a:solidFill>
                <a:latin typeface="Courier New" panose="02070309020205020404" pitchFamily="49" charset="0"/>
              </a:rPr>
              <a:t> = [... arguments];</a:t>
            </a:r>
          </a:p>
        </p:txBody>
      </p:sp>
      <p:sp>
        <p:nvSpPr>
          <p:cNvPr id="4" name="Slide Number Placeholder 3">
            <a:extLst>
              <a:ext uri="{FF2B5EF4-FFF2-40B4-BE49-F238E27FC236}">
                <a16:creationId xmlns:a16="http://schemas.microsoft.com/office/drawing/2014/main" id="{817285A6-C095-49F5-B911-0278C81DE486}"/>
              </a:ext>
            </a:extLst>
          </p:cNvPr>
          <p:cNvSpPr>
            <a:spLocks noGrp="1"/>
          </p:cNvSpPr>
          <p:nvPr>
            <p:ph type="sldNum" sz="quarter" idx="12"/>
          </p:nvPr>
        </p:nvSpPr>
        <p:spPr/>
        <p:txBody>
          <a:bodyPr/>
          <a:lstStyle/>
          <a:p>
            <a:fld id="{6B7CECC9-8688-4C14-9F38-24140407CAFB}" type="slidenum">
              <a:rPr lang="en-CA" smtClean="0"/>
              <a:t>58</a:t>
            </a:fld>
            <a:endParaRPr lang="en-CA"/>
          </a:p>
        </p:txBody>
      </p:sp>
    </p:spTree>
    <p:extLst>
      <p:ext uri="{BB962C8B-B14F-4D97-AF65-F5344CB8AC3E}">
        <p14:creationId xmlns:p14="http://schemas.microsoft.com/office/powerpoint/2010/main" val="39246900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4B98D-993D-4E8C-8951-DB40FFCE555E}"/>
              </a:ext>
            </a:extLst>
          </p:cNvPr>
          <p:cNvSpPr>
            <a:spLocks noGrp="1"/>
          </p:cNvSpPr>
          <p:nvPr>
            <p:ph type="title"/>
          </p:nvPr>
        </p:nvSpPr>
        <p:spPr/>
        <p:txBody>
          <a:bodyPr/>
          <a:lstStyle/>
          <a:p>
            <a:r>
              <a:rPr lang="en-CA"/>
              <a:t>Spread Operator – A Example</a:t>
            </a:r>
          </a:p>
        </p:txBody>
      </p:sp>
      <p:sp>
        <p:nvSpPr>
          <p:cNvPr id="3" name="Content Placeholder 2">
            <a:extLst>
              <a:ext uri="{FF2B5EF4-FFF2-40B4-BE49-F238E27FC236}">
                <a16:creationId xmlns:a16="http://schemas.microsoft.com/office/drawing/2014/main" id="{642C1299-F33F-43C8-B823-16FCD49D0CAD}"/>
              </a:ext>
            </a:extLst>
          </p:cNvPr>
          <p:cNvSpPr>
            <a:spLocks noGrp="1"/>
          </p:cNvSpPr>
          <p:nvPr>
            <p:ph idx="1"/>
          </p:nvPr>
        </p:nvSpPr>
        <p:spPr/>
        <p:txBody>
          <a:bodyPr/>
          <a:lstStyle/>
          <a:p>
            <a:pPr marL="0" indent="0">
              <a:buNone/>
            </a:pPr>
            <a:endParaRPr lang="en-CA"/>
          </a:p>
          <a:p>
            <a:pPr lvl="1"/>
            <a:endParaRPr lang="en-CA"/>
          </a:p>
        </p:txBody>
      </p:sp>
      <p:sp>
        <p:nvSpPr>
          <p:cNvPr id="4" name="Text Box 1033">
            <a:extLst>
              <a:ext uri="{FF2B5EF4-FFF2-40B4-BE49-F238E27FC236}">
                <a16:creationId xmlns:a16="http://schemas.microsoft.com/office/drawing/2014/main" id="{8BCF5888-66FA-4526-8582-0872E17F6845}"/>
              </a:ext>
            </a:extLst>
          </p:cNvPr>
          <p:cNvSpPr txBox="1">
            <a:spLocks noChangeArrowheads="1"/>
          </p:cNvSpPr>
          <p:nvPr/>
        </p:nvSpPr>
        <p:spPr bwMode="auto">
          <a:xfrm>
            <a:off x="2429675" y="2242813"/>
            <a:ext cx="7813782" cy="3416320"/>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let </a:t>
            </a:r>
            <a:r>
              <a:rPr kumimoji="1" lang="en-US" altLang="en-US" sz="1800" b="1" kern="0" err="1">
                <a:solidFill>
                  <a:srgbClr val="000000"/>
                </a:solidFill>
                <a:latin typeface="Courier New" panose="02070309020205020404" pitchFamily="49" charset="0"/>
              </a:rPr>
              <a:t>evenNumbers</a:t>
            </a:r>
            <a:r>
              <a:rPr kumimoji="1" lang="en-US" altLang="en-US" sz="1800" b="1" kern="0">
                <a:solidFill>
                  <a:srgbClr val="000000"/>
                </a:solidFill>
                <a:latin typeface="Courier New" panose="02070309020205020404" pitchFamily="49" charset="0"/>
              </a:rPr>
              <a:t> = [2,4,6,8,10];</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a:t>
            </a:r>
            <a:r>
              <a:rPr kumimoji="1" lang="en-US" altLang="en-US" sz="1800" b="1" kern="0" err="1">
                <a:solidFill>
                  <a:srgbClr val="000000"/>
                </a:solidFill>
                <a:latin typeface="Courier New" panose="02070309020205020404" pitchFamily="49" charset="0"/>
              </a:rPr>
              <a:t>evenNumbers</a:t>
            </a:r>
            <a:r>
              <a:rPr kumimoji="1" lang="en-US" altLang="en-US" sz="1800" b="1" kern="0">
                <a:solidFill>
                  <a:srgbClr val="000000"/>
                </a:solidFill>
                <a:latin typeface="Courier New" panose="02070309020205020404" pitchFamily="49" charset="0"/>
              </a:rPr>
              <a:t>);</a:t>
            </a:r>
          </a:p>
          <a:p>
            <a:pPr lvl="0" eaLnBrk="0" fontAlgn="base" hangingPunct="0">
              <a:spcBef>
                <a:spcPct val="0"/>
              </a:spcBef>
              <a:spcAft>
                <a:spcPct val="0"/>
              </a:spcAft>
              <a:buClrTx/>
              <a:buSzTx/>
              <a:buNone/>
              <a:defRPr/>
            </a:pPr>
            <a:endParaRPr kumimoji="1" lang="en-US" altLang="en-US" sz="1800" b="1" kern="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endParaRPr kumimoji="1" lang="en-US" altLang="en-US" sz="1800" b="1" kern="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a:t>
            </a:r>
            <a:r>
              <a:rPr kumimoji="1" lang="en-US" altLang="en-US" sz="1800" b="1" kern="0" err="1">
                <a:solidFill>
                  <a:srgbClr val="000000"/>
                </a:solidFill>
                <a:latin typeface="Courier New" panose="02070309020205020404" pitchFamily="49" charset="0"/>
              </a:rPr>
              <a:t>evenNumbers</a:t>
            </a:r>
            <a:r>
              <a:rPr kumimoji="1" lang="en-US" altLang="en-US" sz="1800" b="1" kern="0">
                <a:solidFill>
                  <a:srgbClr val="000000"/>
                </a:solidFill>
                <a:latin typeface="Courier New" panose="02070309020205020404" pitchFamily="49" charset="0"/>
              </a:rPr>
              <a:t>);</a:t>
            </a:r>
          </a:p>
          <a:p>
            <a:pPr lvl="0" eaLnBrk="0" fontAlgn="base" hangingPunct="0">
              <a:spcBef>
                <a:spcPct val="0"/>
              </a:spcBef>
              <a:spcAft>
                <a:spcPct val="0"/>
              </a:spcAft>
              <a:buClrTx/>
              <a:buSzTx/>
              <a:buNone/>
              <a:defRPr/>
            </a:pPr>
            <a:endParaRPr kumimoji="1" lang="en-US" altLang="en-US" sz="1800" b="1" kern="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let greetings = "hello world";</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console.log(greetings);</a:t>
            </a:r>
          </a:p>
          <a:p>
            <a:pPr lvl="0" eaLnBrk="0" fontAlgn="base" hangingPunct="0">
              <a:spcBef>
                <a:spcPct val="0"/>
              </a:spcBef>
              <a:spcAft>
                <a:spcPct val="0"/>
              </a:spcAft>
              <a:buClrTx/>
              <a:buSzTx/>
              <a:buNone/>
              <a:defRPr/>
            </a:pPr>
            <a:endParaRPr kumimoji="1" lang="en-US" altLang="en-US" sz="1800" b="1" kern="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endParaRPr kumimoji="1" lang="en-US" altLang="en-US" sz="1800" b="1" kern="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let chars = [...greetings];</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console.log(chars);</a:t>
            </a:r>
          </a:p>
        </p:txBody>
      </p:sp>
      <p:sp>
        <p:nvSpPr>
          <p:cNvPr id="10" name="TextBox 9">
            <a:extLst>
              <a:ext uri="{FF2B5EF4-FFF2-40B4-BE49-F238E27FC236}">
                <a16:creationId xmlns:a16="http://schemas.microsoft.com/office/drawing/2014/main" id="{20A4CC33-4D81-4212-9EE1-93D5C6574A81}"/>
              </a:ext>
            </a:extLst>
          </p:cNvPr>
          <p:cNvSpPr txBox="1"/>
          <p:nvPr/>
        </p:nvSpPr>
        <p:spPr>
          <a:xfrm>
            <a:off x="4439459" y="2925020"/>
            <a:ext cx="1724710" cy="369332"/>
          </a:xfrm>
          <a:prstGeom prst="rect">
            <a:avLst/>
          </a:prstGeom>
          <a:noFill/>
        </p:spPr>
        <p:txBody>
          <a:bodyPr wrap="square" rtlCol="0">
            <a:spAutoFit/>
          </a:bodyPr>
          <a:lstStyle/>
          <a:p>
            <a:r>
              <a:rPr lang="en-CA" b="1">
                <a:solidFill>
                  <a:srgbClr val="FF0000"/>
                </a:solidFill>
              </a:rPr>
              <a:t>Spread operator</a:t>
            </a:r>
          </a:p>
        </p:txBody>
      </p:sp>
      <p:sp>
        <p:nvSpPr>
          <p:cNvPr id="12" name="TextBox 11">
            <a:extLst>
              <a:ext uri="{FF2B5EF4-FFF2-40B4-BE49-F238E27FC236}">
                <a16:creationId xmlns:a16="http://schemas.microsoft.com/office/drawing/2014/main" id="{6DC9C3D9-8238-4D02-B9F6-0119A9466C53}"/>
              </a:ext>
            </a:extLst>
          </p:cNvPr>
          <p:cNvSpPr txBox="1"/>
          <p:nvPr/>
        </p:nvSpPr>
        <p:spPr>
          <a:xfrm>
            <a:off x="4645618" y="4591797"/>
            <a:ext cx="1724710" cy="369332"/>
          </a:xfrm>
          <a:prstGeom prst="rect">
            <a:avLst/>
          </a:prstGeom>
          <a:noFill/>
        </p:spPr>
        <p:txBody>
          <a:bodyPr wrap="square" rtlCol="0">
            <a:spAutoFit/>
          </a:bodyPr>
          <a:lstStyle/>
          <a:p>
            <a:r>
              <a:rPr lang="en-CA" b="1">
                <a:solidFill>
                  <a:srgbClr val="FF0000"/>
                </a:solidFill>
              </a:rPr>
              <a:t>Spread operator</a:t>
            </a:r>
          </a:p>
        </p:txBody>
      </p:sp>
      <p:sp>
        <p:nvSpPr>
          <p:cNvPr id="13" name="Arrow: Left 12">
            <a:extLst>
              <a:ext uri="{FF2B5EF4-FFF2-40B4-BE49-F238E27FC236}">
                <a16:creationId xmlns:a16="http://schemas.microsoft.com/office/drawing/2014/main" id="{1F5D94CB-D270-495B-9C40-E667674D3F5E}"/>
              </a:ext>
            </a:extLst>
          </p:cNvPr>
          <p:cNvSpPr/>
          <p:nvPr/>
        </p:nvSpPr>
        <p:spPr>
          <a:xfrm rot="16200000">
            <a:off x="4023366" y="3028224"/>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Arrow: Left 13">
            <a:extLst>
              <a:ext uri="{FF2B5EF4-FFF2-40B4-BE49-F238E27FC236}">
                <a16:creationId xmlns:a16="http://schemas.microsoft.com/office/drawing/2014/main" id="{75D80D0B-CBCE-4A91-BA3A-47135E859476}"/>
              </a:ext>
            </a:extLst>
          </p:cNvPr>
          <p:cNvSpPr/>
          <p:nvPr/>
        </p:nvSpPr>
        <p:spPr>
          <a:xfrm rot="16200000">
            <a:off x="4229525" y="4643400"/>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Slide Number Placeholder 4">
            <a:extLst>
              <a:ext uri="{FF2B5EF4-FFF2-40B4-BE49-F238E27FC236}">
                <a16:creationId xmlns:a16="http://schemas.microsoft.com/office/drawing/2014/main" id="{8CC959B0-2728-46A6-9AE3-2EF8AB98828E}"/>
              </a:ext>
            </a:extLst>
          </p:cNvPr>
          <p:cNvSpPr>
            <a:spLocks noGrp="1"/>
          </p:cNvSpPr>
          <p:nvPr>
            <p:ph type="sldNum" sz="quarter" idx="12"/>
          </p:nvPr>
        </p:nvSpPr>
        <p:spPr/>
        <p:txBody>
          <a:bodyPr/>
          <a:lstStyle/>
          <a:p>
            <a:fld id="{6B7CECC9-8688-4C14-9F38-24140407CAFB}" type="slidenum">
              <a:rPr lang="en-CA" smtClean="0"/>
              <a:t>59</a:t>
            </a:fld>
            <a:endParaRPr lang="en-CA"/>
          </a:p>
        </p:txBody>
      </p:sp>
    </p:spTree>
    <p:extLst>
      <p:ext uri="{BB962C8B-B14F-4D97-AF65-F5344CB8AC3E}">
        <p14:creationId xmlns:p14="http://schemas.microsoft.com/office/powerpoint/2010/main" val="324169427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4B98D-993D-4E8C-8951-DB40FFCE555E}"/>
              </a:ext>
            </a:extLst>
          </p:cNvPr>
          <p:cNvSpPr>
            <a:spLocks noGrp="1"/>
          </p:cNvSpPr>
          <p:nvPr>
            <p:ph type="title"/>
          </p:nvPr>
        </p:nvSpPr>
        <p:spPr/>
        <p:txBody>
          <a:bodyPr/>
          <a:lstStyle/>
          <a:p>
            <a:r>
              <a:rPr lang="en-CA"/>
              <a:t>Spread Operator – Another Example</a:t>
            </a:r>
          </a:p>
        </p:txBody>
      </p:sp>
      <p:sp>
        <p:nvSpPr>
          <p:cNvPr id="3" name="Content Placeholder 2">
            <a:extLst>
              <a:ext uri="{FF2B5EF4-FFF2-40B4-BE49-F238E27FC236}">
                <a16:creationId xmlns:a16="http://schemas.microsoft.com/office/drawing/2014/main" id="{642C1299-F33F-43C8-B823-16FCD49D0CAD}"/>
              </a:ext>
            </a:extLst>
          </p:cNvPr>
          <p:cNvSpPr>
            <a:spLocks noGrp="1"/>
          </p:cNvSpPr>
          <p:nvPr>
            <p:ph idx="1"/>
          </p:nvPr>
        </p:nvSpPr>
        <p:spPr/>
        <p:txBody>
          <a:bodyPr/>
          <a:lstStyle/>
          <a:p>
            <a:pPr lvl="1"/>
            <a:endParaRPr lang="en-CA"/>
          </a:p>
        </p:txBody>
      </p:sp>
      <p:sp>
        <p:nvSpPr>
          <p:cNvPr id="4" name="Text Box 1033">
            <a:extLst>
              <a:ext uri="{FF2B5EF4-FFF2-40B4-BE49-F238E27FC236}">
                <a16:creationId xmlns:a16="http://schemas.microsoft.com/office/drawing/2014/main" id="{8BCF5888-66FA-4526-8582-0872E17F6845}"/>
              </a:ext>
            </a:extLst>
          </p:cNvPr>
          <p:cNvSpPr txBox="1">
            <a:spLocks noChangeArrowheads="1"/>
          </p:cNvSpPr>
          <p:nvPr/>
        </p:nvSpPr>
        <p:spPr bwMode="auto">
          <a:xfrm>
            <a:off x="1584218" y="2347598"/>
            <a:ext cx="7625096" cy="2862322"/>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let array1 = [2,4,6,8];</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console.log('array1');</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console.log(array1);</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let array2 = [...array1, 10, 20];</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console.log('array2 - array1 and 10 and 20');</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console.log(array2);</a:t>
            </a:r>
          </a:p>
          <a:p>
            <a:pPr lvl="0" eaLnBrk="0" fontAlgn="base" hangingPunct="0">
              <a:spcBef>
                <a:spcPct val="0"/>
              </a:spcBef>
              <a:spcAft>
                <a:spcPct val="0"/>
              </a:spcAft>
              <a:buClrTx/>
              <a:buSzTx/>
              <a:buNone/>
              <a:defRPr/>
            </a:pPr>
            <a:endParaRPr kumimoji="1" lang="en-US" altLang="en-US" sz="1800" b="1" kern="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let array3 = [...array1];</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console.log('array 3 - copy of array1')</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console.log(array3);</a:t>
            </a:r>
          </a:p>
        </p:txBody>
      </p:sp>
      <p:sp>
        <p:nvSpPr>
          <p:cNvPr id="5" name="Slide Number Placeholder 4">
            <a:extLst>
              <a:ext uri="{FF2B5EF4-FFF2-40B4-BE49-F238E27FC236}">
                <a16:creationId xmlns:a16="http://schemas.microsoft.com/office/drawing/2014/main" id="{1BEC3E6F-1BEE-4419-84A3-C76C6A6D5903}"/>
              </a:ext>
            </a:extLst>
          </p:cNvPr>
          <p:cNvSpPr>
            <a:spLocks noGrp="1"/>
          </p:cNvSpPr>
          <p:nvPr>
            <p:ph type="sldNum" sz="quarter" idx="12"/>
          </p:nvPr>
        </p:nvSpPr>
        <p:spPr/>
        <p:txBody>
          <a:bodyPr/>
          <a:lstStyle/>
          <a:p>
            <a:fld id="{6B7CECC9-8688-4C14-9F38-24140407CAFB}" type="slidenum">
              <a:rPr lang="en-CA" smtClean="0"/>
              <a:t>60</a:t>
            </a:fld>
            <a:endParaRPr lang="en-CA"/>
          </a:p>
        </p:txBody>
      </p:sp>
    </p:spTree>
    <p:extLst>
      <p:ext uri="{BB962C8B-B14F-4D97-AF65-F5344CB8AC3E}">
        <p14:creationId xmlns:p14="http://schemas.microsoft.com/office/powerpoint/2010/main" val="8960592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1D527-51F5-4173-B58A-21400B7DD3C3}"/>
              </a:ext>
            </a:extLst>
          </p:cNvPr>
          <p:cNvSpPr>
            <a:spLocks noGrp="1"/>
          </p:cNvSpPr>
          <p:nvPr>
            <p:ph type="title"/>
          </p:nvPr>
        </p:nvSpPr>
        <p:spPr/>
        <p:txBody>
          <a:bodyPr/>
          <a:lstStyle/>
          <a:p>
            <a:r>
              <a:rPr lang="en-CA" err="1"/>
              <a:t>Destructuring</a:t>
            </a:r>
            <a:r>
              <a:rPr lang="en-CA"/>
              <a:t> Assignment</a:t>
            </a:r>
          </a:p>
        </p:txBody>
      </p:sp>
      <p:sp>
        <p:nvSpPr>
          <p:cNvPr id="3" name="Content Placeholder 2">
            <a:extLst>
              <a:ext uri="{FF2B5EF4-FFF2-40B4-BE49-F238E27FC236}">
                <a16:creationId xmlns:a16="http://schemas.microsoft.com/office/drawing/2014/main" id="{4FCF6A6E-8201-4CDE-992F-C4529BCA5615}"/>
              </a:ext>
            </a:extLst>
          </p:cNvPr>
          <p:cNvSpPr>
            <a:spLocks noGrp="1"/>
          </p:cNvSpPr>
          <p:nvPr>
            <p:ph idx="1"/>
          </p:nvPr>
        </p:nvSpPr>
        <p:spPr/>
        <p:txBody>
          <a:bodyPr/>
          <a:lstStyle/>
          <a:p>
            <a:r>
              <a:rPr lang="en-US"/>
              <a:t> A special syntax that allows to “unpack”  values from an array or properties in object  into distinct variables (properties of objects will be discussed later)</a:t>
            </a:r>
          </a:p>
          <a:p>
            <a:pPr lvl="1"/>
            <a:r>
              <a:rPr lang="en-US"/>
              <a:t>Data extracted from items in an arrays, objects, nested objects and assigning to a variables </a:t>
            </a:r>
          </a:p>
          <a:p>
            <a:pPr lvl="1"/>
            <a:r>
              <a:rPr lang="en-US"/>
              <a:t>Copies items into variables, but the array/object is not modified </a:t>
            </a:r>
          </a:p>
          <a:p>
            <a:pPr lvl="1"/>
            <a:r>
              <a:rPr lang="en-US"/>
              <a:t>Left-hand side defined that which value should be unpacked from the sourced variable</a:t>
            </a:r>
          </a:p>
          <a:p>
            <a:pPr lvl="1"/>
            <a:endParaRPr lang="en-US"/>
          </a:p>
          <a:p>
            <a:pPr marL="914400" lvl="2" indent="0">
              <a:buNone/>
            </a:pPr>
            <a:endParaRPr lang="en-US"/>
          </a:p>
          <a:p>
            <a:pPr lvl="1"/>
            <a:endParaRPr lang="en-CA"/>
          </a:p>
        </p:txBody>
      </p:sp>
      <p:sp>
        <p:nvSpPr>
          <p:cNvPr id="4" name="Slide Number Placeholder 3">
            <a:extLst>
              <a:ext uri="{FF2B5EF4-FFF2-40B4-BE49-F238E27FC236}">
                <a16:creationId xmlns:a16="http://schemas.microsoft.com/office/drawing/2014/main" id="{B5799EDD-8AEF-4890-B357-363B115947A9}"/>
              </a:ext>
            </a:extLst>
          </p:cNvPr>
          <p:cNvSpPr>
            <a:spLocks noGrp="1"/>
          </p:cNvSpPr>
          <p:nvPr>
            <p:ph type="sldNum" sz="quarter" idx="12"/>
          </p:nvPr>
        </p:nvSpPr>
        <p:spPr/>
        <p:txBody>
          <a:bodyPr/>
          <a:lstStyle/>
          <a:p>
            <a:fld id="{6B7CECC9-8688-4C14-9F38-24140407CAFB}" type="slidenum">
              <a:rPr lang="en-CA" smtClean="0"/>
              <a:t>61</a:t>
            </a:fld>
            <a:endParaRPr lang="en-CA"/>
          </a:p>
        </p:txBody>
      </p:sp>
    </p:spTree>
    <p:extLst>
      <p:ext uri="{BB962C8B-B14F-4D97-AF65-F5344CB8AC3E}">
        <p14:creationId xmlns:p14="http://schemas.microsoft.com/office/powerpoint/2010/main" val="170384800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BFAD2-AE91-49BC-A58B-408BE40639D2}"/>
              </a:ext>
            </a:extLst>
          </p:cNvPr>
          <p:cNvSpPr>
            <a:spLocks noGrp="1"/>
          </p:cNvSpPr>
          <p:nvPr>
            <p:ph type="title"/>
          </p:nvPr>
        </p:nvSpPr>
        <p:spPr/>
        <p:txBody>
          <a:bodyPr/>
          <a:lstStyle/>
          <a:p>
            <a:r>
              <a:rPr lang="en-US" altLang="en-US" dirty="0" err="1"/>
              <a:t>Destructuring</a:t>
            </a:r>
            <a:r>
              <a:rPr lang="en-US" altLang="en-US" dirty="0"/>
              <a:t> - An Example</a:t>
            </a:r>
            <a:endParaRPr lang="en-CA" dirty="0"/>
          </a:p>
        </p:txBody>
      </p:sp>
      <p:sp>
        <p:nvSpPr>
          <p:cNvPr id="3" name="Content Placeholder 2">
            <a:extLst>
              <a:ext uri="{FF2B5EF4-FFF2-40B4-BE49-F238E27FC236}">
                <a16:creationId xmlns:a16="http://schemas.microsoft.com/office/drawing/2014/main" id="{138CA566-E7FC-474D-BA11-8FFD8AE87B66}"/>
              </a:ext>
            </a:extLst>
          </p:cNvPr>
          <p:cNvSpPr>
            <a:spLocks noGrp="1"/>
          </p:cNvSpPr>
          <p:nvPr>
            <p:ph idx="1"/>
          </p:nvPr>
        </p:nvSpPr>
        <p:spPr/>
        <p:txBody>
          <a:bodyPr/>
          <a:lstStyle/>
          <a:p>
            <a:endParaRPr lang="en-CA"/>
          </a:p>
        </p:txBody>
      </p:sp>
      <p:sp>
        <p:nvSpPr>
          <p:cNvPr id="4" name="Text Box 1033">
            <a:extLst>
              <a:ext uri="{FF2B5EF4-FFF2-40B4-BE49-F238E27FC236}">
                <a16:creationId xmlns:a16="http://schemas.microsoft.com/office/drawing/2014/main" id="{5BCEF8D3-9874-4DA1-BD0D-E24CC6D3A875}"/>
              </a:ext>
            </a:extLst>
          </p:cNvPr>
          <p:cNvSpPr txBox="1">
            <a:spLocks noChangeArrowheads="1"/>
          </p:cNvSpPr>
          <p:nvPr/>
        </p:nvSpPr>
        <p:spPr bwMode="auto">
          <a:xfrm>
            <a:off x="1641818" y="2405713"/>
            <a:ext cx="8559599" cy="2585323"/>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let numbers = [1,2,3,4];</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let [</a:t>
            </a:r>
            <a:r>
              <a:rPr kumimoji="1" lang="en-US" altLang="en-US" sz="1800" b="1" kern="0" err="1">
                <a:solidFill>
                  <a:srgbClr val="000000"/>
                </a:solidFill>
                <a:latin typeface="Courier New" panose="02070309020205020404" pitchFamily="49" charset="0"/>
              </a:rPr>
              <a:t>firstNumber</a:t>
            </a:r>
            <a:r>
              <a:rPr kumimoji="1" lang="en-US" altLang="en-US" sz="1800" b="1" kern="0">
                <a:solidFill>
                  <a:srgbClr val="000000"/>
                </a:solidFill>
                <a:latin typeface="Courier New" panose="02070309020205020404" pitchFamily="49" charset="0"/>
              </a:rPr>
              <a:t>, </a:t>
            </a:r>
            <a:r>
              <a:rPr kumimoji="1" lang="en-US" altLang="en-US" sz="1800" b="1" kern="0" err="1">
                <a:solidFill>
                  <a:srgbClr val="000000"/>
                </a:solidFill>
                <a:latin typeface="Courier New" panose="02070309020205020404" pitchFamily="49" charset="0"/>
              </a:rPr>
              <a:t>secondNumber</a:t>
            </a:r>
            <a:r>
              <a:rPr kumimoji="1" lang="en-US" altLang="en-US" sz="1800" b="1" kern="0">
                <a:solidFill>
                  <a:srgbClr val="000000"/>
                </a:solidFill>
                <a:latin typeface="Courier New" panose="02070309020205020404" pitchFamily="49" charset="0"/>
              </a:rPr>
              <a:t>] = numbers;</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console.log(`First Number : ${</a:t>
            </a:r>
            <a:r>
              <a:rPr kumimoji="1" lang="en-US" altLang="en-US" sz="1800" b="1" kern="0" err="1">
                <a:solidFill>
                  <a:srgbClr val="000000"/>
                </a:solidFill>
                <a:latin typeface="Courier New" panose="02070309020205020404" pitchFamily="49" charset="0"/>
              </a:rPr>
              <a:t>firstNumber</a:t>
            </a:r>
            <a:r>
              <a:rPr kumimoji="1" lang="en-US" altLang="en-US" sz="1800" b="1" kern="0">
                <a:solidFill>
                  <a:srgbClr val="000000"/>
                </a:solidFill>
                <a:latin typeface="Courier New" panose="02070309020205020404" pitchFamily="49" charset="0"/>
              </a:rPr>
              <a:t>}`);</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console.log(`Second Number ${</a:t>
            </a:r>
            <a:r>
              <a:rPr kumimoji="1" lang="en-US" altLang="en-US" sz="1800" b="1" kern="0" err="1">
                <a:solidFill>
                  <a:srgbClr val="000000"/>
                </a:solidFill>
                <a:latin typeface="Courier New" panose="02070309020205020404" pitchFamily="49" charset="0"/>
              </a:rPr>
              <a:t>secondNumber</a:t>
            </a:r>
            <a:r>
              <a:rPr kumimoji="1" lang="en-US" altLang="en-US" sz="1800" b="1" kern="0">
                <a:solidFill>
                  <a:srgbClr val="000000"/>
                </a:solidFill>
                <a:latin typeface="Courier New" panose="02070309020205020404" pitchFamily="49" charset="0"/>
              </a:rPr>
              <a:t>}`);</a:t>
            </a:r>
          </a:p>
          <a:p>
            <a:pPr lvl="0" eaLnBrk="0" fontAlgn="base" hangingPunct="0">
              <a:spcBef>
                <a:spcPct val="0"/>
              </a:spcBef>
              <a:spcAft>
                <a:spcPct val="0"/>
              </a:spcAft>
              <a:buClrTx/>
              <a:buSzTx/>
              <a:buNone/>
              <a:defRPr/>
            </a:pPr>
            <a:endParaRPr kumimoji="1" lang="en-US" altLang="en-US" sz="1800" b="1" kern="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let [num1, num2, ...others] = numbers;</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console.log(`First Number : ${num1}`);</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console.log(`Second Number ${num2}`);</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console.log(`Others : ${others}`);</a:t>
            </a:r>
          </a:p>
        </p:txBody>
      </p:sp>
      <p:sp>
        <p:nvSpPr>
          <p:cNvPr id="5" name="Arrow: Left 4">
            <a:extLst>
              <a:ext uri="{FF2B5EF4-FFF2-40B4-BE49-F238E27FC236}">
                <a16:creationId xmlns:a16="http://schemas.microsoft.com/office/drawing/2014/main" id="{E29035E8-E657-481A-9958-57F3EB8F40C5}"/>
              </a:ext>
            </a:extLst>
          </p:cNvPr>
          <p:cNvSpPr/>
          <p:nvPr/>
        </p:nvSpPr>
        <p:spPr>
          <a:xfrm>
            <a:off x="7639031" y="2727246"/>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 name="TextBox 5">
            <a:extLst>
              <a:ext uri="{FF2B5EF4-FFF2-40B4-BE49-F238E27FC236}">
                <a16:creationId xmlns:a16="http://schemas.microsoft.com/office/drawing/2014/main" id="{7DE89C33-D2FA-4AF5-B8C0-E1A648749408}"/>
              </a:ext>
            </a:extLst>
          </p:cNvPr>
          <p:cNvSpPr txBox="1"/>
          <p:nvPr/>
        </p:nvSpPr>
        <p:spPr>
          <a:xfrm>
            <a:off x="8323634" y="2671977"/>
            <a:ext cx="566059" cy="369332"/>
          </a:xfrm>
          <a:prstGeom prst="rect">
            <a:avLst/>
          </a:prstGeom>
          <a:noFill/>
        </p:spPr>
        <p:txBody>
          <a:bodyPr wrap="square" rtlCol="0">
            <a:spAutoFit/>
          </a:bodyPr>
          <a:lstStyle/>
          <a:p>
            <a:r>
              <a:rPr lang="en-CA" b="1">
                <a:solidFill>
                  <a:srgbClr val="FF0000"/>
                </a:solidFill>
              </a:rPr>
              <a:t>1</a:t>
            </a:r>
          </a:p>
        </p:txBody>
      </p:sp>
      <p:sp>
        <p:nvSpPr>
          <p:cNvPr id="7" name="Arrow: Left 6">
            <a:extLst>
              <a:ext uri="{FF2B5EF4-FFF2-40B4-BE49-F238E27FC236}">
                <a16:creationId xmlns:a16="http://schemas.microsoft.com/office/drawing/2014/main" id="{D8C3EFCD-F3BF-40FE-91C3-832FB6F4AD50}"/>
              </a:ext>
            </a:extLst>
          </p:cNvPr>
          <p:cNvSpPr/>
          <p:nvPr/>
        </p:nvSpPr>
        <p:spPr>
          <a:xfrm>
            <a:off x="7072973" y="3813817"/>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TextBox 7">
            <a:extLst>
              <a:ext uri="{FF2B5EF4-FFF2-40B4-BE49-F238E27FC236}">
                <a16:creationId xmlns:a16="http://schemas.microsoft.com/office/drawing/2014/main" id="{9FB4C456-2CC2-42FB-8D68-CEF07EC1F165}"/>
              </a:ext>
            </a:extLst>
          </p:cNvPr>
          <p:cNvSpPr txBox="1"/>
          <p:nvPr/>
        </p:nvSpPr>
        <p:spPr>
          <a:xfrm>
            <a:off x="7793197" y="3762214"/>
            <a:ext cx="2501325" cy="369332"/>
          </a:xfrm>
          <a:prstGeom prst="rect">
            <a:avLst/>
          </a:prstGeom>
          <a:noFill/>
        </p:spPr>
        <p:txBody>
          <a:bodyPr wrap="square" rtlCol="0">
            <a:spAutoFit/>
          </a:bodyPr>
          <a:lstStyle/>
          <a:p>
            <a:r>
              <a:rPr lang="en-CA" b="1">
                <a:solidFill>
                  <a:srgbClr val="FF0000"/>
                </a:solidFill>
              </a:rPr>
              <a:t>2</a:t>
            </a:r>
          </a:p>
        </p:txBody>
      </p:sp>
      <p:sp>
        <p:nvSpPr>
          <p:cNvPr id="9" name="Slide Number Placeholder 8">
            <a:extLst>
              <a:ext uri="{FF2B5EF4-FFF2-40B4-BE49-F238E27FC236}">
                <a16:creationId xmlns:a16="http://schemas.microsoft.com/office/drawing/2014/main" id="{74AD8AB1-06B3-42D8-85A9-016F1CFAD128}"/>
              </a:ext>
            </a:extLst>
          </p:cNvPr>
          <p:cNvSpPr>
            <a:spLocks noGrp="1"/>
          </p:cNvSpPr>
          <p:nvPr>
            <p:ph type="sldNum" sz="quarter" idx="12"/>
          </p:nvPr>
        </p:nvSpPr>
        <p:spPr/>
        <p:txBody>
          <a:bodyPr/>
          <a:lstStyle/>
          <a:p>
            <a:fld id="{6B7CECC9-8688-4C14-9F38-24140407CAFB}" type="slidenum">
              <a:rPr lang="en-CA" smtClean="0"/>
              <a:t>62</a:t>
            </a:fld>
            <a:endParaRPr lang="en-CA"/>
          </a:p>
        </p:txBody>
      </p:sp>
    </p:spTree>
    <p:extLst>
      <p:ext uri="{BB962C8B-B14F-4D97-AF65-F5344CB8AC3E}">
        <p14:creationId xmlns:p14="http://schemas.microsoft.com/office/powerpoint/2010/main" val="106589498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27A52-AFA2-473C-B468-EB250DA4C0BB}"/>
              </a:ext>
            </a:extLst>
          </p:cNvPr>
          <p:cNvSpPr>
            <a:spLocks noGrp="1"/>
          </p:cNvSpPr>
          <p:nvPr>
            <p:ph type="title"/>
          </p:nvPr>
        </p:nvSpPr>
        <p:spPr/>
        <p:txBody>
          <a:bodyPr/>
          <a:lstStyle/>
          <a:p>
            <a:r>
              <a:rPr lang="en-US" altLang="en-US" err="1"/>
              <a:t>Destructuring</a:t>
            </a:r>
            <a:r>
              <a:rPr lang="en-US" altLang="en-US"/>
              <a:t> - Another Example</a:t>
            </a:r>
            <a:endParaRPr lang="en-CA"/>
          </a:p>
        </p:txBody>
      </p:sp>
      <p:sp>
        <p:nvSpPr>
          <p:cNvPr id="3" name="Content Placeholder 2">
            <a:extLst>
              <a:ext uri="{FF2B5EF4-FFF2-40B4-BE49-F238E27FC236}">
                <a16:creationId xmlns:a16="http://schemas.microsoft.com/office/drawing/2014/main" id="{904A1E16-B8D8-485F-B435-9C77125C7D0D}"/>
              </a:ext>
            </a:extLst>
          </p:cNvPr>
          <p:cNvSpPr>
            <a:spLocks noGrp="1"/>
          </p:cNvSpPr>
          <p:nvPr>
            <p:ph idx="1"/>
          </p:nvPr>
        </p:nvSpPr>
        <p:spPr/>
        <p:txBody>
          <a:bodyPr/>
          <a:lstStyle/>
          <a:p>
            <a:endParaRPr lang="en-CA"/>
          </a:p>
        </p:txBody>
      </p:sp>
      <p:sp>
        <p:nvSpPr>
          <p:cNvPr id="4" name="Text Box 1033">
            <a:extLst>
              <a:ext uri="{FF2B5EF4-FFF2-40B4-BE49-F238E27FC236}">
                <a16:creationId xmlns:a16="http://schemas.microsoft.com/office/drawing/2014/main" id="{0394441F-DD7D-4B17-9680-7852DE8ABDC4}"/>
              </a:ext>
            </a:extLst>
          </p:cNvPr>
          <p:cNvSpPr txBox="1">
            <a:spLocks noChangeArrowheads="1"/>
          </p:cNvSpPr>
          <p:nvPr/>
        </p:nvSpPr>
        <p:spPr bwMode="auto">
          <a:xfrm>
            <a:off x="1641818" y="2405713"/>
            <a:ext cx="8559599" cy="3139321"/>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function </a:t>
            </a:r>
            <a:r>
              <a:rPr kumimoji="1" lang="en-US" altLang="en-US" sz="1800" b="1" kern="0" err="1">
                <a:solidFill>
                  <a:srgbClr val="000000"/>
                </a:solidFill>
                <a:latin typeface="Courier New" panose="02070309020205020404" pitchFamily="49" charset="0"/>
              </a:rPr>
              <a:t>maths</a:t>
            </a:r>
            <a:r>
              <a:rPr kumimoji="1" lang="en-US" altLang="en-US" sz="1800" b="1" kern="0">
                <a:solidFill>
                  <a:srgbClr val="000000"/>
                </a:solidFill>
                <a:latin typeface="Courier New" panose="02070309020205020404" pitchFamily="49" charset="0"/>
              </a:rPr>
              <a:t>(a, b) {</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    let result =[];</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    </a:t>
            </a:r>
            <a:r>
              <a:rPr kumimoji="1" lang="en-US" altLang="en-US" sz="1800" b="1" kern="0" err="1">
                <a:solidFill>
                  <a:srgbClr val="000000"/>
                </a:solidFill>
                <a:latin typeface="Courier New" panose="02070309020205020404" pitchFamily="49" charset="0"/>
              </a:rPr>
              <a:t>result.push</a:t>
            </a:r>
            <a:r>
              <a:rPr kumimoji="1" lang="en-US" altLang="en-US" sz="1800" b="1" kern="0">
                <a:solidFill>
                  <a:srgbClr val="000000"/>
                </a:solidFill>
                <a:latin typeface="Courier New" panose="02070309020205020404" pitchFamily="49" charset="0"/>
              </a:rPr>
              <a:t>(a + b);</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    </a:t>
            </a:r>
            <a:r>
              <a:rPr kumimoji="1" lang="en-US" altLang="en-US" sz="1800" b="1" kern="0" err="1">
                <a:solidFill>
                  <a:srgbClr val="000000"/>
                </a:solidFill>
                <a:latin typeface="Courier New" panose="02070309020205020404" pitchFamily="49" charset="0"/>
              </a:rPr>
              <a:t>result.push</a:t>
            </a:r>
            <a:r>
              <a:rPr kumimoji="1" lang="en-US" altLang="en-US" sz="1800" b="1" kern="0">
                <a:solidFill>
                  <a:srgbClr val="000000"/>
                </a:solidFill>
                <a:latin typeface="Courier New" panose="02070309020205020404" pitchFamily="49" charset="0"/>
              </a:rPr>
              <a:t>(a * b);</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    return result;</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a:t>
            </a:r>
          </a:p>
          <a:p>
            <a:pPr lvl="0" eaLnBrk="0" fontAlgn="base" hangingPunct="0">
              <a:spcBef>
                <a:spcPct val="0"/>
              </a:spcBef>
              <a:spcAft>
                <a:spcPct val="0"/>
              </a:spcAft>
              <a:buClrTx/>
              <a:buSzTx/>
              <a:buNone/>
              <a:defRPr/>
            </a:pPr>
            <a:endParaRPr kumimoji="1" lang="en-US" altLang="en-US" sz="1800" b="1" kern="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a:t>
            </a:r>
            <a:r>
              <a:rPr kumimoji="1" lang="en-US" altLang="en-US" sz="1800" b="1" kern="0" err="1">
                <a:solidFill>
                  <a:srgbClr val="000000"/>
                </a:solidFill>
                <a:latin typeface="Courier New" panose="02070309020205020404" pitchFamily="49" charset="0"/>
              </a:rPr>
              <a:t>Maths</a:t>
            </a:r>
            <a:r>
              <a:rPr kumimoji="1" lang="en-US" altLang="en-US" sz="1800" b="1" kern="0">
                <a:solidFill>
                  <a:srgbClr val="000000"/>
                </a:solidFill>
                <a:latin typeface="Courier New" panose="02070309020205020404" pitchFamily="49" charset="0"/>
              </a:rPr>
              <a:t> Function');</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let [sum, product] = </a:t>
            </a:r>
            <a:r>
              <a:rPr kumimoji="1" lang="en-US" altLang="en-US" sz="1800" b="1" kern="0" err="1">
                <a:solidFill>
                  <a:srgbClr val="000000"/>
                </a:solidFill>
                <a:latin typeface="Courier New" panose="02070309020205020404" pitchFamily="49" charset="0"/>
              </a:rPr>
              <a:t>maths</a:t>
            </a:r>
            <a:r>
              <a:rPr kumimoji="1" lang="en-US" altLang="en-US" sz="1800" b="1" kern="0">
                <a:solidFill>
                  <a:srgbClr val="000000"/>
                </a:solidFill>
                <a:latin typeface="Courier New" panose="02070309020205020404" pitchFamily="49" charset="0"/>
              </a:rPr>
              <a:t>(2,3);</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console.log(`Sum is ${sum}`);</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console.log(`Product is ${product}`);</a:t>
            </a:r>
          </a:p>
        </p:txBody>
      </p:sp>
      <p:sp>
        <p:nvSpPr>
          <p:cNvPr id="5" name="Slide Number Placeholder 4">
            <a:extLst>
              <a:ext uri="{FF2B5EF4-FFF2-40B4-BE49-F238E27FC236}">
                <a16:creationId xmlns:a16="http://schemas.microsoft.com/office/drawing/2014/main" id="{FAF83FF7-389A-4D84-A7A3-70B46A2C684D}"/>
              </a:ext>
            </a:extLst>
          </p:cNvPr>
          <p:cNvSpPr>
            <a:spLocks noGrp="1"/>
          </p:cNvSpPr>
          <p:nvPr>
            <p:ph type="sldNum" sz="quarter" idx="12"/>
          </p:nvPr>
        </p:nvSpPr>
        <p:spPr/>
        <p:txBody>
          <a:bodyPr/>
          <a:lstStyle/>
          <a:p>
            <a:fld id="{6B7CECC9-8688-4C14-9F38-24140407CAFB}" type="slidenum">
              <a:rPr lang="en-CA" smtClean="0"/>
              <a:t>63</a:t>
            </a:fld>
            <a:endParaRPr lang="en-CA"/>
          </a:p>
        </p:txBody>
      </p:sp>
    </p:spTree>
    <p:extLst>
      <p:ext uri="{BB962C8B-B14F-4D97-AF65-F5344CB8AC3E}">
        <p14:creationId xmlns:p14="http://schemas.microsoft.com/office/powerpoint/2010/main" val="126013026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1D527-51F5-4173-B58A-21400B7DD3C3}"/>
              </a:ext>
            </a:extLst>
          </p:cNvPr>
          <p:cNvSpPr>
            <a:spLocks noGrp="1"/>
          </p:cNvSpPr>
          <p:nvPr>
            <p:ph type="title"/>
          </p:nvPr>
        </p:nvSpPr>
        <p:spPr/>
        <p:txBody>
          <a:bodyPr/>
          <a:lstStyle/>
          <a:p>
            <a:r>
              <a:rPr lang="en-CA"/>
              <a:t>Object </a:t>
            </a:r>
            <a:r>
              <a:rPr lang="en-CA" err="1"/>
              <a:t>Destructuring</a:t>
            </a:r>
            <a:endParaRPr lang="en-CA"/>
          </a:p>
        </p:txBody>
      </p:sp>
      <p:sp>
        <p:nvSpPr>
          <p:cNvPr id="3" name="Content Placeholder 2">
            <a:extLst>
              <a:ext uri="{FF2B5EF4-FFF2-40B4-BE49-F238E27FC236}">
                <a16:creationId xmlns:a16="http://schemas.microsoft.com/office/drawing/2014/main" id="{4FCF6A6E-8201-4CDE-992F-C4529BCA5615}"/>
              </a:ext>
            </a:extLst>
          </p:cNvPr>
          <p:cNvSpPr>
            <a:spLocks noGrp="1"/>
          </p:cNvSpPr>
          <p:nvPr>
            <p:ph idx="1"/>
          </p:nvPr>
        </p:nvSpPr>
        <p:spPr/>
        <p:txBody>
          <a:bodyPr/>
          <a:lstStyle/>
          <a:p>
            <a:r>
              <a:rPr lang="en-US" dirty="0"/>
              <a:t>JavaScript expression to extract data from arrays, objects, and maps and assign them into individual variables</a:t>
            </a:r>
          </a:p>
          <a:p>
            <a:pPr marL="914400" lvl="2" indent="0">
              <a:buNone/>
            </a:pPr>
            <a:endParaRPr lang="en-US" dirty="0"/>
          </a:p>
          <a:p>
            <a:pPr lvl="1"/>
            <a:endParaRPr lang="en-CA" dirty="0"/>
          </a:p>
        </p:txBody>
      </p:sp>
      <p:sp>
        <p:nvSpPr>
          <p:cNvPr id="4" name="Text Box 1033">
            <a:extLst>
              <a:ext uri="{FF2B5EF4-FFF2-40B4-BE49-F238E27FC236}">
                <a16:creationId xmlns:a16="http://schemas.microsoft.com/office/drawing/2014/main" id="{31922EC9-FE3E-449E-9035-7ABD0CF5C260}"/>
              </a:ext>
            </a:extLst>
          </p:cNvPr>
          <p:cNvSpPr txBox="1">
            <a:spLocks noChangeArrowheads="1"/>
          </p:cNvSpPr>
          <p:nvPr/>
        </p:nvSpPr>
        <p:spPr bwMode="auto">
          <a:xfrm>
            <a:off x="2137955" y="2621936"/>
            <a:ext cx="7916090" cy="3554819"/>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0" eaLnBrk="0" fontAlgn="base" hangingPunct="0">
              <a:spcBef>
                <a:spcPct val="0"/>
              </a:spcBef>
              <a:spcAft>
                <a:spcPct val="0"/>
              </a:spcAft>
              <a:buClrTx/>
              <a:buSzTx/>
              <a:buNone/>
              <a:defRPr/>
            </a:pPr>
            <a:r>
              <a:rPr kumimoji="1" lang="en-US" altLang="en-US" sz="1500" b="1" kern="0" dirty="0">
                <a:solidFill>
                  <a:srgbClr val="000000"/>
                </a:solidFill>
                <a:latin typeface="Courier New" panose="02070309020205020404" pitchFamily="49" charset="0"/>
              </a:rPr>
              <a:t>let person = {</a:t>
            </a:r>
          </a:p>
          <a:p>
            <a:pPr lvl="0" eaLnBrk="0" fontAlgn="base" hangingPunct="0">
              <a:spcBef>
                <a:spcPct val="0"/>
              </a:spcBef>
              <a:spcAft>
                <a:spcPct val="0"/>
              </a:spcAft>
              <a:buClrTx/>
              <a:buSzTx/>
              <a:buNone/>
              <a:defRPr/>
            </a:pPr>
            <a:r>
              <a:rPr kumimoji="1" lang="en-US" altLang="en-US" sz="1500" b="1" kern="0" dirty="0">
                <a:solidFill>
                  <a:srgbClr val="000000"/>
                </a:solidFill>
                <a:latin typeface="Courier New" panose="02070309020205020404" pitchFamily="49" charset="0"/>
              </a:rPr>
              <a:t>    first: '</a:t>
            </a:r>
            <a:r>
              <a:rPr kumimoji="1" lang="en-US" altLang="en-US" sz="1500" b="1" kern="0" dirty="0" err="1">
                <a:solidFill>
                  <a:srgbClr val="000000"/>
                </a:solidFill>
                <a:latin typeface="Courier New" panose="02070309020205020404" pitchFamily="49" charset="0"/>
              </a:rPr>
              <a:t>Stefen</a:t>
            </a:r>
            <a:r>
              <a:rPr kumimoji="1" lang="en-US" altLang="en-US" sz="1500" b="1" kern="0" dirty="0">
                <a:solidFill>
                  <a:srgbClr val="000000"/>
                </a:solidFill>
                <a:latin typeface="Courier New" panose="02070309020205020404" pitchFamily="49" charset="0"/>
              </a:rPr>
              <a:t>',</a:t>
            </a:r>
          </a:p>
          <a:p>
            <a:pPr lvl="0" eaLnBrk="0" fontAlgn="base" hangingPunct="0">
              <a:spcBef>
                <a:spcPct val="0"/>
              </a:spcBef>
              <a:spcAft>
                <a:spcPct val="0"/>
              </a:spcAft>
              <a:buClrTx/>
              <a:buSzTx/>
              <a:buNone/>
              <a:defRPr/>
            </a:pPr>
            <a:r>
              <a:rPr kumimoji="1" lang="en-US" altLang="en-US" sz="1500" b="1" kern="0" dirty="0">
                <a:solidFill>
                  <a:srgbClr val="000000"/>
                </a:solidFill>
                <a:latin typeface="Courier New" panose="02070309020205020404" pitchFamily="49" charset="0"/>
              </a:rPr>
              <a:t>    last : '</a:t>
            </a:r>
            <a:r>
              <a:rPr kumimoji="1" lang="en-US" altLang="en-US" sz="1500" b="1" kern="0" dirty="0" err="1">
                <a:solidFill>
                  <a:srgbClr val="000000"/>
                </a:solidFill>
                <a:latin typeface="Courier New" panose="02070309020205020404" pitchFamily="49" charset="0"/>
              </a:rPr>
              <a:t>Dragicevic</a:t>
            </a:r>
            <a:r>
              <a:rPr kumimoji="1" lang="en-US" altLang="en-US" sz="1500" b="1" kern="0" dirty="0">
                <a:solidFill>
                  <a:srgbClr val="000000"/>
                </a:solidFill>
                <a:latin typeface="Courier New" panose="02070309020205020404" pitchFamily="49" charset="0"/>
              </a:rPr>
              <a:t>',</a:t>
            </a:r>
          </a:p>
          <a:p>
            <a:pPr lvl="0" eaLnBrk="0" fontAlgn="base" hangingPunct="0">
              <a:spcBef>
                <a:spcPct val="0"/>
              </a:spcBef>
              <a:spcAft>
                <a:spcPct val="0"/>
              </a:spcAft>
              <a:buClrTx/>
              <a:buSzTx/>
              <a:buNone/>
              <a:defRPr/>
            </a:pPr>
            <a:r>
              <a:rPr kumimoji="1" lang="en-US" altLang="en-US" sz="1500" b="1" kern="0" dirty="0">
                <a:solidFill>
                  <a:srgbClr val="000000"/>
                </a:solidFill>
                <a:latin typeface="Courier New" panose="02070309020205020404" pitchFamily="49" charset="0"/>
              </a:rPr>
              <a:t>    phone : {</a:t>
            </a:r>
          </a:p>
          <a:p>
            <a:pPr lvl="0" eaLnBrk="0" fontAlgn="base" hangingPunct="0">
              <a:spcBef>
                <a:spcPct val="0"/>
              </a:spcBef>
              <a:spcAft>
                <a:spcPct val="0"/>
              </a:spcAft>
              <a:buClrTx/>
              <a:buSzTx/>
              <a:buNone/>
              <a:defRPr/>
            </a:pPr>
            <a:r>
              <a:rPr kumimoji="1" lang="en-US" altLang="en-US" sz="1500" b="1" kern="0" dirty="0">
                <a:solidFill>
                  <a:srgbClr val="000000"/>
                </a:solidFill>
                <a:latin typeface="Courier New" panose="02070309020205020404" pitchFamily="49" charset="0"/>
              </a:rPr>
              <a:t>        home: '416-897-1988',</a:t>
            </a:r>
          </a:p>
          <a:p>
            <a:pPr lvl="0" eaLnBrk="0" fontAlgn="base" hangingPunct="0">
              <a:spcBef>
                <a:spcPct val="0"/>
              </a:spcBef>
              <a:spcAft>
                <a:spcPct val="0"/>
              </a:spcAft>
              <a:buClrTx/>
              <a:buSzTx/>
              <a:buNone/>
              <a:defRPr/>
            </a:pPr>
            <a:r>
              <a:rPr kumimoji="1" lang="en-US" altLang="en-US" sz="1500" b="1" kern="0" dirty="0">
                <a:solidFill>
                  <a:srgbClr val="000000"/>
                </a:solidFill>
                <a:latin typeface="Courier New" panose="02070309020205020404" pitchFamily="49" charset="0"/>
              </a:rPr>
              <a:t>        cell: '314-789-1221'</a:t>
            </a:r>
          </a:p>
          <a:p>
            <a:pPr lvl="0" eaLnBrk="0" fontAlgn="base" hangingPunct="0">
              <a:spcBef>
                <a:spcPct val="0"/>
              </a:spcBef>
              <a:spcAft>
                <a:spcPct val="0"/>
              </a:spcAft>
              <a:buClrTx/>
              <a:buSzTx/>
              <a:buNone/>
              <a:defRPr/>
            </a:pPr>
            <a:r>
              <a:rPr kumimoji="1" lang="en-US" altLang="en-US" sz="1500" b="1" kern="0" dirty="0">
                <a:solidFill>
                  <a:srgbClr val="000000"/>
                </a:solidFill>
                <a:latin typeface="Courier New" panose="02070309020205020404" pitchFamily="49" charset="0"/>
              </a:rPr>
              <a:t>    }    </a:t>
            </a:r>
          </a:p>
          <a:p>
            <a:pPr lvl="0" eaLnBrk="0" fontAlgn="base" hangingPunct="0">
              <a:spcBef>
                <a:spcPct val="0"/>
              </a:spcBef>
              <a:spcAft>
                <a:spcPct val="0"/>
              </a:spcAft>
              <a:buClrTx/>
              <a:buSzTx/>
              <a:buNone/>
              <a:defRPr/>
            </a:pPr>
            <a:r>
              <a:rPr kumimoji="1" lang="en-US" altLang="en-US" sz="1500" b="1" kern="0" dirty="0">
                <a:solidFill>
                  <a:srgbClr val="000000"/>
                </a:solidFill>
                <a:latin typeface="Courier New" panose="02070309020205020404" pitchFamily="49" charset="0"/>
              </a:rPr>
              <a:t> };</a:t>
            </a:r>
          </a:p>
          <a:p>
            <a:pPr lvl="0" eaLnBrk="0" fontAlgn="base" hangingPunct="0">
              <a:spcBef>
                <a:spcPct val="0"/>
              </a:spcBef>
              <a:spcAft>
                <a:spcPct val="0"/>
              </a:spcAft>
              <a:buClrTx/>
              <a:buSzTx/>
              <a:buNone/>
              <a:defRPr/>
            </a:pPr>
            <a:r>
              <a:rPr kumimoji="1" lang="en-US" altLang="en-US" sz="1500" b="1" kern="0" dirty="0">
                <a:solidFill>
                  <a:srgbClr val="000000"/>
                </a:solidFill>
                <a:latin typeface="Courier New" panose="02070309020205020404" pitchFamily="49" charset="0"/>
              </a:rPr>
              <a:t>let {first, </a:t>
            </a:r>
            <a:r>
              <a:rPr kumimoji="1" lang="en-US" altLang="en-US" sz="1500" b="1" kern="0" dirty="0" err="1">
                <a:solidFill>
                  <a:srgbClr val="FF0000"/>
                </a:solidFill>
                <a:latin typeface="Courier New" panose="02070309020205020404" pitchFamily="49" charset="0"/>
              </a:rPr>
              <a:t>last:lastName</a:t>
            </a:r>
            <a:r>
              <a:rPr kumimoji="1" lang="en-US" altLang="en-US" sz="1500" b="1" kern="0" dirty="0">
                <a:solidFill>
                  <a:srgbClr val="000000"/>
                </a:solidFill>
                <a:latin typeface="Courier New" panose="02070309020205020404" pitchFamily="49" charset="0"/>
              </a:rPr>
              <a:t>, phone} = person;</a:t>
            </a:r>
          </a:p>
          <a:p>
            <a:pPr lvl="0" eaLnBrk="0" fontAlgn="base" hangingPunct="0">
              <a:spcBef>
                <a:spcPct val="0"/>
              </a:spcBef>
              <a:spcAft>
                <a:spcPct val="0"/>
              </a:spcAft>
              <a:buClrTx/>
              <a:buSzTx/>
              <a:buNone/>
              <a:defRPr/>
            </a:pPr>
            <a:r>
              <a:rPr kumimoji="1" lang="en-US" altLang="en-US" sz="1500" b="1" kern="0" dirty="0">
                <a:solidFill>
                  <a:srgbClr val="000000"/>
                </a:solidFill>
                <a:latin typeface="Courier New" panose="02070309020205020404" pitchFamily="49" charset="0"/>
              </a:rPr>
              <a:t>console.log(`using person object`);</a:t>
            </a:r>
          </a:p>
          <a:p>
            <a:pPr lvl="0" eaLnBrk="0" fontAlgn="base" hangingPunct="0">
              <a:spcBef>
                <a:spcPct val="0"/>
              </a:spcBef>
              <a:spcAft>
                <a:spcPct val="0"/>
              </a:spcAft>
              <a:buClrTx/>
              <a:buSzTx/>
              <a:buNone/>
              <a:defRPr/>
            </a:pPr>
            <a:r>
              <a:rPr kumimoji="1" lang="en-US" altLang="en-US" sz="1500" b="1" kern="0" dirty="0">
                <a:solidFill>
                  <a:srgbClr val="000000"/>
                </a:solidFill>
                <a:latin typeface="Courier New" panose="02070309020205020404" pitchFamily="49" charset="0"/>
              </a:rPr>
              <a:t>console.log(`First Name : ${first}`);</a:t>
            </a:r>
          </a:p>
          <a:p>
            <a:pPr lvl="0" eaLnBrk="0" fontAlgn="base" hangingPunct="0">
              <a:spcBef>
                <a:spcPct val="0"/>
              </a:spcBef>
              <a:spcAft>
                <a:spcPct val="0"/>
              </a:spcAft>
              <a:buClrTx/>
              <a:buSzTx/>
              <a:buNone/>
              <a:defRPr/>
            </a:pPr>
            <a:r>
              <a:rPr kumimoji="1" lang="en-US" altLang="en-US" sz="1500" b="1" kern="0" dirty="0">
                <a:solidFill>
                  <a:srgbClr val="000000"/>
                </a:solidFill>
                <a:latin typeface="Courier New" panose="02070309020205020404" pitchFamily="49" charset="0"/>
              </a:rPr>
              <a:t>console.log(`Last Name: ${</a:t>
            </a:r>
            <a:r>
              <a:rPr kumimoji="1" lang="en-US" altLang="en-US" sz="1500" b="1" kern="0" dirty="0" err="1">
                <a:solidFill>
                  <a:srgbClr val="000000"/>
                </a:solidFill>
                <a:latin typeface="Courier New" panose="02070309020205020404" pitchFamily="49" charset="0"/>
              </a:rPr>
              <a:t>lastName</a:t>
            </a:r>
            <a:r>
              <a:rPr kumimoji="1" lang="en-US" altLang="en-US" sz="1500" b="1" kern="0" dirty="0">
                <a:solidFill>
                  <a:srgbClr val="000000"/>
                </a:solidFill>
                <a:latin typeface="Courier New" panose="02070309020205020404" pitchFamily="49" charset="0"/>
              </a:rPr>
              <a:t>}`);</a:t>
            </a:r>
          </a:p>
          <a:p>
            <a:pPr eaLnBrk="0" fontAlgn="base" hangingPunct="0">
              <a:spcBef>
                <a:spcPct val="0"/>
              </a:spcBef>
              <a:spcAft>
                <a:spcPct val="0"/>
              </a:spcAft>
              <a:buClrTx/>
              <a:buSzTx/>
              <a:buNone/>
              <a:defRPr/>
            </a:pPr>
            <a:r>
              <a:rPr kumimoji="1" lang="en-US" altLang="en-US" sz="1500" b="1" kern="0" dirty="0">
                <a:solidFill>
                  <a:schemeClr val="accent1">
                    <a:lumMod val="75000"/>
                  </a:schemeClr>
                </a:solidFill>
                <a:latin typeface="Courier New" panose="02070309020205020404" pitchFamily="49" charset="0"/>
              </a:rPr>
              <a:t>// console.log(`Last Name: ${last}`);</a:t>
            </a:r>
          </a:p>
          <a:p>
            <a:pPr lvl="0" eaLnBrk="0" fontAlgn="base" hangingPunct="0">
              <a:spcBef>
                <a:spcPct val="0"/>
              </a:spcBef>
              <a:spcAft>
                <a:spcPct val="0"/>
              </a:spcAft>
              <a:buClrTx/>
              <a:buSzTx/>
              <a:buNone/>
              <a:defRPr/>
            </a:pPr>
            <a:r>
              <a:rPr kumimoji="1" lang="en-US" altLang="en-US" sz="1500" b="1" kern="0" dirty="0">
                <a:solidFill>
                  <a:srgbClr val="000000"/>
                </a:solidFill>
                <a:latin typeface="Courier New" panose="02070309020205020404" pitchFamily="49" charset="0"/>
              </a:rPr>
              <a:t>console.log(`Home Phone: ${</a:t>
            </a:r>
            <a:r>
              <a:rPr kumimoji="1" lang="en-US" altLang="en-US" sz="1500" b="1" kern="0" dirty="0" err="1">
                <a:solidFill>
                  <a:srgbClr val="000000"/>
                </a:solidFill>
                <a:latin typeface="Courier New" panose="02070309020205020404" pitchFamily="49" charset="0"/>
              </a:rPr>
              <a:t>phone.home</a:t>
            </a:r>
            <a:r>
              <a:rPr kumimoji="1" lang="en-US" altLang="en-US" sz="1500" b="1" kern="0" dirty="0">
                <a:solidFill>
                  <a:srgbClr val="000000"/>
                </a:solidFill>
                <a:latin typeface="Courier New" panose="02070309020205020404" pitchFamily="49" charset="0"/>
              </a:rPr>
              <a:t>}`);</a:t>
            </a:r>
          </a:p>
          <a:p>
            <a:pPr lvl="0" eaLnBrk="0" fontAlgn="base" hangingPunct="0">
              <a:spcBef>
                <a:spcPct val="0"/>
              </a:spcBef>
              <a:spcAft>
                <a:spcPct val="0"/>
              </a:spcAft>
              <a:buClrTx/>
              <a:buSzTx/>
              <a:buNone/>
              <a:defRPr/>
            </a:pPr>
            <a:r>
              <a:rPr kumimoji="1" lang="en-US" altLang="en-US" sz="1500" b="1" kern="0" dirty="0">
                <a:solidFill>
                  <a:srgbClr val="000000"/>
                </a:solidFill>
                <a:latin typeface="Courier New" panose="02070309020205020404" pitchFamily="49" charset="0"/>
              </a:rPr>
              <a:t>console.log(`Cell Phone: ${</a:t>
            </a:r>
            <a:r>
              <a:rPr kumimoji="1" lang="en-US" altLang="en-US" sz="1500" b="1" kern="0" dirty="0" err="1">
                <a:solidFill>
                  <a:srgbClr val="000000"/>
                </a:solidFill>
                <a:latin typeface="Courier New" panose="02070309020205020404" pitchFamily="49" charset="0"/>
              </a:rPr>
              <a:t>phone.cell</a:t>
            </a:r>
            <a:r>
              <a:rPr kumimoji="1" lang="en-US" altLang="en-US" sz="1500" b="1" kern="0" dirty="0">
                <a:solidFill>
                  <a:srgbClr val="000000"/>
                </a:solidFill>
                <a:latin typeface="Courier New" panose="02070309020205020404" pitchFamily="49" charset="0"/>
              </a:rPr>
              <a:t>}`);</a:t>
            </a:r>
          </a:p>
        </p:txBody>
      </p:sp>
      <p:sp>
        <p:nvSpPr>
          <p:cNvPr id="9" name="Arrow: Left 8">
            <a:extLst>
              <a:ext uri="{FF2B5EF4-FFF2-40B4-BE49-F238E27FC236}">
                <a16:creationId xmlns:a16="http://schemas.microsoft.com/office/drawing/2014/main" id="{23BE36B3-5946-4762-B495-104094FB9622}"/>
              </a:ext>
            </a:extLst>
          </p:cNvPr>
          <p:cNvSpPr/>
          <p:nvPr/>
        </p:nvSpPr>
        <p:spPr>
          <a:xfrm>
            <a:off x="6565599" y="5374678"/>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TextBox 9">
            <a:extLst>
              <a:ext uri="{FF2B5EF4-FFF2-40B4-BE49-F238E27FC236}">
                <a16:creationId xmlns:a16="http://schemas.microsoft.com/office/drawing/2014/main" id="{911D576F-9D61-44FC-A225-034E42BFCDEB}"/>
              </a:ext>
            </a:extLst>
          </p:cNvPr>
          <p:cNvSpPr txBox="1"/>
          <p:nvPr/>
        </p:nvSpPr>
        <p:spPr>
          <a:xfrm>
            <a:off x="7235458" y="5323075"/>
            <a:ext cx="1767509" cy="369332"/>
          </a:xfrm>
          <a:prstGeom prst="rect">
            <a:avLst/>
          </a:prstGeom>
          <a:noFill/>
        </p:spPr>
        <p:txBody>
          <a:bodyPr wrap="square" rtlCol="0">
            <a:spAutoFit/>
          </a:bodyPr>
          <a:lstStyle/>
          <a:p>
            <a:r>
              <a:rPr lang="en-CA" b="1" dirty="0">
                <a:solidFill>
                  <a:srgbClr val="FF0000"/>
                </a:solidFill>
              </a:rPr>
              <a:t>Reference Error</a:t>
            </a:r>
          </a:p>
        </p:txBody>
      </p:sp>
      <p:sp>
        <p:nvSpPr>
          <p:cNvPr id="11" name="Slide Number Placeholder 10">
            <a:extLst>
              <a:ext uri="{FF2B5EF4-FFF2-40B4-BE49-F238E27FC236}">
                <a16:creationId xmlns:a16="http://schemas.microsoft.com/office/drawing/2014/main" id="{6A3B7EDF-2CCE-492F-8847-2570009DC028}"/>
              </a:ext>
            </a:extLst>
          </p:cNvPr>
          <p:cNvSpPr>
            <a:spLocks noGrp="1"/>
          </p:cNvSpPr>
          <p:nvPr>
            <p:ph type="sldNum" sz="quarter" idx="12"/>
          </p:nvPr>
        </p:nvSpPr>
        <p:spPr/>
        <p:txBody>
          <a:bodyPr/>
          <a:lstStyle/>
          <a:p>
            <a:fld id="{6B7CECC9-8688-4C14-9F38-24140407CAFB}" type="slidenum">
              <a:rPr lang="en-CA" smtClean="0"/>
              <a:t>64</a:t>
            </a:fld>
            <a:endParaRPr lang="en-CA" dirty="0"/>
          </a:p>
        </p:txBody>
      </p:sp>
      <p:pic>
        <p:nvPicPr>
          <p:cNvPr id="12" name="Picture 11">
            <a:extLst>
              <a:ext uri="{FF2B5EF4-FFF2-40B4-BE49-F238E27FC236}">
                <a16:creationId xmlns:a16="http://schemas.microsoft.com/office/drawing/2014/main" id="{1B3E79E3-1B80-41F1-8082-49808639DCAC}"/>
              </a:ext>
            </a:extLst>
          </p:cNvPr>
          <p:cNvPicPr>
            <a:picLocks noChangeAspect="1"/>
          </p:cNvPicPr>
          <p:nvPr/>
        </p:nvPicPr>
        <p:blipFill>
          <a:blip r:embed="rId3"/>
          <a:stretch>
            <a:fillRect/>
          </a:stretch>
        </p:blipFill>
        <p:spPr>
          <a:xfrm rot="16200000">
            <a:off x="4369270" y="4100588"/>
            <a:ext cx="477393" cy="303856"/>
          </a:xfrm>
          <a:prstGeom prst="rect">
            <a:avLst/>
          </a:prstGeom>
        </p:spPr>
      </p:pic>
      <p:sp>
        <p:nvSpPr>
          <p:cNvPr id="13" name="TextBox 12">
            <a:extLst>
              <a:ext uri="{FF2B5EF4-FFF2-40B4-BE49-F238E27FC236}">
                <a16:creationId xmlns:a16="http://schemas.microsoft.com/office/drawing/2014/main" id="{27A17837-A7BA-4C2B-A300-F55EA9DFF2B9}"/>
              </a:ext>
            </a:extLst>
          </p:cNvPr>
          <p:cNvSpPr txBox="1"/>
          <p:nvPr/>
        </p:nvSpPr>
        <p:spPr>
          <a:xfrm>
            <a:off x="4759895" y="4053886"/>
            <a:ext cx="5536500" cy="369332"/>
          </a:xfrm>
          <a:prstGeom prst="rect">
            <a:avLst/>
          </a:prstGeom>
          <a:noFill/>
        </p:spPr>
        <p:txBody>
          <a:bodyPr wrap="square" rtlCol="0">
            <a:spAutoFit/>
          </a:bodyPr>
          <a:lstStyle/>
          <a:p>
            <a:r>
              <a:rPr lang="en-CA" b="1" dirty="0">
                <a:solidFill>
                  <a:srgbClr val="FF0000"/>
                </a:solidFill>
              </a:rPr>
              <a:t>Value of last property is assigned to </a:t>
            </a:r>
            <a:r>
              <a:rPr lang="en-CA" b="1" dirty="0" err="1">
                <a:solidFill>
                  <a:srgbClr val="FF0000"/>
                </a:solidFill>
              </a:rPr>
              <a:t>lastName</a:t>
            </a:r>
            <a:r>
              <a:rPr lang="en-CA" b="1" dirty="0">
                <a:solidFill>
                  <a:srgbClr val="FF0000"/>
                </a:solidFill>
              </a:rPr>
              <a:t> variable</a:t>
            </a:r>
          </a:p>
        </p:txBody>
      </p:sp>
    </p:spTree>
    <p:extLst>
      <p:ext uri="{BB962C8B-B14F-4D97-AF65-F5344CB8AC3E}">
        <p14:creationId xmlns:p14="http://schemas.microsoft.com/office/powerpoint/2010/main" val="301842435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E8DF0-34F5-4CD1-9C48-402D6B79A89A}"/>
              </a:ext>
            </a:extLst>
          </p:cNvPr>
          <p:cNvSpPr>
            <a:spLocks noGrp="1"/>
          </p:cNvSpPr>
          <p:nvPr>
            <p:ph type="title"/>
          </p:nvPr>
        </p:nvSpPr>
        <p:spPr/>
        <p:txBody>
          <a:bodyPr/>
          <a:lstStyle/>
          <a:p>
            <a:r>
              <a:rPr lang="en-CA"/>
              <a:t>Merge Objects Using Spread</a:t>
            </a:r>
          </a:p>
        </p:txBody>
      </p:sp>
      <p:sp>
        <p:nvSpPr>
          <p:cNvPr id="3" name="Content Placeholder 2">
            <a:extLst>
              <a:ext uri="{FF2B5EF4-FFF2-40B4-BE49-F238E27FC236}">
                <a16:creationId xmlns:a16="http://schemas.microsoft.com/office/drawing/2014/main" id="{13919DD5-108A-47B8-B60C-A66E83E3972C}"/>
              </a:ext>
            </a:extLst>
          </p:cNvPr>
          <p:cNvSpPr>
            <a:spLocks noGrp="1"/>
          </p:cNvSpPr>
          <p:nvPr>
            <p:ph idx="1"/>
          </p:nvPr>
        </p:nvSpPr>
        <p:spPr/>
        <p:txBody>
          <a:bodyPr/>
          <a:lstStyle/>
          <a:p>
            <a:endParaRPr lang="en-CA"/>
          </a:p>
        </p:txBody>
      </p:sp>
      <p:sp>
        <p:nvSpPr>
          <p:cNvPr id="5" name="Text Box 1033">
            <a:extLst>
              <a:ext uri="{FF2B5EF4-FFF2-40B4-BE49-F238E27FC236}">
                <a16:creationId xmlns:a16="http://schemas.microsoft.com/office/drawing/2014/main" id="{68D8CF32-9E07-4B69-A8C7-F496E98AC186}"/>
              </a:ext>
            </a:extLst>
          </p:cNvPr>
          <p:cNvSpPr txBox="1">
            <a:spLocks noChangeArrowheads="1"/>
          </p:cNvSpPr>
          <p:nvPr/>
        </p:nvSpPr>
        <p:spPr bwMode="auto">
          <a:xfrm>
            <a:off x="1094282" y="2756293"/>
            <a:ext cx="9285393" cy="2862322"/>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0" eaLnBrk="0" fontAlgn="base" hangingPunct="0">
              <a:spcBef>
                <a:spcPct val="0"/>
              </a:spcBef>
              <a:spcAft>
                <a:spcPct val="0"/>
              </a:spcAft>
              <a:buClrTx/>
              <a:buSzTx/>
              <a:buNone/>
              <a:defRPr/>
            </a:pPr>
            <a:r>
              <a:rPr kumimoji="1" lang="en-US" altLang="en-US" sz="2000" b="1" kern="0">
                <a:solidFill>
                  <a:srgbClr val="000000"/>
                </a:solidFill>
                <a:latin typeface="Courier New" panose="02070309020205020404" pitchFamily="49" charset="0"/>
              </a:rPr>
              <a:t>let student = { name: 'Stefan', location: 'TO Campus' };</a:t>
            </a:r>
          </a:p>
          <a:p>
            <a:pPr lvl="0" eaLnBrk="0" fontAlgn="base" hangingPunct="0">
              <a:spcBef>
                <a:spcPct val="0"/>
              </a:spcBef>
              <a:spcAft>
                <a:spcPct val="0"/>
              </a:spcAft>
              <a:buClrTx/>
              <a:buSzTx/>
              <a:buNone/>
              <a:defRPr/>
            </a:pPr>
            <a:r>
              <a:rPr kumimoji="1" lang="en-US" altLang="en-US" sz="2000" b="1" kern="0">
                <a:solidFill>
                  <a:srgbClr val="000000"/>
                </a:solidFill>
                <a:latin typeface="Courier New" panose="02070309020205020404" pitchFamily="49" charset="0"/>
              </a:rPr>
              <a:t>let grades = { ENG101: 98, MAT201: 85 };</a:t>
            </a:r>
          </a:p>
          <a:p>
            <a:pPr lvl="0" eaLnBrk="0" fontAlgn="base" hangingPunct="0">
              <a:spcBef>
                <a:spcPct val="0"/>
              </a:spcBef>
              <a:spcAft>
                <a:spcPct val="0"/>
              </a:spcAft>
              <a:buClrTx/>
              <a:buSzTx/>
              <a:buNone/>
              <a:defRPr/>
            </a:pPr>
            <a:r>
              <a:rPr kumimoji="1" lang="en-US" altLang="en-US" sz="2000" b="1" kern="0">
                <a:solidFill>
                  <a:srgbClr val="000000"/>
                </a:solidFill>
                <a:latin typeface="Courier New" panose="02070309020205020404" pitchFamily="49" charset="0"/>
              </a:rPr>
              <a:t>let profile1 = { ...student, ...grades };</a:t>
            </a:r>
          </a:p>
          <a:p>
            <a:pPr lvl="0" eaLnBrk="0" fontAlgn="base" hangingPunct="0">
              <a:spcBef>
                <a:spcPct val="0"/>
              </a:spcBef>
              <a:spcAft>
                <a:spcPct val="0"/>
              </a:spcAft>
              <a:buClrTx/>
              <a:buSzTx/>
              <a:buNone/>
              <a:defRPr/>
            </a:pPr>
            <a:r>
              <a:rPr kumimoji="1" lang="en-US" altLang="en-US" sz="2000" b="1" kern="0">
                <a:solidFill>
                  <a:srgbClr val="000000"/>
                </a:solidFill>
                <a:latin typeface="Courier New" panose="02070309020205020404" pitchFamily="49" charset="0"/>
              </a:rPr>
              <a:t>console.log(profile1);</a:t>
            </a:r>
          </a:p>
          <a:p>
            <a:pPr lvl="0" eaLnBrk="0" fontAlgn="base" hangingPunct="0">
              <a:spcBef>
                <a:spcPct val="0"/>
              </a:spcBef>
              <a:spcAft>
                <a:spcPct val="0"/>
              </a:spcAft>
              <a:buClrTx/>
              <a:buSzTx/>
              <a:buNone/>
              <a:defRPr/>
            </a:pPr>
            <a:endParaRPr kumimoji="1" lang="en-US" altLang="en-US" sz="2000" b="1" kern="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endParaRPr kumimoji="1" lang="en-US" altLang="en-US" sz="2000" b="1" kern="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r>
              <a:rPr kumimoji="1" lang="en-US" altLang="en-US" sz="2000" b="1" kern="0">
                <a:solidFill>
                  <a:srgbClr val="000000"/>
                </a:solidFill>
                <a:latin typeface="Courier New" panose="02070309020205020404" pitchFamily="49" charset="0"/>
              </a:rPr>
              <a:t>// ---------- ES5 ----------</a:t>
            </a:r>
          </a:p>
          <a:p>
            <a:pPr lvl="0" eaLnBrk="0" fontAlgn="base" hangingPunct="0">
              <a:spcBef>
                <a:spcPct val="0"/>
              </a:spcBef>
              <a:spcAft>
                <a:spcPct val="0"/>
              </a:spcAft>
              <a:buClrTx/>
              <a:buSzTx/>
              <a:buNone/>
              <a:defRPr/>
            </a:pPr>
            <a:r>
              <a:rPr kumimoji="1" lang="en-US" altLang="en-US" sz="2000" b="1" kern="0">
                <a:solidFill>
                  <a:srgbClr val="000000"/>
                </a:solidFill>
                <a:latin typeface="Courier New" panose="02070309020205020404" pitchFamily="49" charset="0"/>
              </a:rPr>
              <a:t>let profile = </a:t>
            </a:r>
            <a:r>
              <a:rPr kumimoji="1" lang="en-US" altLang="en-US" sz="2000" b="1" kern="0" err="1">
                <a:solidFill>
                  <a:srgbClr val="000000"/>
                </a:solidFill>
                <a:latin typeface="Courier New" panose="02070309020205020404" pitchFamily="49" charset="0"/>
              </a:rPr>
              <a:t>Object.assign</a:t>
            </a:r>
            <a:r>
              <a:rPr kumimoji="1" lang="en-US" altLang="en-US" sz="2000" b="1" kern="0">
                <a:solidFill>
                  <a:srgbClr val="000000"/>
                </a:solidFill>
                <a:latin typeface="Courier New" panose="02070309020205020404" pitchFamily="49" charset="0"/>
              </a:rPr>
              <a:t>(student, grades);</a:t>
            </a:r>
          </a:p>
          <a:p>
            <a:pPr lvl="0" eaLnBrk="0" fontAlgn="base" hangingPunct="0">
              <a:spcBef>
                <a:spcPct val="0"/>
              </a:spcBef>
              <a:spcAft>
                <a:spcPct val="0"/>
              </a:spcAft>
              <a:buClrTx/>
              <a:buSzTx/>
              <a:buNone/>
              <a:defRPr/>
            </a:pPr>
            <a:r>
              <a:rPr kumimoji="1" lang="en-US" altLang="en-US" sz="2000" b="1" kern="0">
                <a:solidFill>
                  <a:srgbClr val="000000"/>
                </a:solidFill>
                <a:latin typeface="Courier New" panose="02070309020205020404" pitchFamily="49" charset="0"/>
              </a:rPr>
              <a:t>console.log(profile);</a:t>
            </a:r>
          </a:p>
        </p:txBody>
      </p:sp>
      <p:sp>
        <p:nvSpPr>
          <p:cNvPr id="7" name="Arrow: Left 6">
            <a:extLst>
              <a:ext uri="{FF2B5EF4-FFF2-40B4-BE49-F238E27FC236}">
                <a16:creationId xmlns:a16="http://schemas.microsoft.com/office/drawing/2014/main" id="{41AD9701-D96C-4BBA-AA2C-4E2F33B2DE7C}"/>
              </a:ext>
            </a:extLst>
          </p:cNvPr>
          <p:cNvSpPr/>
          <p:nvPr/>
        </p:nvSpPr>
        <p:spPr>
          <a:xfrm>
            <a:off x="7597761" y="3458942"/>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TextBox 7">
            <a:extLst>
              <a:ext uri="{FF2B5EF4-FFF2-40B4-BE49-F238E27FC236}">
                <a16:creationId xmlns:a16="http://schemas.microsoft.com/office/drawing/2014/main" id="{D48DF9E4-690A-46CA-A759-DBC0872E6015}"/>
              </a:ext>
            </a:extLst>
          </p:cNvPr>
          <p:cNvSpPr txBox="1"/>
          <p:nvPr/>
        </p:nvSpPr>
        <p:spPr>
          <a:xfrm>
            <a:off x="8291860" y="3185753"/>
            <a:ext cx="1767509" cy="646331"/>
          </a:xfrm>
          <a:prstGeom prst="rect">
            <a:avLst/>
          </a:prstGeom>
          <a:noFill/>
        </p:spPr>
        <p:txBody>
          <a:bodyPr wrap="square" rtlCol="0">
            <a:spAutoFit/>
          </a:bodyPr>
          <a:lstStyle/>
          <a:p>
            <a:r>
              <a:rPr lang="en-CA" b="1">
                <a:solidFill>
                  <a:srgbClr val="FF0000"/>
                </a:solidFill>
              </a:rPr>
              <a:t>Using spread operator</a:t>
            </a:r>
          </a:p>
        </p:txBody>
      </p:sp>
      <p:sp>
        <p:nvSpPr>
          <p:cNvPr id="9" name="Arrow: Left 8">
            <a:extLst>
              <a:ext uri="{FF2B5EF4-FFF2-40B4-BE49-F238E27FC236}">
                <a16:creationId xmlns:a16="http://schemas.microsoft.com/office/drawing/2014/main" id="{8861F225-7D79-4E6E-9FE1-1D330A9D3777}"/>
              </a:ext>
            </a:extLst>
          </p:cNvPr>
          <p:cNvSpPr/>
          <p:nvPr/>
        </p:nvSpPr>
        <p:spPr>
          <a:xfrm>
            <a:off x="8166118" y="4897689"/>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TextBox 9">
            <a:extLst>
              <a:ext uri="{FF2B5EF4-FFF2-40B4-BE49-F238E27FC236}">
                <a16:creationId xmlns:a16="http://schemas.microsoft.com/office/drawing/2014/main" id="{D51B1A19-2555-4F0E-AA56-0E05DBD128A4}"/>
              </a:ext>
            </a:extLst>
          </p:cNvPr>
          <p:cNvSpPr txBox="1"/>
          <p:nvPr/>
        </p:nvSpPr>
        <p:spPr>
          <a:xfrm>
            <a:off x="8732176" y="4707586"/>
            <a:ext cx="1767509" cy="646331"/>
          </a:xfrm>
          <a:prstGeom prst="rect">
            <a:avLst/>
          </a:prstGeom>
          <a:noFill/>
        </p:spPr>
        <p:txBody>
          <a:bodyPr wrap="square" rtlCol="0">
            <a:spAutoFit/>
          </a:bodyPr>
          <a:lstStyle/>
          <a:p>
            <a:r>
              <a:rPr lang="en-CA" b="1">
                <a:solidFill>
                  <a:srgbClr val="FF0000"/>
                </a:solidFill>
              </a:rPr>
              <a:t>Using </a:t>
            </a:r>
            <a:r>
              <a:rPr lang="en-CA" b="1" err="1">
                <a:solidFill>
                  <a:srgbClr val="FF0000"/>
                </a:solidFill>
              </a:rPr>
              <a:t>Object.assign</a:t>
            </a:r>
            <a:r>
              <a:rPr lang="en-CA" b="1">
                <a:solidFill>
                  <a:srgbClr val="FF0000"/>
                </a:solidFill>
              </a:rPr>
              <a:t>()</a:t>
            </a:r>
          </a:p>
        </p:txBody>
      </p:sp>
      <p:sp>
        <p:nvSpPr>
          <p:cNvPr id="4" name="Slide Number Placeholder 3">
            <a:extLst>
              <a:ext uri="{FF2B5EF4-FFF2-40B4-BE49-F238E27FC236}">
                <a16:creationId xmlns:a16="http://schemas.microsoft.com/office/drawing/2014/main" id="{14475DAF-F6DB-40A2-B72B-D215B7D3C06A}"/>
              </a:ext>
            </a:extLst>
          </p:cNvPr>
          <p:cNvSpPr>
            <a:spLocks noGrp="1"/>
          </p:cNvSpPr>
          <p:nvPr>
            <p:ph type="sldNum" sz="quarter" idx="12"/>
          </p:nvPr>
        </p:nvSpPr>
        <p:spPr/>
        <p:txBody>
          <a:bodyPr/>
          <a:lstStyle/>
          <a:p>
            <a:fld id="{6B7CECC9-8688-4C14-9F38-24140407CAFB}" type="slidenum">
              <a:rPr lang="en-CA" smtClean="0"/>
              <a:t>65</a:t>
            </a:fld>
            <a:endParaRPr lang="en-CA"/>
          </a:p>
        </p:txBody>
      </p:sp>
    </p:spTree>
    <p:extLst>
      <p:ext uri="{BB962C8B-B14F-4D97-AF65-F5344CB8AC3E}">
        <p14:creationId xmlns:p14="http://schemas.microsoft.com/office/powerpoint/2010/main" val="16591368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DAA2A-6A06-45F3-81B3-73D2D6FA7D75}"/>
              </a:ext>
            </a:extLst>
          </p:cNvPr>
          <p:cNvSpPr>
            <a:spLocks noGrp="1"/>
          </p:cNvSpPr>
          <p:nvPr>
            <p:ph type="title"/>
          </p:nvPr>
        </p:nvSpPr>
        <p:spPr/>
        <p:txBody>
          <a:bodyPr/>
          <a:lstStyle/>
          <a:p>
            <a:r>
              <a:rPr lang="en-CA"/>
              <a:t>JSON Structure</a:t>
            </a:r>
          </a:p>
        </p:txBody>
      </p:sp>
      <p:sp>
        <p:nvSpPr>
          <p:cNvPr id="3" name="Content Placeholder 2">
            <a:extLst>
              <a:ext uri="{FF2B5EF4-FFF2-40B4-BE49-F238E27FC236}">
                <a16:creationId xmlns:a16="http://schemas.microsoft.com/office/drawing/2014/main" id="{C245E6C9-2B6A-4275-93F7-3E6A01F2219B}"/>
              </a:ext>
            </a:extLst>
          </p:cNvPr>
          <p:cNvSpPr>
            <a:spLocks noGrp="1"/>
          </p:cNvSpPr>
          <p:nvPr>
            <p:ph idx="1"/>
          </p:nvPr>
        </p:nvSpPr>
        <p:spPr/>
        <p:txBody>
          <a:bodyPr/>
          <a:lstStyle/>
          <a:p>
            <a:endParaRPr lang="en-CA"/>
          </a:p>
        </p:txBody>
      </p:sp>
      <p:sp>
        <p:nvSpPr>
          <p:cNvPr id="4" name="Text Box 1033">
            <a:extLst>
              <a:ext uri="{FF2B5EF4-FFF2-40B4-BE49-F238E27FC236}">
                <a16:creationId xmlns:a16="http://schemas.microsoft.com/office/drawing/2014/main" id="{E5CD8340-7BBE-4487-B762-9C2A15804F54}"/>
              </a:ext>
            </a:extLst>
          </p:cNvPr>
          <p:cNvSpPr txBox="1">
            <a:spLocks noChangeArrowheads="1"/>
          </p:cNvSpPr>
          <p:nvPr/>
        </p:nvSpPr>
        <p:spPr bwMode="auto">
          <a:xfrm>
            <a:off x="1393795" y="2016135"/>
            <a:ext cx="9170632" cy="3970318"/>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    {</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        "name": { "first": "Stefan", "last": "</a:t>
            </a:r>
            <a:r>
              <a:rPr kumimoji="1" lang="en-US" altLang="en-US" sz="1800" b="1" kern="0" err="1">
                <a:solidFill>
                  <a:srgbClr val="000000"/>
                </a:solidFill>
                <a:latin typeface="Courier New" panose="02070309020205020404" pitchFamily="49" charset="0"/>
              </a:rPr>
              <a:t>Dragi</a:t>
            </a:r>
            <a:r>
              <a:rPr kumimoji="1" lang="en-US" altLang="en-US" sz="1800" b="1" kern="0">
                <a:solidFill>
                  <a:srgbClr val="000000"/>
                </a:solidFill>
                <a:latin typeface="Courier New" panose="02070309020205020404" pitchFamily="49" charset="0"/>
              </a:rPr>
              <a:t>" },</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        "salary": 89000,</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        "active": true,</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        "skills": ["Python", "C++"]</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    },</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    {</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        "name": { "first": "Jered", "last": "</a:t>
            </a:r>
            <a:r>
              <a:rPr kumimoji="1" lang="en-US" altLang="en-US" sz="1800" b="1" kern="0" err="1">
                <a:solidFill>
                  <a:srgbClr val="000000"/>
                </a:solidFill>
                <a:latin typeface="Courier New" panose="02070309020205020404" pitchFamily="49" charset="0"/>
              </a:rPr>
              <a:t>Petru</a:t>
            </a:r>
            <a:r>
              <a:rPr kumimoji="1" lang="en-US" altLang="en-US" sz="1800" b="1" kern="0">
                <a:solidFill>
                  <a:srgbClr val="000000"/>
                </a:solidFill>
                <a:latin typeface="Courier New" panose="02070309020205020404" pitchFamily="49" charset="0"/>
              </a:rPr>
              <a:t>" },</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        "salary": 89500,</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        "active": true,</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        "skills": ["Python", "JavaScript"]</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    }</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a:t>
            </a:r>
          </a:p>
        </p:txBody>
      </p:sp>
      <p:sp>
        <p:nvSpPr>
          <p:cNvPr id="5" name="Arrow: Left 4">
            <a:extLst>
              <a:ext uri="{FF2B5EF4-FFF2-40B4-BE49-F238E27FC236}">
                <a16:creationId xmlns:a16="http://schemas.microsoft.com/office/drawing/2014/main" id="{7D48607C-5CF4-4626-937B-64314FAC2C9C}"/>
              </a:ext>
            </a:extLst>
          </p:cNvPr>
          <p:cNvSpPr/>
          <p:nvPr/>
        </p:nvSpPr>
        <p:spPr>
          <a:xfrm>
            <a:off x="9089294" y="2636018"/>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 name="TextBox 5">
            <a:extLst>
              <a:ext uri="{FF2B5EF4-FFF2-40B4-BE49-F238E27FC236}">
                <a16:creationId xmlns:a16="http://schemas.microsoft.com/office/drawing/2014/main" id="{C50E8281-948C-489C-BC0B-F71757805E33}"/>
              </a:ext>
            </a:extLst>
          </p:cNvPr>
          <p:cNvSpPr txBox="1"/>
          <p:nvPr/>
        </p:nvSpPr>
        <p:spPr>
          <a:xfrm>
            <a:off x="9686949" y="2375766"/>
            <a:ext cx="788701" cy="646331"/>
          </a:xfrm>
          <a:prstGeom prst="rect">
            <a:avLst/>
          </a:prstGeom>
          <a:noFill/>
        </p:spPr>
        <p:txBody>
          <a:bodyPr wrap="square" rtlCol="0">
            <a:spAutoFit/>
          </a:bodyPr>
          <a:lstStyle/>
          <a:p>
            <a:r>
              <a:rPr lang="en-CA" b="1">
                <a:solidFill>
                  <a:srgbClr val="FF0000"/>
                </a:solidFill>
              </a:rPr>
              <a:t>JSON</a:t>
            </a:r>
          </a:p>
          <a:p>
            <a:r>
              <a:rPr lang="en-CA" b="1">
                <a:solidFill>
                  <a:srgbClr val="FF0000"/>
                </a:solidFill>
              </a:rPr>
              <a:t>object</a:t>
            </a:r>
          </a:p>
        </p:txBody>
      </p:sp>
      <p:sp>
        <p:nvSpPr>
          <p:cNvPr id="7" name="Arrow: Left 6">
            <a:extLst>
              <a:ext uri="{FF2B5EF4-FFF2-40B4-BE49-F238E27FC236}">
                <a16:creationId xmlns:a16="http://schemas.microsoft.com/office/drawing/2014/main" id="{7719DA53-19FF-4F5C-8971-1A667F6AC91B}"/>
              </a:ext>
            </a:extLst>
          </p:cNvPr>
          <p:cNvSpPr/>
          <p:nvPr/>
        </p:nvSpPr>
        <p:spPr>
          <a:xfrm>
            <a:off x="4838357" y="4501810"/>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TextBox 7">
            <a:extLst>
              <a:ext uri="{FF2B5EF4-FFF2-40B4-BE49-F238E27FC236}">
                <a16:creationId xmlns:a16="http://schemas.microsoft.com/office/drawing/2014/main" id="{1B85E8E3-A457-4ADB-9059-2775E503F1C1}"/>
              </a:ext>
            </a:extLst>
          </p:cNvPr>
          <p:cNvSpPr txBox="1"/>
          <p:nvPr/>
        </p:nvSpPr>
        <p:spPr>
          <a:xfrm>
            <a:off x="5436012" y="4428596"/>
            <a:ext cx="1275506" cy="369332"/>
          </a:xfrm>
          <a:prstGeom prst="rect">
            <a:avLst/>
          </a:prstGeom>
          <a:noFill/>
        </p:spPr>
        <p:txBody>
          <a:bodyPr wrap="square" rtlCol="0">
            <a:spAutoFit/>
          </a:bodyPr>
          <a:lstStyle/>
          <a:p>
            <a:r>
              <a:rPr lang="en-CA" b="1">
                <a:solidFill>
                  <a:srgbClr val="FF0000"/>
                </a:solidFill>
              </a:rPr>
              <a:t>number</a:t>
            </a:r>
          </a:p>
        </p:txBody>
      </p:sp>
      <p:sp>
        <p:nvSpPr>
          <p:cNvPr id="9" name="Arrow: Left 8">
            <a:extLst>
              <a:ext uri="{FF2B5EF4-FFF2-40B4-BE49-F238E27FC236}">
                <a16:creationId xmlns:a16="http://schemas.microsoft.com/office/drawing/2014/main" id="{24E60ED2-E4DA-410E-84E0-91E2BD1C93B0}"/>
              </a:ext>
            </a:extLst>
          </p:cNvPr>
          <p:cNvSpPr/>
          <p:nvPr/>
        </p:nvSpPr>
        <p:spPr>
          <a:xfrm>
            <a:off x="7270851" y="5078857"/>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TextBox 9">
            <a:extLst>
              <a:ext uri="{FF2B5EF4-FFF2-40B4-BE49-F238E27FC236}">
                <a16:creationId xmlns:a16="http://schemas.microsoft.com/office/drawing/2014/main" id="{B4047FC0-1561-405E-BC4E-174B1101E7F8}"/>
              </a:ext>
            </a:extLst>
          </p:cNvPr>
          <p:cNvSpPr txBox="1"/>
          <p:nvPr/>
        </p:nvSpPr>
        <p:spPr>
          <a:xfrm>
            <a:off x="7868506" y="5005643"/>
            <a:ext cx="788701" cy="369332"/>
          </a:xfrm>
          <a:prstGeom prst="rect">
            <a:avLst/>
          </a:prstGeom>
          <a:noFill/>
        </p:spPr>
        <p:txBody>
          <a:bodyPr wrap="square" rtlCol="0">
            <a:spAutoFit/>
          </a:bodyPr>
          <a:lstStyle/>
          <a:p>
            <a:r>
              <a:rPr lang="en-CA" b="1">
                <a:solidFill>
                  <a:srgbClr val="FF0000"/>
                </a:solidFill>
              </a:rPr>
              <a:t>array</a:t>
            </a:r>
          </a:p>
        </p:txBody>
      </p:sp>
      <p:sp>
        <p:nvSpPr>
          <p:cNvPr id="11" name="Arrow: Left 10">
            <a:extLst>
              <a:ext uri="{FF2B5EF4-FFF2-40B4-BE49-F238E27FC236}">
                <a16:creationId xmlns:a16="http://schemas.microsoft.com/office/drawing/2014/main" id="{79C9C7E7-7F3A-4A78-B43A-A1F0EDD323A5}"/>
              </a:ext>
            </a:extLst>
          </p:cNvPr>
          <p:cNvSpPr/>
          <p:nvPr/>
        </p:nvSpPr>
        <p:spPr>
          <a:xfrm>
            <a:off x="4869954" y="3162873"/>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TextBox 11">
            <a:extLst>
              <a:ext uri="{FF2B5EF4-FFF2-40B4-BE49-F238E27FC236}">
                <a16:creationId xmlns:a16="http://schemas.microsoft.com/office/drawing/2014/main" id="{EA13F7D1-3430-464E-A68B-A9C7536C2BA6}"/>
              </a:ext>
            </a:extLst>
          </p:cNvPr>
          <p:cNvSpPr txBox="1"/>
          <p:nvPr/>
        </p:nvSpPr>
        <p:spPr>
          <a:xfrm>
            <a:off x="5467609" y="3089659"/>
            <a:ext cx="1243909" cy="369332"/>
          </a:xfrm>
          <a:prstGeom prst="rect">
            <a:avLst/>
          </a:prstGeom>
          <a:noFill/>
        </p:spPr>
        <p:txBody>
          <a:bodyPr wrap="square" rtlCol="0">
            <a:spAutoFit/>
          </a:bodyPr>
          <a:lstStyle/>
          <a:p>
            <a:r>
              <a:rPr lang="en-CA" b="1" err="1">
                <a:solidFill>
                  <a:srgbClr val="FF0000"/>
                </a:solidFill>
              </a:rPr>
              <a:t>boolean</a:t>
            </a:r>
            <a:endParaRPr lang="en-CA" b="1">
              <a:solidFill>
                <a:srgbClr val="FF0000"/>
              </a:solidFill>
            </a:endParaRPr>
          </a:p>
        </p:txBody>
      </p:sp>
      <p:sp>
        <p:nvSpPr>
          <p:cNvPr id="13" name="Arrow: Left 12">
            <a:extLst>
              <a:ext uri="{FF2B5EF4-FFF2-40B4-BE49-F238E27FC236}">
                <a16:creationId xmlns:a16="http://schemas.microsoft.com/office/drawing/2014/main" id="{07027B62-F0CF-4132-98C2-11475B3D1311}"/>
              </a:ext>
            </a:extLst>
          </p:cNvPr>
          <p:cNvSpPr/>
          <p:nvPr/>
        </p:nvSpPr>
        <p:spPr>
          <a:xfrm rot="16200000">
            <a:off x="5426822" y="2197101"/>
            <a:ext cx="566058"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TextBox 13">
            <a:extLst>
              <a:ext uri="{FF2B5EF4-FFF2-40B4-BE49-F238E27FC236}">
                <a16:creationId xmlns:a16="http://schemas.microsoft.com/office/drawing/2014/main" id="{BDDA2806-191B-4F9E-9F2D-A2E2B885AE7B}"/>
              </a:ext>
            </a:extLst>
          </p:cNvPr>
          <p:cNvSpPr txBox="1"/>
          <p:nvPr/>
        </p:nvSpPr>
        <p:spPr>
          <a:xfrm>
            <a:off x="5922817" y="2098692"/>
            <a:ext cx="788701" cy="369332"/>
          </a:xfrm>
          <a:prstGeom prst="rect">
            <a:avLst/>
          </a:prstGeom>
          <a:noFill/>
        </p:spPr>
        <p:txBody>
          <a:bodyPr wrap="square" rtlCol="0">
            <a:spAutoFit/>
          </a:bodyPr>
          <a:lstStyle/>
          <a:p>
            <a:r>
              <a:rPr lang="en-CA" b="1">
                <a:solidFill>
                  <a:srgbClr val="FF0000"/>
                </a:solidFill>
              </a:rPr>
              <a:t>string</a:t>
            </a:r>
          </a:p>
        </p:txBody>
      </p:sp>
      <p:sp>
        <p:nvSpPr>
          <p:cNvPr id="15" name="Slide Number Placeholder 14">
            <a:extLst>
              <a:ext uri="{FF2B5EF4-FFF2-40B4-BE49-F238E27FC236}">
                <a16:creationId xmlns:a16="http://schemas.microsoft.com/office/drawing/2014/main" id="{3CC53993-AD78-4F87-882E-70475B2BEB69}"/>
              </a:ext>
            </a:extLst>
          </p:cNvPr>
          <p:cNvSpPr>
            <a:spLocks noGrp="1"/>
          </p:cNvSpPr>
          <p:nvPr>
            <p:ph type="sldNum" sz="quarter" idx="12"/>
          </p:nvPr>
        </p:nvSpPr>
        <p:spPr/>
        <p:txBody>
          <a:bodyPr/>
          <a:lstStyle/>
          <a:p>
            <a:fld id="{6B7CECC9-8688-4C14-9F38-24140407CAFB}" type="slidenum">
              <a:rPr lang="en-CA" smtClean="0"/>
              <a:t>66</a:t>
            </a:fld>
            <a:endParaRPr lang="en-CA"/>
          </a:p>
        </p:txBody>
      </p:sp>
    </p:spTree>
    <p:extLst>
      <p:ext uri="{BB962C8B-B14F-4D97-AF65-F5344CB8AC3E}">
        <p14:creationId xmlns:p14="http://schemas.microsoft.com/office/powerpoint/2010/main" val="362721768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0D3B4-5037-4AA3-960D-2E4EB1F97B7A}"/>
              </a:ext>
            </a:extLst>
          </p:cNvPr>
          <p:cNvSpPr>
            <a:spLocks noGrp="1"/>
          </p:cNvSpPr>
          <p:nvPr>
            <p:ph type="title"/>
          </p:nvPr>
        </p:nvSpPr>
        <p:spPr/>
        <p:txBody>
          <a:bodyPr/>
          <a:lstStyle/>
          <a:p>
            <a:r>
              <a:rPr lang="en-CA" dirty="0"/>
              <a:t>The </a:t>
            </a:r>
            <a:r>
              <a:rPr lang="en-CA" dirty="0" err="1"/>
              <a:t>padStart</a:t>
            </a:r>
            <a:r>
              <a:rPr lang="en-CA" dirty="0"/>
              <a:t>() method – New in ES8</a:t>
            </a:r>
          </a:p>
        </p:txBody>
      </p:sp>
      <p:sp>
        <p:nvSpPr>
          <p:cNvPr id="3" name="Content Placeholder 2">
            <a:extLst>
              <a:ext uri="{FF2B5EF4-FFF2-40B4-BE49-F238E27FC236}">
                <a16:creationId xmlns:a16="http://schemas.microsoft.com/office/drawing/2014/main" id="{0ED22556-5F23-49EB-AD01-FDBC66772BFB}"/>
              </a:ext>
            </a:extLst>
          </p:cNvPr>
          <p:cNvSpPr>
            <a:spLocks noGrp="1"/>
          </p:cNvSpPr>
          <p:nvPr>
            <p:ph idx="1"/>
          </p:nvPr>
        </p:nvSpPr>
        <p:spPr/>
        <p:txBody>
          <a:bodyPr/>
          <a:lstStyle/>
          <a:p>
            <a:r>
              <a:rPr lang="en-US"/>
              <a:t>A method that pads the current string with another string (multiple times, if needed) until the resulting string reaches the given length. The padding is applied from the start of the current string</a:t>
            </a:r>
          </a:p>
          <a:p>
            <a:pPr lvl="1"/>
            <a:endParaRPr lang="en-US"/>
          </a:p>
          <a:p>
            <a:pPr lvl="1"/>
            <a:endParaRPr lang="en-US"/>
          </a:p>
          <a:p>
            <a:pPr lvl="1"/>
            <a:r>
              <a:rPr lang="en-US" err="1"/>
              <a:t>targetLength</a:t>
            </a:r>
            <a:r>
              <a:rPr lang="en-US"/>
              <a:t> –  The length of the resulting string once the current str has been padded. If the value is less than </a:t>
            </a:r>
            <a:r>
              <a:rPr lang="en-US" err="1"/>
              <a:t>str.length</a:t>
            </a:r>
            <a:r>
              <a:rPr lang="en-US"/>
              <a:t>, then str is returned as-is.</a:t>
            </a:r>
          </a:p>
          <a:p>
            <a:pPr lvl="1"/>
            <a:r>
              <a:rPr lang="en-US" err="1"/>
              <a:t>padString</a:t>
            </a:r>
            <a:r>
              <a:rPr lang="en-US"/>
              <a:t> – The string to pad the current str with</a:t>
            </a:r>
          </a:p>
          <a:p>
            <a:pPr lvl="1"/>
            <a:r>
              <a:rPr lang="en-US"/>
              <a:t>Returns the string of the specified </a:t>
            </a:r>
            <a:r>
              <a:rPr lang="en-US" err="1"/>
              <a:t>targetLength</a:t>
            </a:r>
            <a:r>
              <a:rPr lang="en-US"/>
              <a:t> with </a:t>
            </a:r>
            <a:r>
              <a:rPr lang="en-US" err="1"/>
              <a:t>padString</a:t>
            </a:r>
            <a:r>
              <a:rPr lang="en-US"/>
              <a:t> applied from the start</a:t>
            </a:r>
            <a:endParaRPr lang="en-CA"/>
          </a:p>
        </p:txBody>
      </p:sp>
      <p:sp>
        <p:nvSpPr>
          <p:cNvPr id="4" name="Text Box 1033">
            <a:extLst>
              <a:ext uri="{FF2B5EF4-FFF2-40B4-BE49-F238E27FC236}">
                <a16:creationId xmlns:a16="http://schemas.microsoft.com/office/drawing/2014/main" id="{C9FBDC7F-480A-422A-9CF4-541BA9A8EDAE}"/>
              </a:ext>
            </a:extLst>
          </p:cNvPr>
          <p:cNvSpPr txBox="1">
            <a:spLocks noChangeArrowheads="1"/>
          </p:cNvSpPr>
          <p:nvPr/>
        </p:nvSpPr>
        <p:spPr bwMode="auto">
          <a:xfrm>
            <a:off x="1285166" y="3244334"/>
            <a:ext cx="9353443" cy="369332"/>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1" lang="en-US" altLang="en-US" sz="1800" b="1" kern="0">
                <a:solidFill>
                  <a:srgbClr val="000000"/>
                </a:solidFill>
                <a:latin typeface="Courier New" panose="02070309020205020404" pitchFamily="49" charset="0"/>
              </a:rPr>
              <a:t>let result = </a:t>
            </a:r>
            <a:r>
              <a:rPr kumimoji="1" lang="en-US" altLang="en-US" sz="1800" b="1" kern="0" err="1">
                <a:solidFill>
                  <a:srgbClr val="000000"/>
                </a:solidFill>
                <a:latin typeface="Courier New" panose="02070309020205020404" pitchFamily="49" charset="0"/>
              </a:rPr>
              <a:t>stringObject.padStart</a:t>
            </a:r>
            <a:r>
              <a:rPr kumimoji="1" lang="en-US" altLang="en-US" sz="1800" b="1" kern="0">
                <a:solidFill>
                  <a:srgbClr val="000000"/>
                </a:solidFill>
                <a:latin typeface="Courier New" panose="02070309020205020404" pitchFamily="49" charset="0"/>
              </a:rPr>
              <a:t>(</a:t>
            </a:r>
            <a:r>
              <a:rPr kumimoji="1" lang="en-US" altLang="en-US" sz="1800" b="1" kern="0" err="1">
                <a:solidFill>
                  <a:srgbClr val="000000"/>
                </a:solidFill>
                <a:latin typeface="Courier New" panose="02070309020205020404" pitchFamily="49" charset="0"/>
              </a:rPr>
              <a:t>targetLength</a:t>
            </a:r>
            <a:r>
              <a:rPr kumimoji="1" lang="en-US" altLang="en-US" sz="1800" b="1" kern="0">
                <a:solidFill>
                  <a:srgbClr val="000000"/>
                </a:solidFill>
                <a:latin typeface="Courier New" panose="02070309020205020404" pitchFamily="49" charset="0"/>
              </a:rPr>
              <a:t>, [</a:t>
            </a:r>
            <a:r>
              <a:rPr kumimoji="1" lang="en-US" altLang="en-US" sz="1800" b="1" kern="0" err="1">
                <a:solidFill>
                  <a:srgbClr val="000000"/>
                </a:solidFill>
                <a:latin typeface="Courier New" panose="02070309020205020404" pitchFamily="49" charset="0"/>
              </a:rPr>
              <a:t>padString</a:t>
            </a:r>
            <a:r>
              <a:rPr kumimoji="1" lang="en-US" altLang="en-US" sz="1800" b="1" kern="0">
                <a:solidFill>
                  <a:srgbClr val="000000"/>
                </a:solidFill>
                <a:latin typeface="Courier New" panose="02070309020205020404" pitchFamily="49" charset="0"/>
              </a:rPr>
              <a:t>]);  </a:t>
            </a:r>
            <a:endParaRPr kumimoji="1" lang="en-US" altLang="en-US" sz="1800" b="1" i="0" u="none" strike="noStrike" kern="0" cap="none" spc="0" normalizeH="0" baseline="0" noProof="0">
              <a:ln>
                <a:noFill/>
              </a:ln>
              <a:solidFill>
                <a:srgbClr val="000000"/>
              </a:solidFill>
              <a:effectLst/>
              <a:uLnTx/>
              <a:uFillTx/>
              <a:latin typeface="Courier New" panose="02070309020205020404" pitchFamily="49" charset="0"/>
            </a:endParaRPr>
          </a:p>
        </p:txBody>
      </p:sp>
      <p:sp>
        <p:nvSpPr>
          <p:cNvPr id="5" name="Slide Number Placeholder 4">
            <a:extLst>
              <a:ext uri="{FF2B5EF4-FFF2-40B4-BE49-F238E27FC236}">
                <a16:creationId xmlns:a16="http://schemas.microsoft.com/office/drawing/2014/main" id="{FD097697-6CD2-4A47-AA1C-D8C792028FE6}"/>
              </a:ext>
            </a:extLst>
          </p:cNvPr>
          <p:cNvSpPr>
            <a:spLocks noGrp="1"/>
          </p:cNvSpPr>
          <p:nvPr>
            <p:ph type="sldNum" sz="quarter" idx="12"/>
          </p:nvPr>
        </p:nvSpPr>
        <p:spPr/>
        <p:txBody>
          <a:bodyPr/>
          <a:lstStyle/>
          <a:p>
            <a:fld id="{6B7CECC9-8688-4C14-9F38-24140407CAFB}" type="slidenum">
              <a:rPr lang="en-CA" smtClean="0"/>
              <a:t>67</a:t>
            </a:fld>
            <a:endParaRPr lang="en-CA"/>
          </a:p>
        </p:txBody>
      </p:sp>
    </p:spTree>
    <p:extLst>
      <p:ext uri="{BB962C8B-B14F-4D97-AF65-F5344CB8AC3E}">
        <p14:creationId xmlns:p14="http://schemas.microsoft.com/office/powerpoint/2010/main" val="101934230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95ED9-4EA2-44BF-8DE2-BDE9EF5A4C81}"/>
              </a:ext>
            </a:extLst>
          </p:cNvPr>
          <p:cNvSpPr>
            <a:spLocks noGrp="1"/>
          </p:cNvSpPr>
          <p:nvPr>
            <p:ph type="title"/>
          </p:nvPr>
        </p:nvSpPr>
        <p:spPr/>
        <p:txBody>
          <a:bodyPr/>
          <a:lstStyle/>
          <a:p>
            <a:r>
              <a:rPr lang="en-CA" dirty="0"/>
              <a:t>The </a:t>
            </a:r>
            <a:r>
              <a:rPr lang="en-CA" dirty="0" err="1"/>
              <a:t>padStart</a:t>
            </a:r>
            <a:r>
              <a:rPr lang="en-CA" dirty="0"/>
              <a:t>() method – An Example</a:t>
            </a:r>
          </a:p>
        </p:txBody>
      </p:sp>
      <p:sp>
        <p:nvSpPr>
          <p:cNvPr id="3" name="Content Placeholder 2">
            <a:extLst>
              <a:ext uri="{FF2B5EF4-FFF2-40B4-BE49-F238E27FC236}">
                <a16:creationId xmlns:a16="http://schemas.microsoft.com/office/drawing/2014/main" id="{12F9AF05-9EF6-4A2D-949B-2C0A78EFDE24}"/>
              </a:ext>
            </a:extLst>
          </p:cNvPr>
          <p:cNvSpPr>
            <a:spLocks noGrp="1"/>
          </p:cNvSpPr>
          <p:nvPr>
            <p:ph idx="1"/>
          </p:nvPr>
        </p:nvSpPr>
        <p:spPr/>
        <p:txBody>
          <a:bodyPr/>
          <a:lstStyle/>
          <a:p>
            <a:endParaRPr lang="en-CA"/>
          </a:p>
        </p:txBody>
      </p:sp>
      <p:sp>
        <p:nvSpPr>
          <p:cNvPr id="4" name="Text Box 1033">
            <a:extLst>
              <a:ext uri="{FF2B5EF4-FFF2-40B4-BE49-F238E27FC236}">
                <a16:creationId xmlns:a16="http://schemas.microsoft.com/office/drawing/2014/main" id="{F3700AFA-367A-4319-BA7D-1CC5E478442A}"/>
              </a:ext>
            </a:extLst>
          </p:cNvPr>
          <p:cNvSpPr txBox="1">
            <a:spLocks noChangeArrowheads="1"/>
          </p:cNvSpPr>
          <p:nvPr/>
        </p:nvSpPr>
        <p:spPr bwMode="auto">
          <a:xfrm>
            <a:off x="1227819" y="2231509"/>
            <a:ext cx="9086613" cy="1477328"/>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console.log(`hello`.padStart(8));</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console.log(`hello`.padStart(8, `*`));</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console.log(`hello`.padStart(8, 'xy'));</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console.log(`JavaScript`.padStart(8, `*`));</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console.log(`JavaScript`.padStart(8, 'xy'));</a:t>
            </a:r>
          </a:p>
        </p:txBody>
      </p:sp>
      <p:sp>
        <p:nvSpPr>
          <p:cNvPr id="7" name="Arrow: Left 6">
            <a:extLst>
              <a:ext uri="{FF2B5EF4-FFF2-40B4-BE49-F238E27FC236}">
                <a16:creationId xmlns:a16="http://schemas.microsoft.com/office/drawing/2014/main" id="{ADBD8914-5C83-4E5D-A91F-9CE456BD5757}"/>
              </a:ext>
            </a:extLst>
          </p:cNvPr>
          <p:cNvSpPr/>
          <p:nvPr/>
        </p:nvSpPr>
        <p:spPr>
          <a:xfrm>
            <a:off x="5945166" y="2231509"/>
            <a:ext cx="516249"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TextBox 7">
            <a:extLst>
              <a:ext uri="{FF2B5EF4-FFF2-40B4-BE49-F238E27FC236}">
                <a16:creationId xmlns:a16="http://schemas.microsoft.com/office/drawing/2014/main" id="{E20D787A-92C3-40F6-AB67-E9535DE09AB6}"/>
              </a:ext>
            </a:extLst>
          </p:cNvPr>
          <p:cNvSpPr txBox="1"/>
          <p:nvPr/>
        </p:nvSpPr>
        <p:spPr>
          <a:xfrm>
            <a:off x="6497121" y="2179906"/>
            <a:ext cx="3561279" cy="369332"/>
          </a:xfrm>
          <a:prstGeom prst="rect">
            <a:avLst/>
          </a:prstGeom>
          <a:noFill/>
        </p:spPr>
        <p:txBody>
          <a:bodyPr wrap="square" rtlCol="0">
            <a:spAutoFit/>
          </a:bodyPr>
          <a:lstStyle/>
          <a:p>
            <a:r>
              <a:rPr lang="en-CA" b="1">
                <a:solidFill>
                  <a:srgbClr val="FF0000"/>
                </a:solidFill>
              </a:rPr>
              <a:t>Second argument is optional</a:t>
            </a:r>
          </a:p>
        </p:txBody>
      </p:sp>
      <p:sp>
        <p:nvSpPr>
          <p:cNvPr id="9" name="Arrow: Left 8">
            <a:extLst>
              <a:ext uri="{FF2B5EF4-FFF2-40B4-BE49-F238E27FC236}">
                <a16:creationId xmlns:a16="http://schemas.microsoft.com/office/drawing/2014/main" id="{1FB9921C-FACF-4CE4-944C-9A4D2ADD5DC5}"/>
              </a:ext>
            </a:extLst>
          </p:cNvPr>
          <p:cNvSpPr/>
          <p:nvPr/>
        </p:nvSpPr>
        <p:spPr>
          <a:xfrm>
            <a:off x="7346592" y="3097494"/>
            <a:ext cx="516249"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TextBox 9">
            <a:extLst>
              <a:ext uri="{FF2B5EF4-FFF2-40B4-BE49-F238E27FC236}">
                <a16:creationId xmlns:a16="http://schemas.microsoft.com/office/drawing/2014/main" id="{6668DA96-9881-4FE3-8184-DB71F5D886AB}"/>
              </a:ext>
            </a:extLst>
          </p:cNvPr>
          <p:cNvSpPr txBox="1"/>
          <p:nvPr/>
        </p:nvSpPr>
        <p:spPr>
          <a:xfrm>
            <a:off x="7862841" y="3011874"/>
            <a:ext cx="2688244" cy="369332"/>
          </a:xfrm>
          <a:prstGeom prst="rect">
            <a:avLst/>
          </a:prstGeom>
          <a:noFill/>
        </p:spPr>
        <p:txBody>
          <a:bodyPr wrap="square" rtlCol="0">
            <a:spAutoFit/>
          </a:bodyPr>
          <a:lstStyle/>
          <a:p>
            <a:r>
              <a:rPr lang="en-CA" b="1">
                <a:solidFill>
                  <a:srgbClr val="FF0000"/>
                </a:solidFill>
              </a:rPr>
              <a:t>8 &lt; “</a:t>
            </a:r>
            <a:r>
              <a:rPr lang="en-CA" b="1" err="1">
                <a:solidFill>
                  <a:srgbClr val="FF0000"/>
                </a:solidFill>
              </a:rPr>
              <a:t>JavaScript”.Length</a:t>
            </a:r>
            <a:endParaRPr lang="en-CA" b="1">
              <a:solidFill>
                <a:srgbClr val="FF0000"/>
              </a:solidFill>
            </a:endParaRPr>
          </a:p>
        </p:txBody>
      </p:sp>
      <p:sp>
        <p:nvSpPr>
          <p:cNvPr id="11" name="Text Box 1033">
            <a:extLst>
              <a:ext uri="{FF2B5EF4-FFF2-40B4-BE49-F238E27FC236}">
                <a16:creationId xmlns:a16="http://schemas.microsoft.com/office/drawing/2014/main" id="{0F47DCFE-95E0-49E3-8828-FEC70E5B06A6}"/>
              </a:ext>
            </a:extLst>
          </p:cNvPr>
          <p:cNvSpPr txBox="1">
            <a:spLocks noChangeArrowheads="1"/>
          </p:cNvSpPr>
          <p:nvPr/>
        </p:nvSpPr>
        <p:spPr bwMode="auto">
          <a:xfrm>
            <a:off x="6661062" y="4368051"/>
            <a:ext cx="4115667" cy="1477328"/>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   hello</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***hello</a:t>
            </a:r>
          </a:p>
          <a:p>
            <a:pPr lvl="0" eaLnBrk="0" fontAlgn="base" hangingPunct="0">
              <a:spcBef>
                <a:spcPct val="0"/>
              </a:spcBef>
              <a:spcAft>
                <a:spcPct val="0"/>
              </a:spcAft>
              <a:buClrTx/>
              <a:buSzTx/>
              <a:buNone/>
              <a:defRPr/>
            </a:pPr>
            <a:r>
              <a:rPr kumimoji="1" lang="en-US" altLang="en-US" sz="1800" b="1" kern="0" err="1">
                <a:solidFill>
                  <a:srgbClr val="000000"/>
                </a:solidFill>
                <a:latin typeface="Courier New" panose="02070309020205020404" pitchFamily="49" charset="0"/>
              </a:rPr>
              <a:t>xyxhello</a:t>
            </a:r>
            <a:endParaRPr kumimoji="1" lang="en-US" altLang="en-US" sz="1800" b="1" kern="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JavaScript</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JavaScript</a:t>
            </a:r>
          </a:p>
        </p:txBody>
      </p:sp>
      <p:sp>
        <p:nvSpPr>
          <p:cNvPr id="12" name="Arrow: Left 11">
            <a:extLst>
              <a:ext uri="{FF2B5EF4-FFF2-40B4-BE49-F238E27FC236}">
                <a16:creationId xmlns:a16="http://schemas.microsoft.com/office/drawing/2014/main" id="{E37AB102-AC06-4A19-9AA3-C9BE0A00EA6B}"/>
              </a:ext>
            </a:extLst>
          </p:cNvPr>
          <p:cNvSpPr/>
          <p:nvPr/>
        </p:nvSpPr>
        <p:spPr>
          <a:xfrm>
            <a:off x="8400109" y="5224108"/>
            <a:ext cx="516249" cy="454952"/>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TextBox 12">
            <a:extLst>
              <a:ext uri="{FF2B5EF4-FFF2-40B4-BE49-F238E27FC236}">
                <a16:creationId xmlns:a16="http://schemas.microsoft.com/office/drawing/2014/main" id="{24A496B0-F055-4028-917C-A975BF725BCF}"/>
              </a:ext>
            </a:extLst>
          </p:cNvPr>
          <p:cNvSpPr txBox="1"/>
          <p:nvPr/>
        </p:nvSpPr>
        <p:spPr>
          <a:xfrm>
            <a:off x="8916358" y="5224108"/>
            <a:ext cx="2688244" cy="369332"/>
          </a:xfrm>
          <a:prstGeom prst="rect">
            <a:avLst/>
          </a:prstGeom>
          <a:noFill/>
        </p:spPr>
        <p:txBody>
          <a:bodyPr wrap="square" rtlCol="0">
            <a:spAutoFit/>
          </a:bodyPr>
          <a:lstStyle/>
          <a:p>
            <a:r>
              <a:rPr lang="en-CA" b="1" dirty="0">
                <a:solidFill>
                  <a:srgbClr val="FF0000"/>
                </a:solidFill>
              </a:rPr>
              <a:t>Returns as-is</a:t>
            </a:r>
          </a:p>
        </p:txBody>
      </p:sp>
      <p:sp>
        <p:nvSpPr>
          <p:cNvPr id="14" name="TextBox 13">
            <a:extLst>
              <a:ext uri="{FF2B5EF4-FFF2-40B4-BE49-F238E27FC236}">
                <a16:creationId xmlns:a16="http://schemas.microsoft.com/office/drawing/2014/main" id="{2ACCA234-FDD3-4EFD-94E1-ABDD4371BBD2}"/>
              </a:ext>
            </a:extLst>
          </p:cNvPr>
          <p:cNvSpPr txBox="1"/>
          <p:nvPr/>
        </p:nvSpPr>
        <p:spPr>
          <a:xfrm>
            <a:off x="5723346" y="4787308"/>
            <a:ext cx="3561279" cy="369332"/>
          </a:xfrm>
          <a:prstGeom prst="rect">
            <a:avLst/>
          </a:prstGeom>
          <a:noFill/>
        </p:spPr>
        <p:txBody>
          <a:bodyPr wrap="square" rtlCol="0">
            <a:spAutoFit/>
          </a:bodyPr>
          <a:lstStyle/>
          <a:p>
            <a:r>
              <a:rPr lang="en-CA" b="1">
                <a:solidFill>
                  <a:srgbClr val="FF0000"/>
                </a:solidFill>
              </a:rPr>
              <a:t>Output</a:t>
            </a:r>
          </a:p>
        </p:txBody>
      </p:sp>
      <p:sp>
        <p:nvSpPr>
          <p:cNvPr id="5" name="Slide Number Placeholder 4">
            <a:extLst>
              <a:ext uri="{FF2B5EF4-FFF2-40B4-BE49-F238E27FC236}">
                <a16:creationId xmlns:a16="http://schemas.microsoft.com/office/drawing/2014/main" id="{CE0352E5-53B7-4887-A359-CFF226DAA55B}"/>
              </a:ext>
            </a:extLst>
          </p:cNvPr>
          <p:cNvSpPr>
            <a:spLocks noGrp="1"/>
          </p:cNvSpPr>
          <p:nvPr>
            <p:ph type="sldNum" sz="quarter" idx="12"/>
          </p:nvPr>
        </p:nvSpPr>
        <p:spPr/>
        <p:txBody>
          <a:bodyPr/>
          <a:lstStyle/>
          <a:p>
            <a:fld id="{6B7CECC9-8688-4C14-9F38-24140407CAFB}" type="slidenum">
              <a:rPr lang="en-CA" smtClean="0"/>
              <a:t>68</a:t>
            </a:fld>
            <a:endParaRPr lang="en-CA"/>
          </a:p>
        </p:txBody>
      </p:sp>
    </p:spTree>
    <p:extLst>
      <p:ext uri="{BB962C8B-B14F-4D97-AF65-F5344CB8AC3E}">
        <p14:creationId xmlns:p14="http://schemas.microsoft.com/office/powerpoint/2010/main" val="377116375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0D3B4-5037-4AA3-960D-2E4EB1F97B7A}"/>
              </a:ext>
            </a:extLst>
          </p:cNvPr>
          <p:cNvSpPr>
            <a:spLocks noGrp="1"/>
          </p:cNvSpPr>
          <p:nvPr>
            <p:ph type="title"/>
          </p:nvPr>
        </p:nvSpPr>
        <p:spPr/>
        <p:txBody>
          <a:bodyPr/>
          <a:lstStyle/>
          <a:p>
            <a:r>
              <a:rPr lang="en-CA" dirty="0"/>
              <a:t>The </a:t>
            </a:r>
            <a:r>
              <a:rPr lang="en-CA" dirty="0" err="1"/>
              <a:t>padEnd</a:t>
            </a:r>
            <a:r>
              <a:rPr lang="en-CA" dirty="0"/>
              <a:t>() method – New in ES8</a:t>
            </a:r>
          </a:p>
        </p:txBody>
      </p:sp>
      <p:sp>
        <p:nvSpPr>
          <p:cNvPr id="3" name="Content Placeholder 2">
            <a:extLst>
              <a:ext uri="{FF2B5EF4-FFF2-40B4-BE49-F238E27FC236}">
                <a16:creationId xmlns:a16="http://schemas.microsoft.com/office/drawing/2014/main" id="{0ED22556-5F23-49EB-AD01-FDBC66772BFB}"/>
              </a:ext>
            </a:extLst>
          </p:cNvPr>
          <p:cNvSpPr>
            <a:spLocks noGrp="1"/>
          </p:cNvSpPr>
          <p:nvPr>
            <p:ph idx="1"/>
          </p:nvPr>
        </p:nvSpPr>
        <p:spPr/>
        <p:txBody>
          <a:bodyPr/>
          <a:lstStyle/>
          <a:p>
            <a:r>
              <a:rPr lang="en-US"/>
              <a:t>A method that pads the current string with another string (multiple times, if needed) until the resulting string reaches the given length. The padding is applied from the end of the current string</a:t>
            </a:r>
          </a:p>
          <a:p>
            <a:pPr lvl="1"/>
            <a:endParaRPr lang="en-US"/>
          </a:p>
          <a:p>
            <a:pPr lvl="1"/>
            <a:endParaRPr lang="en-US"/>
          </a:p>
          <a:p>
            <a:pPr lvl="1"/>
            <a:r>
              <a:rPr lang="en-US" err="1"/>
              <a:t>targetLength</a:t>
            </a:r>
            <a:r>
              <a:rPr lang="en-US"/>
              <a:t> –  The length of the resulting string once the current str has been padded. If the value is less than </a:t>
            </a:r>
            <a:r>
              <a:rPr lang="en-US" err="1"/>
              <a:t>str.length</a:t>
            </a:r>
            <a:r>
              <a:rPr lang="en-US"/>
              <a:t>, then str is returned as-is.</a:t>
            </a:r>
          </a:p>
          <a:p>
            <a:pPr lvl="1"/>
            <a:r>
              <a:rPr lang="en-US" err="1"/>
              <a:t>padString</a:t>
            </a:r>
            <a:r>
              <a:rPr lang="en-US"/>
              <a:t> – The string to pad the current str with</a:t>
            </a:r>
          </a:p>
          <a:p>
            <a:pPr lvl="1"/>
            <a:r>
              <a:rPr lang="en-US"/>
              <a:t>Returns the string of the specified </a:t>
            </a:r>
            <a:r>
              <a:rPr lang="en-US" err="1"/>
              <a:t>targetLength</a:t>
            </a:r>
            <a:r>
              <a:rPr lang="en-US"/>
              <a:t> with </a:t>
            </a:r>
            <a:r>
              <a:rPr lang="en-US" err="1"/>
              <a:t>padString</a:t>
            </a:r>
            <a:r>
              <a:rPr lang="en-US"/>
              <a:t> applied from the end</a:t>
            </a:r>
            <a:endParaRPr lang="en-CA"/>
          </a:p>
        </p:txBody>
      </p:sp>
      <p:sp>
        <p:nvSpPr>
          <p:cNvPr id="4" name="Text Box 1033">
            <a:extLst>
              <a:ext uri="{FF2B5EF4-FFF2-40B4-BE49-F238E27FC236}">
                <a16:creationId xmlns:a16="http://schemas.microsoft.com/office/drawing/2014/main" id="{C9FBDC7F-480A-422A-9CF4-541BA9A8EDAE}"/>
              </a:ext>
            </a:extLst>
          </p:cNvPr>
          <p:cNvSpPr txBox="1">
            <a:spLocks noChangeArrowheads="1"/>
          </p:cNvSpPr>
          <p:nvPr/>
        </p:nvSpPr>
        <p:spPr bwMode="auto">
          <a:xfrm>
            <a:off x="1285166" y="3244334"/>
            <a:ext cx="9353443" cy="369332"/>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1" lang="en-US" altLang="en-US" sz="1800" b="1" kern="0">
                <a:solidFill>
                  <a:srgbClr val="000000"/>
                </a:solidFill>
                <a:latin typeface="Courier New" panose="02070309020205020404" pitchFamily="49" charset="0"/>
              </a:rPr>
              <a:t>let result = </a:t>
            </a:r>
            <a:r>
              <a:rPr kumimoji="1" lang="en-US" altLang="en-US" sz="1800" b="1" kern="0" err="1">
                <a:solidFill>
                  <a:srgbClr val="000000"/>
                </a:solidFill>
                <a:latin typeface="Courier New" panose="02070309020205020404" pitchFamily="49" charset="0"/>
              </a:rPr>
              <a:t>stringObject.padStart</a:t>
            </a:r>
            <a:r>
              <a:rPr kumimoji="1" lang="en-US" altLang="en-US" sz="1800" b="1" kern="0">
                <a:solidFill>
                  <a:srgbClr val="000000"/>
                </a:solidFill>
                <a:latin typeface="Courier New" panose="02070309020205020404" pitchFamily="49" charset="0"/>
              </a:rPr>
              <a:t>(</a:t>
            </a:r>
            <a:r>
              <a:rPr kumimoji="1" lang="en-US" altLang="en-US" sz="1800" b="1" kern="0" err="1">
                <a:solidFill>
                  <a:srgbClr val="000000"/>
                </a:solidFill>
                <a:latin typeface="Courier New" panose="02070309020205020404" pitchFamily="49" charset="0"/>
              </a:rPr>
              <a:t>targetLength</a:t>
            </a:r>
            <a:r>
              <a:rPr kumimoji="1" lang="en-US" altLang="en-US" sz="1800" b="1" kern="0">
                <a:solidFill>
                  <a:srgbClr val="000000"/>
                </a:solidFill>
                <a:latin typeface="Courier New" panose="02070309020205020404" pitchFamily="49" charset="0"/>
              </a:rPr>
              <a:t>, [</a:t>
            </a:r>
            <a:r>
              <a:rPr kumimoji="1" lang="en-US" altLang="en-US" sz="1800" b="1" kern="0" err="1">
                <a:solidFill>
                  <a:srgbClr val="000000"/>
                </a:solidFill>
                <a:latin typeface="Courier New" panose="02070309020205020404" pitchFamily="49" charset="0"/>
              </a:rPr>
              <a:t>padString</a:t>
            </a:r>
            <a:r>
              <a:rPr kumimoji="1" lang="en-US" altLang="en-US" sz="1800" b="1" kern="0">
                <a:solidFill>
                  <a:srgbClr val="000000"/>
                </a:solidFill>
                <a:latin typeface="Courier New" panose="02070309020205020404" pitchFamily="49" charset="0"/>
              </a:rPr>
              <a:t>]);  </a:t>
            </a:r>
            <a:endParaRPr kumimoji="1" lang="en-US" altLang="en-US" sz="1800" b="1" i="0" u="none" strike="noStrike" kern="0" cap="none" spc="0" normalizeH="0" baseline="0" noProof="0">
              <a:ln>
                <a:noFill/>
              </a:ln>
              <a:solidFill>
                <a:srgbClr val="000000"/>
              </a:solidFill>
              <a:effectLst/>
              <a:uLnTx/>
              <a:uFillTx/>
              <a:latin typeface="Courier New" panose="02070309020205020404" pitchFamily="49" charset="0"/>
            </a:endParaRPr>
          </a:p>
        </p:txBody>
      </p:sp>
      <p:sp>
        <p:nvSpPr>
          <p:cNvPr id="5" name="Slide Number Placeholder 4">
            <a:extLst>
              <a:ext uri="{FF2B5EF4-FFF2-40B4-BE49-F238E27FC236}">
                <a16:creationId xmlns:a16="http://schemas.microsoft.com/office/drawing/2014/main" id="{790DBEF5-CF43-4576-B8FF-AFDAD681D766}"/>
              </a:ext>
            </a:extLst>
          </p:cNvPr>
          <p:cNvSpPr>
            <a:spLocks noGrp="1"/>
          </p:cNvSpPr>
          <p:nvPr>
            <p:ph type="sldNum" sz="quarter" idx="12"/>
          </p:nvPr>
        </p:nvSpPr>
        <p:spPr/>
        <p:txBody>
          <a:bodyPr/>
          <a:lstStyle/>
          <a:p>
            <a:fld id="{6B7CECC9-8688-4C14-9F38-24140407CAFB}" type="slidenum">
              <a:rPr lang="en-CA" smtClean="0"/>
              <a:t>69</a:t>
            </a:fld>
            <a:endParaRPr lang="en-CA"/>
          </a:p>
        </p:txBody>
      </p:sp>
    </p:spTree>
    <p:extLst>
      <p:ext uri="{BB962C8B-B14F-4D97-AF65-F5344CB8AC3E}">
        <p14:creationId xmlns:p14="http://schemas.microsoft.com/office/powerpoint/2010/main" val="408422255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95ED9-4EA2-44BF-8DE2-BDE9EF5A4C81}"/>
              </a:ext>
            </a:extLst>
          </p:cNvPr>
          <p:cNvSpPr>
            <a:spLocks noGrp="1"/>
          </p:cNvSpPr>
          <p:nvPr>
            <p:ph type="title"/>
          </p:nvPr>
        </p:nvSpPr>
        <p:spPr/>
        <p:txBody>
          <a:bodyPr/>
          <a:lstStyle/>
          <a:p>
            <a:r>
              <a:rPr lang="en-CA" dirty="0"/>
              <a:t>The </a:t>
            </a:r>
            <a:r>
              <a:rPr lang="en-CA" dirty="0" err="1"/>
              <a:t>padEnd</a:t>
            </a:r>
            <a:r>
              <a:rPr lang="en-CA" dirty="0"/>
              <a:t>() method – An Example</a:t>
            </a:r>
          </a:p>
        </p:txBody>
      </p:sp>
      <p:sp>
        <p:nvSpPr>
          <p:cNvPr id="3" name="Content Placeholder 2">
            <a:extLst>
              <a:ext uri="{FF2B5EF4-FFF2-40B4-BE49-F238E27FC236}">
                <a16:creationId xmlns:a16="http://schemas.microsoft.com/office/drawing/2014/main" id="{12F9AF05-9EF6-4A2D-949B-2C0A78EFDE24}"/>
              </a:ext>
            </a:extLst>
          </p:cNvPr>
          <p:cNvSpPr>
            <a:spLocks noGrp="1"/>
          </p:cNvSpPr>
          <p:nvPr>
            <p:ph idx="1"/>
          </p:nvPr>
        </p:nvSpPr>
        <p:spPr/>
        <p:txBody>
          <a:bodyPr/>
          <a:lstStyle/>
          <a:p>
            <a:endParaRPr lang="en-CA"/>
          </a:p>
        </p:txBody>
      </p:sp>
      <p:sp>
        <p:nvSpPr>
          <p:cNvPr id="4" name="Text Box 1033">
            <a:extLst>
              <a:ext uri="{FF2B5EF4-FFF2-40B4-BE49-F238E27FC236}">
                <a16:creationId xmlns:a16="http://schemas.microsoft.com/office/drawing/2014/main" id="{F3700AFA-367A-4319-BA7D-1CC5E478442A}"/>
              </a:ext>
            </a:extLst>
          </p:cNvPr>
          <p:cNvSpPr txBox="1">
            <a:spLocks noChangeArrowheads="1"/>
          </p:cNvSpPr>
          <p:nvPr/>
        </p:nvSpPr>
        <p:spPr bwMode="auto">
          <a:xfrm>
            <a:off x="1227819" y="2231509"/>
            <a:ext cx="9086613" cy="1477328"/>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console.log(`hello`.</a:t>
            </a:r>
            <a:r>
              <a:rPr kumimoji="1" lang="en-US" altLang="en-US" sz="1800" b="1" kern="0" err="1">
                <a:solidFill>
                  <a:srgbClr val="000000"/>
                </a:solidFill>
                <a:latin typeface="Courier New" panose="02070309020205020404" pitchFamily="49" charset="0"/>
              </a:rPr>
              <a:t>padEnd</a:t>
            </a:r>
            <a:r>
              <a:rPr kumimoji="1" lang="en-US" altLang="en-US" sz="1800" b="1" kern="0">
                <a:solidFill>
                  <a:srgbClr val="000000"/>
                </a:solidFill>
                <a:latin typeface="Courier New" panose="02070309020205020404" pitchFamily="49" charset="0"/>
              </a:rPr>
              <a:t>(8));</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console.log(`hello`.</a:t>
            </a:r>
            <a:r>
              <a:rPr kumimoji="1" lang="en-US" altLang="en-US" sz="1800" b="1" kern="0" err="1">
                <a:solidFill>
                  <a:srgbClr val="000000"/>
                </a:solidFill>
                <a:latin typeface="Courier New" panose="02070309020205020404" pitchFamily="49" charset="0"/>
              </a:rPr>
              <a:t>padEnd</a:t>
            </a:r>
            <a:r>
              <a:rPr kumimoji="1" lang="en-US" altLang="en-US" sz="1800" b="1" kern="0">
                <a:solidFill>
                  <a:srgbClr val="000000"/>
                </a:solidFill>
                <a:latin typeface="Courier New" panose="02070309020205020404" pitchFamily="49" charset="0"/>
              </a:rPr>
              <a:t>(8, `*`));</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console.log(`hello`.</a:t>
            </a:r>
            <a:r>
              <a:rPr kumimoji="1" lang="en-US" altLang="en-US" sz="1800" b="1" kern="0" err="1">
                <a:solidFill>
                  <a:srgbClr val="000000"/>
                </a:solidFill>
                <a:latin typeface="Courier New" panose="02070309020205020404" pitchFamily="49" charset="0"/>
              </a:rPr>
              <a:t>padEnd</a:t>
            </a:r>
            <a:r>
              <a:rPr kumimoji="1" lang="en-US" altLang="en-US" sz="1800" b="1" kern="0">
                <a:solidFill>
                  <a:srgbClr val="000000"/>
                </a:solidFill>
                <a:latin typeface="Courier New" panose="02070309020205020404" pitchFamily="49" charset="0"/>
              </a:rPr>
              <a:t>(8, '</a:t>
            </a:r>
            <a:r>
              <a:rPr kumimoji="1" lang="en-US" altLang="en-US" sz="1800" b="1" kern="0" err="1">
                <a:solidFill>
                  <a:srgbClr val="000000"/>
                </a:solidFill>
                <a:latin typeface="Courier New" panose="02070309020205020404" pitchFamily="49" charset="0"/>
              </a:rPr>
              <a:t>xy</a:t>
            </a:r>
            <a:r>
              <a:rPr kumimoji="1" lang="en-US" altLang="en-US" sz="1800" b="1" kern="0">
                <a:solidFill>
                  <a:srgbClr val="000000"/>
                </a:solidFill>
                <a:latin typeface="Courier New" panose="02070309020205020404" pitchFamily="49" charset="0"/>
              </a:rPr>
              <a:t>'));</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console.log(`JavaScript`.</a:t>
            </a:r>
            <a:r>
              <a:rPr kumimoji="1" lang="en-US" altLang="en-US" sz="1800" b="1" kern="0" err="1">
                <a:solidFill>
                  <a:srgbClr val="000000"/>
                </a:solidFill>
                <a:latin typeface="Courier New" panose="02070309020205020404" pitchFamily="49" charset="0"/>
              </a:rPr>
              <a:t>padEnd</a:t>
            </a:r>
            <a:r>
              <a:rPr kumimoji="1" lang="en-US" altLang="en-US" sz="1800" b="1" kern="0">
                <a:solidFill>
                  <a:srgbClr val="000000"/>
                </a:solidFill>
                <a:latin typeface="Courier New" panose="02070309020205020404" pitchFamily="49" charset="0"/>
              </a:rPr>
              <a:t>(8, `*`));</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console.log(`JavaScript`.</a:t>
            </a:r>
            <a:r>
              <a:rPr kumimoji="1" lang="en-US" altLang="en-US" sz="1800" b="1" kern="0" err="1">
                <a:solidFill>
                  <a:srgbClr val="000000"/>
                </a:solidFill>
                <a:latin typeface="Courier New" panose="02070309020205020404" pitchFamily="49" charset="0"/>
              </a:rPr>
              <a:t>padEnd</a:t>
            </a:r>
            <a:r>
              <a:rPr kumimoji="1" lang="en-US" altLang="en-US" sz="1800" b="1" kern="0">
                <a:solidFill>
                  <a:srgbClr val="000000"/>
                </a:solidFill>
                <a:latin typeface="Courier New" panose="02070309020205020404" pitchFamily="49" charset="0"/>
              </a:rPr>
              <a:t>(8, '</a:t>
            </a:r>
            <a:r>
              <a:rPr kumimoji="1" lang="en-US" altLang="en-US" sz="1800" b="1" kern="0" err="1">
                <a:solidFill>
                  <a:srgbClr val="000000"/>
                </a:solidFill>
                <a:latin typeface="Courier New" panose="02070309020205020404" pitchFamily="49" charset="0"/>
              </a:rPr>
              <a:t>xy</a:t>
            </a:r>
            <a:r>
              <a:rPr kumimoji="1" lang="en-US" altLang="en-US" sz="1800" b="1" kern="0">
                <a:solidFill>
                  <a:srgbClr val="000000"/>
                </a:solidFill>
                <a:latin typeface="Courier New" panose="02070309020205020404" pitchFamily="49" charset="0"/>
              </a:rPr>
              <a:t>'));</a:t>
            </a:r>
          </a:p>
        </p:txBody>
      </p:sp>
      <p:sp>
        <p:nvSpPr>
          <p:cNvPr id="7" name="Arrow: Left 6">
            <a:extLst>
              <a:ext uri="{FF2B5EF4-FFF2-40B4-BE49-F238E27FC236}">
                <a16:creationId xmlns:a16="http://schemas.microsoft.com/office/drawing/2014/main" id="{ADBD8914-5C83-4E5D-A91F-9CE456BD5757}"/>
              </a:ext>
            </a:extLst>
          </p:cNvPr>
          <p:cNvSpPr/>
          <p:nvPr/>
        </p:nvSpPr>
        <p:spPr>
          <a:xfrm>
            <a:off x="5945166" y="2231509"/>
            <a:ext cx="516249"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TextBox 7">
            <a:extLst>
              <a:ext uri="{FF2B5EF4-FFF2-40B4-BE49-F238E27FC236}">
                <a16:creationId xmlns:a16="http://schemas.microsoft.com/office/drawing/2014/main" id="{E20D787A-92C3-40F6-AB67-E9535DE09AB6}"/>
              </a:ext>
            </a:extLst>
          </p:cNvPr>
          <p:cNvSpPr txBox="1"/>
          <p:nvPr/>
        </p:nvSpPr>
        <p:spPr>
          <a:xfrm>
            <a:off x="6497121" y="2179906"/>
            <a:ext cx="3561279" cy="369332"/>
          </a:xfrm>
          <a:prstGeom prst="rect">
            <a:avLst/>
          </a:prstGeom>
          <a:noFill/>
        </p:spPr>
        <p:txBody>
          <a:bodyPr wrap="square" rtlCol="0">
            <a:spAutoFit/>
          </a:bodyPr>
          <a:lstStyle/>
          <a:p>
            <a:r>
              <a:rPr lang="en-CA" b="1">
                <a:solidFill>
                  <a:srgbClr val="FF0000"/>
                </a:solidFill>
              </a:rPr>
              <a:t>Second argument is optional</a:t>
            </a:r>
          </a:p>
        </p:txBody>
      </p:sp>
      <p:sp>
        <p:nvSpPr>
          <p:cNvPr id="9" name="Arrow: Left 8">
            <a:extLst>
              <a:ext uri="{FF2B5EF4-FFF2-40B4-BE49-F238E27FC236}">
                <a16:creationId xmlns:a16="http://schemas.microsoft.com/office/drawing/2014/main" id="{1FB9921C-FACF-4CE4-944C-9A4D2ADD5DC5}"/>
              </a:ext>
            </a:extLst>
          </p:cNvPr>
          <p:cNvSpPr/>
          <p:nvPr/>
        </p:nvSpPr>
        <p:spPr>
          <a:xfrm>
            <a:off x="7346592" y="3097494"/>
            <a:ext cx="516249" cy="26612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TextBox 9">
            <a:extLst>
              <a:ext uri="{FF2B5EF4-FFF2-40B4-BE49-F238E27FC236}">
                <a16:creationId xmlns:a16="http://schemas.microsoft.com/office/drawing/2014/main" id="{6668DA96-9881-4FE3-8184-DB71F5D886AB}"/>
              </a:ext>
            </a:extLst>
          </p:cNvPr>
          <p:cNvSpPr txBox="1"/>
          <p:nvPr/>
        </p:nvSpPr>
        <p:spPr>
          <a:xfrm>
            <a:off x="7862841" y="3011874"/>
            <a:ext cx="2688244" cy="369332"/>
          </a:xfrm>
          <a:prstGeom prst="rect">
            <a:avLst/>
          </a:prstGeom>
          <a:noFill/>
        </p:spPr>
        <p:txBody>
          <a:bodyPr wrap="square" rtlCol="0">
            <a:spAutoFit/>
          </a:bodyPr>
          <a:lstStyle/>
          <a:p>
            <a:r>
              <a:rPr lang="en-CA" b="1">
                <a:solidFill>
                  <a:srgbClr val="FF0000"/>
                </a:solidFill>
              </a:rPr>
              <a:t>8 &lt; “</a:t>
            </a:r>
            <a:r>
              <a:rPr lang="en-CA" b="1" err="1">
                <a:solidFill>
                  <a:srgbClr val="FF0000"/>
                </a:solidFill>
              </a:rPr>
              <a:t>JavaScript”.Length</a:t>
            </a:r>
            <a:endParaRPr lang="en-CA" b="1">
              <a:solidFill>
                <a:srgbClr val="FF0000"/>
              </a:solidFill>
            </a:endParaRPr>
          </a:p>
        </p:txBody>
      </p:sp>
      <p:sp>
        <p:nvSpPr>
          <p:cNvPr id="11" name="Text Box 1033">
            <a:extLst>
              <a:ext uri="{FF2B5EF4-FFF2-40B4-BE49-F238E27FC236}">
                <a16:creationId xmlns:a16="http://schemas.microsoft.com/office/drawing/2014/main" id="{0F47DCFE-95E0-49E3-8828-FEC70E5B06A6}"/>
              </a:ext>
            </a:extLst>
          </p:cNvPr>
          <p:cNvSpPr txBox="1">
            <a:spLocks noChangeArrowheads="1"/>
          </p:cNvSpPr>
          <p:nvPr/>
        </p:nvSpPr>
        <p:spPr bwMode="auto">
          <a:xfrm>
            <a:off x="6661062" y="4368051"/>
            <a:ext cx="4115667" cy="1477328"/>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hello</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hello***</a:t>
            </a:r>
          </a:p>
          <a:p>
            <a:pPr lvl="0" eaLnBrk="0" fontAlgn="base" hangingPunct="0">
              <a:spcBef>
                <a:spcPct val="0"/>
              </a:spcBef>
              <a:spcAft>
                <a:spcPct val="0"/>
              </a:spcAft>
              <a:buClrTx/>
              <a:buSzTx/>
              <a:buNone/>
              <a:defRPr/>
            </a:pPr>
            <a:r>
              <a:rPr kumimoji="1" lang="en-US" altLang="en-US" sz="1800" b="1" kern="0" err="1">
                <a:solidFill>
                  <a:srgbClr val="000000"/>
                </a:solidFill>
                <a:latin typeface="Courier New" panose="02070309020205020404" pitchFamily="49" charset="0"/>
              </a:rPr>
              <a:t>helloxyx</a:t>
            </a:r>
            <a:endParaRPr kumimoji="1" lang="en-US" altLang="en-US" sz="1800" b="1" kern="0">
              <a:solidFill>
                <a:srgbClr val="000000"/>
              </a:solidFill>
              <a:latin typeface="Courier New" panose="02070309020205020404" pitchFamily="49" charset="0"/>
            </a:endParaRP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JavaScript</a:t>
            </a:r>
          </a:p>
          <a:p>
            <a:pPr lvl="0" eaLnBrk="0" fontAlgn="base" hangingPunct="0">
              <a:spcBef>
                <a:spcPct val="0"/>
              </a:spcBef>
              <a:spcAft>
                <a:spcPct val="0"/>
              </a:spcAft>
              <a:buClrTx/>
              <a:buSzTx/>
              <a:buNone/>
              <a:defRPr/>
            </a:pPr>
            <a:r>
              <a:rPr kumimoji="1" lang="en-US" altLang="en-US" sz="1800" b="1" kern="0">
                <a:solidFill>
                  <a:srgbClr val="000000"/>
                </a:solidFill>
                <a:latin typeface="Courier New" panose="02070309020205020404" pitchFamily="49" charset="0"/>
              </a:rPr>
              <a:t>JavaScript</a:t>
            </a:r>
          </a:p>
        </p:txBody>
      </p:sp>
      <p:sp>
        <p:nvSpPr>
          <p:cNvPr id="12" name="Arrow: Left 11">
            <a:extLst>
              <a:ext uri="{FF2B5EF4-FFF2-40B4-BE49-F238E27FC236}">
                <a16:creationId xmlns:a16="http://schemas.microsoft.com/office/drawing/2014/main" id="{E37AB102-AC06-4A19-9AA3-C9BE0A00EA6B}"/>
              </a:ext>
            </a:extLst>
          </p:cNvPr>
          <p:cNvSpPr/>
          <p:nvPr/>
        </p:nvSpPr>
        <p:spPr>
          <a:xfrm>
            <a:off x="8400109" y="5224108"/>
            <a:ext cx="516249" cy="454952"/>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TextBox 12">
            <a:extLst>
              <a:ext uri="{FF2B5EF4-FFF2-40B4-BE49-F238E27FC236}">
                <a16:creationId xmlns:a16="http://schemas.microsoft.com/office/drawing/2014/main" id="{24A496B0-F055-4028-917C-A975BF725BCF}"/>
              </a:ext>
            </a:extLst>
          </p:cNvPr>
          <p:cNvSpPr txBox="1"/>
          <p:nvPr/>
        </p:nvSpPr>
        <p:spPr>
          <a:xfrm>
            <a:off x="8916358" y="5224108"/>
            <a:ext cx="2688244" cy="369332"/>
          </a:xfrm>
          <a:prstGeom prst="rect">
            <a:avLst/>
          </a:prstGeom>
          <a:noFill/>
        </p:spPr>
        <p:txBody>
          <a:bodyPr wrap="square" rtlCol="0">
            <a:spAutoFit/>
          </a:bodyPr>
          <a:lstStyle/>
          <a:p>
            <a:r>
              <a:rPr lang="en-CA" b="1" dirty="0">
                <a:solidFill>
                  <a:srgbClr val="FF0000"/>
                </a:solidFill>
              </a:rPr>
              <a:t>Returns as-is</a:t>
            </a:r>
          </a:p>
        </p:txBody>
      </p:sp>
      <p:sp>
        <p:nvSpPr>
          <p:cNvPr id="14" name="TextBox 13">
            <a:extLst>
              <a:ext uri="{FF2B5EF4-FFF2-40B4-BE49-F238E27FC236}">
                <a16:creationId xmlns:a16="http://schemas.microsoft.com/office/drawing/2014/main" id="{2ACCA234-FDD3-4EFD-94E1-ABDD4371BBD2}"/>
              </a:ext>
            </a:extLst>
          </p:cNvPr>
          <p:cNvSpPr txBox="1"/>
          <p:nvPr/>
        </p:nvSpPr>
        <p:spPr>
          <a:xfrm>
            <a:off x="8161746" y="3930055"/>
            <a:ext cx="3561279" cy="369332"/>
          </a:xfrm>
          <a:prstGeom prst="rect">
            <a:avLst/>
          </a:prstGeom>
          <a:noFill/>
        </p:spPr>
        <p:txBody>
          <a:bodyPr wrap="square" rtlCol="0">
            <a:spAutoFit/>
          </a:bodyPr>
          <a:lstStyle/>
          <a:p>
            <a:r>
              <a:rPr lang="en-CA" b="1">
                <a:solidFill>
                  <a:srgbClr val="FF0000"/>
                </a:solidFill>
              </a:rPr>
              <a:t>Output</a:t>
            </a:r>
          </a:p>
        </p:txBody>
      </p:sp>
      <p:sp>
        <p:nvSpPr>
          <p:cNvPr id="5" name="Slide Number Placeholder 4">
            <a:extLst>
              <a:ext uri="{FF2B5EF4-FFF2-40B4-BE49-F238E27FC236}">
                <a16:creationId xmlns:a16="http://schemas.microsoft.com/office/drawing/2014/main" id="{47934DA2-8B9E-4E9C-AF67-411DA8D2E95F}"/>
              </a:ext>
            </a:extLst>
          </p:cNvPr>
          <p:cNvSpPr>
            <a:spLocks noGrp="1"/>
          </p:cNvSpPr>
          <p:nvPr>
            <p:ph type="sldNum" sz="quarter" idx="12"/>
          </p:nvPr>
        </p:nvSpPr>
        <p:spPr/>
        <p:txBody>
          <a:bodyPr/>
          <a:lstStyle/>
          <a:p>
            <a:fld id="{6B7CECC9-8688-4C14-9F38-24140407CAFB}" type="slidenum">
              <a:rPr lang="en-CA" smtClean="0"/>
              <a:t>70</a:t>
            </a:fld>
            <a:endParaRPr lang="en-CA"/>
          </a:p>
        </p:txBody>
      </p:sp>
    </p:spTree>
    <p:extLst>
      <p:ext uri="{BB962C8B-B14F-4D97-AF65-F5344CB8AC3E}">
        <p14:creationId xmlns:p14="http://schemas.microsoft.com/office/powerpoint/2010/main" val="103238456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7AF02-DF6D-4AEC-8EAB-213D5DA6552B}"/>
              </a:ext>
            </a:extLst>
          </p:cNvPr>
          <p:cNvSpPr>
            <a:spLocks noGrp="1"/>
          </p:cNvSpPr>
          <p:nvPr>
            <p:ph type="title"/>
          </p:nvPr>
        </p:nvSpPr>
        <p:spPr/>
        <p:txBody>
          <a:bodyPr/>
          <a:lstStyle/>
          <a:p>
            <a:r>
              <a:rPr lang="en-CA"/>
              <a:t>The </a:t>
            </a:r>
            <a:r>
              <a:rPr lang="en-CA" err="1"/>
              <a:t>toFixed</a:t>
            </a:r>
            <a:r>
              <a:rPr lang="en-CA"/>
              <a:t>() method</a:t>
            </a:r>
          </a:p>
        </p:txBody>
      </p:sp>
      <p:sp>
        <p:nvSpPr>
          <p:cNvPr id="3" name="Content Placeholder 2">
            <a:extLst>
              <a:ext uri="{FF2B5EF4-FFF2-40B4-BE49-F238E27FC236}">
                <a16:creationId xmlns:a16="http://schemas.microsoft.com/office/drawing/2014/main" id="{6FB08CCC-4304-4C1A-84EB-FED3072A7B13}"/>
              </a:ext>
            </a:extLst>
          </p:cNvPr>
          <p:cNvSpPr>
            <a:spLocks noGrp="1"/>
          </p:cNvSpPr>
          <p:nvPr>
            <p:ph idx="1"/>
          </p:nvPr>
        </p:nvSpPr>
        <p:spPr/>
        <p:txBody>
          <a:bodyPr>
            <a:normAutofit/>
          </a:bodyPr>
          <a:lstStyle/>
          <a:p>
            <a:r>
              <a:rPr lang="en-US"/>
              <a:t>Convert a number to fixed-point notation (</a:t>
            </a:r>
            <a:r>
              <a:rPr lang="en-US" i="1"/>
              <a:t>rounding the result where necessary</a:t>
            </a:r>
            <a:r>
              <a:rPr lang="en-US"/>
              <a:t>)</a:t>
            </a:r>
          </a:p>
          <a:p>
            <a:pPr lvl="1"/>
            <a:r>
              <a:rPr lang="en-US"/>
              <a:t>As a method of Number object, it must be invoked thru a particular instance of the</a:t>
            </a:r>
          </a:p>
          <a:p>
            <a:pPr lvl="1"/>
            <a:endParaRPr lang="en-US"/>
          </a:p>
          <a:p>
            <a:pPr lvl="1"/>
            <a:endParaRPr lang="en-US"/>
          </a:p>
          <a:p>
            <a:pPr lvl="1"/>
            <a:r>
              <a:rPr lang="en-US"/>
              <a:t>The argument </a:t>
            </a:r>
            <a:r>
              <a:rPr lang="en-US" err="1"/>
              <a:t>decimal_places</a:t>
            </a:r>
            <a:r>
              <a:rPr lang="en-US"/>
              <a:t> </a:t>
            </a:r>
          </a:p>
          <a:p>
            <a:pPr lvl="2"/>
            <a:r>
              <a:rPr lang="en-US"/>
              <a:t>It is the number of digits after the decimal place to display in the result</a:t>
            </a:r>
          </a:p>
          <a:p>
            <a:pPr lvl="2"/>
            <a:r>
              <a:rPr lang="en-US"/>
              <a:t>If this parameter is omitted, the </a:t>
            </a:r>
            <a:r>
              <a:rPr lang="en-US" i="1" err="1"/>
              <a:t>decimal_places</a:t>
            </a:r>
            <a:r>
              <a:rPr lang="en-US"/>
              <a:t> will default to 0</a:t>
            </a:r>
          </a:p>
          <a:p>
            <a:pPr lvl="1"/>
            <a:r>
              <a:rPr lang="en-US"/>
              <a:t>The method returns a string</a:t>
            </a:r>
          </a:p>
          <a:p>
            <a:pPr lvl="1"/>
            <a:endParaRPr lang="en-US"/>
          </a:p>
          <a:p>
            <a:pPr lvl="1"/>
            <a:endParaRPr lang="en-US"/>
          </a:p>
        </p:txBody>
      </p:sp>
      <p:sp>
        <p:nvSpPr>
          <p:cNvPr id="4" name="Text Box 1033">
            <a:extLst>
              <a:ext uri="{FF2B5EF4-FFF2-40B4-BE49-F238E27FC236}">
                <a16:creationId xmlns:a16="http://schemas.microsoft.com/office/drawing/2014/main" id="{52ACBD28-B025-4B49-A81E-884EB846515F}"/>
              </a:ext>
            </a:extLst>
          </p:cNvPr>
          <p:cNvSpPr txBox="1">
            <a:spLocks noChangeArrowheads="1"/>
          </p:cNvSpPr>
          <p:nvPr/>
        </p:nvSpPr>
        <p:spPr bwMode="auto">
          <a:xfrm>
            <a:off x="2619930" y="3674930"/>
            <a:ext cx="6496360" cy="369332"/>
          </a:xfrm>
          <a:prstGeom prst="rect">
            <a:avLst/>
          </a:prstGeom>
          <a:solidFill>
            <a:srgbClr val="FFFFFF"/>
          </a:solidFill>
          <a:ln w="38100" cap="sq">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rgbClr val="FF0000"/>
              </a:buClr>
              <a:buSzPct val="50000"/>
              <a:buFont typeface="Monotype Sorts" pitchFamily="2" charset="2"/>
              <a:buChar char="l"/>
              <a:defRPr sz="2800">
                <a:solidFill>
                  <a:srgbClr val="FFFFFF"/>
                </a:solidFill>
                <a:latin typeface="Arial" panose="020B0604020202020204" pitchFamily="34" charset="0"/>
              </a:defRPr>
            </a:lvl1pPr>
            <a:lvl2pPr marL="742950" indent="-28575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2pPr>
            <a:lvl3pPr marL="1143000" indent="-228600">
              <a:spcBef>
                <a:spcPct val="20000"/>
              </a:spcBef>
              <a:buClr>
                <a:srgbClr val="FF0000"/>
              </a:buClr>
              <a:buSzPct val="50000"/>
              <a:buFont typeface="Monotype Sorts" pitchFamily="2" charset="2"/>
              <a:buChar char="l"/>
              <a:defRPr sz="2400">
                <a:solidFill>
                  <a:srgbClr val="FFFFFF"/>
                </a:solidFill>
                <a:latin typeface="Arial" panose="020B0604020202020204" pitchFamily="34"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1" lang="en-US" altLang="en-US" sz="1800" b="1" kern="0">
                <a:solidFill>
                  <a:srgbClr val="000000"/>
                </a:solidFill>
                <a:latin typeface="Courier New" panose="02070309020205020404" pitchFamily="49" charset="0"/>
              </a:rPr>
              <a:t>let result = </a:t>
            </a:r>
            <a:r>
              <a:rPr kumimoji="1" lang="en-US" altLang="en-US" sz="1800" b="1" kern="0" err="1">
                <a:solidFill>
                  <a:srgbClr val="000000"/>
                </a:solidFill>
                <a:latin typeface="Courier New" panose="02070309020205020404" pitchFamily="49" charset="0"/>
              </a:rPr>
              <a:t>number.toFixed</a:t>
            </a:r>
            <a:r>
              <a:rPr kumimoji="1" lang="en-US" altLang="en-US" sz="1800" b="1" kern="0">
                <a:solidFill>
                  <a:srgbClr val="000000"/>
                </a:solidFill>
                <a:latin typeface="Courier New" panose="02070309020205020404" pitchFamily="49" charset="0"/>
              </a:rPr>
              <a:t>(</a:t>
            </a:r>
            <a:r>
              <a:rPr kumimoji="1" lang="en-US" altLang="en-US" sz="1800" b="1" kern="0" err="1">
                <a:solidFill>
                  <a:srgbClr val="000000"/>
                </a:solidFill>
                <a:latin typeface="Courier New" panose="02070309020205020404" pitchFamily="49" charset="0"/>
              </a:rPr>
              <a:t>decimal_places</a:t>
            </a:r>
            <a:r>
              <a:rPr kumimoji="1" lang="en-US" altLang="en-US" sz="1800" b="1" kern="0">
                <a:solidFill>
                  <a:srgbClr val="000000"/>
                </a:solidFill>
                <a:latin typeface="Courier New" panose="02070309020205020404" pitchFamily="49" charset="0"/>
              </a:rPr>
              <a:t>);</a:t>
            </a:r>
            <a:endParaRPr kumimoji="1" lang="en-US" altLang="en-US" sz="1800" b="1" i="0" u="none" strike="noStrike" kern="0" cap="none" spc="0" normalizeH="0" baseline="0" noProof="0">
              <a:ln>
                <a:noFill/>
              </a:ln>
              <a:solidFill>
                <a:srgbClr val="000000"/>
              </a:solidFill>
              <a:effectLst/>
              <a:uLnTx/>
              <a:uFillTx/>
              <a:latin typeface="Courier New" panose="02070309020205020404" pitchFamily="49" charset="0"/>
            </a:endParaRPr>
          </a:p>
        </p:txBody>
      </p:sp>
      <p:sp>
        <p:nvSpPr>
          <p:cNvPr id="5" name="Slide Number Placeholder 4">
            <a:extLst>
              <a:ext uri="{FF2B5EF4-FFF2-40B4-BE49-F238E27FC236}">
                <a16:creationId xmlns:a16="http://schemas.microsoft.com/office/drawing/2014/main" id="{AFB47E03-87A7-462D-988A-CCE1214AA6E3}"/>
              </a:ext>
            </a:extLst>
          </p:cNvPr>
          <p:cNvSpPr>
            <a:spLocks noGrp="1"/>
          </p:cNvSpPr>
          <p:nvPr>
            <p:ph type="sldNum" sz="quarter" idx="12"/>
          </p:nvPr>
        </p:nvSpPr>
        <p:spPr/>
        <p:txBody>
          <a:bodyPr/>
          <a:lstStyle/>
          <a:p>
            <a:fld id="{6B7CECC9-8688-4C14-9F38-24140407CAFB}" type="slidenum">
              <a:rPr lang="en-CA" smtClean="0"/>
              <a:t>71</a:t>
            </a:fld>
            <a:endParaRPr lang="en-CA"/>
          </a:p>
        </p:txBody>
      </p:sp>
    </p:spTree>
    <p:extLst>
      <p:ext uri="{BB962C8B-B14F-4D97-AF65-F5344CB8AC3E}">
        <p14:creationId xmlns:p14="http://schemas.microsoft.com/office/powerpoint/2010/main" val="36518084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TotalTime>
  <Words>12380</Words>
  <Application>Microsoft Office PowerPoint</Application>
  <PresentationFormat>Widescreen</PresentationFormat>
  <Paragraphs>1910</Paragraphs>
  <Slides>71</Slides>
  <Notes>71</Notes>
  <HiddenSlides>6</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71</vt:i4>
      </vt:variant>
    </vt:vector>
  </HeadingPairs>
  <TitlesOfParts>
    <vt:vector size="82" baseType="lpstr">
      <vt:lpstr>Aptos</vt:lpstr>
      <vt:lpstr>Aptos Display</vt:lpstr>
      <vt:lpstr>Arial</vt:lpstr>
      <vt:lpstr>Arial Black</vt:lpstr>
      <vt:lpstr>Calibri Body</vt:lpstr>
      <vt:lpstr>Courier New</vt:lpstr>
      <vt:lpstr>Menlo</vt:lpstr>
      <vt:lpstr>Monotype Sorts</vt:lpstr>
      <vt:lpstr>Times New Roman</vt:lpstr>
      <vt:lpstr>Wingdings</vt:lpstr>
      <vt:lpstr>Office Theme</vt:lpstr>
      <vt:lpstr>05_loops</vt:lpstr>
      <vt:lpstr>The while Statement</vt:lpstr>
      <vt:lpstr>The do-while Statement</vt:lpstr>
      <vt:lpstr>The for Statement</vt:lpstr>
      <vt:lpstr>The for Statement – An Example</vt:lpstr>
      <vt:lpstr>The break Statement</vt:lpstr>
      <vt:lpstr>The continue Statement</vt:lpstr>
      <vt:lpstr>The for…of Statement</vt:lpstr>
      <vt:lpstr>The for…of Statement – An Example</vt:lpstr>
      <vt:lpstr>06_arrays</vt:lpstr>
      <vt:lpstr>Array Basics</vt:lpstr>
      <vt:lpstr>Accessing Elements of an Array</vt:lpstr>
      <vt:lpstr>PowerPoint Presentation</vt:lpstr>
      <vt:lpstr>Adding Elements in an Array</vt:lpstr>
      <vt:lpstr>Adding Elements in an Array – An  example</vt:lpstr>
      <vt:lpstr>PowerPoint Presentation</vt:lpstr>
      <vt:lpstr>Removing Elements in an Array</vt:lpstr>
      <vt:lpstr>Removing Elements in an Array – An Example</vt:lpstr>
      <vt:lpstr>Inserting, Deleting or Replacing Elements</vt:lpstr>
      <vt:lpstr>Inserting Elements in the Array</vt:lpstr>
      <vt:lpstr>PowerPoint Presentation</vt:lpstr>
      <vt:lpstr>Deleting Elements in the Array – Scenario 1</vt:lpstr>
      <vt:lpstr>PowerPoint Presentation</vt:lpstr>
      <vt:lpstr>Deleting Elements in the Array - Scenario 2 </vt:lpstr>
      <vt:lpstr>PowerPoint Presentation</vt:lpstr>
      <vt:lpstr>Replacing Elements in the Array</vt:lpstr>
      <vt:lpstr>PowerPoint Presentation</vt:lpstr>
      <vt:lpstr>The search() Method</vt:lpstr>
      <vt:lpstr>The split() method </vt:lpstr>
      <vt:lpstr>The split() method – An Example</vt:lpstr>
      <vt:lpstr>The split() method </vt:lpstr>
      <vt:lpstr>The split() method – An Example</vt:lpstr>
      <vt:lpstr>The join() method </vt:lpstr>
      <vt:lpstr>07_arrays_methods</vt:lpstr>
      <vt:lpstr>Array Methods to Iterate an Array </vt:lpstr>
      <vt:lpstr>The Array.forEach() Method</vt:lpstr>
      <vt:lpstr>The Array.forEach() Method – An Example</vt:lpstr>
      <vt:lpstr>The Array.forEach() Method – Callback Function</vt:lpstr>
      <vt:lpstr>The Array.forEach() Method – Using Fat Arrow</vt:lpstr>
      <vt:lpstr>The Array.map() Method</vt:lpstr>
      <vt:lpstr>The Array.map() Method – An Example</vt:lpstr>
      <vt:lpstr>The Array.filter() Method</vt:lpstr>
      <vt:lpstr>The Array.filter() Method – An Example</vt:lpstr>
      <vt:lpstr>The Array.find() Method</vt:lpstr>
      <vt:lpstr>The Array.find() Method – An Example</vt:lpstr>
      <vt:lpstr>The Array.every() Method</vt:lpstr>
      <vt:lpstr>The Array.every() Method – An Example</vt:lpstr>
      <vt:lpstr>The Array.some() Method</vt:lpstr>
      <vt:lpstr>The Array.some() Method – An Example</vt:lpstr>
      <vt:lpstr>The Array.reduce() Method</vt:lpstr>
      <vt:lpstr>The Array.reduce() Method – An Example</vt:lpstr>
      <vt:lpstr>New Array Copying Methods</vt:lpstr>
      <vt:lpstr>Using findLast() and with()</vt:lpstr>
      <vt:lpstr>Using toSorted() and toSliced()</vt:lpstr>
      <vt:lpstr>08_functions</vt:lpstr>
      <vt:lpstr>Rest Parameters</vt:lpstr>
      <vt:lpstr>Rest Parameters – An Example</vt:lpstr>
      <vt:lpstr>Spread Operator</vt:lpstr>
      <vt:lpstr>Spread Operator – A Example</vt:lpstr>
      <vt:lpstr>Spread Operator – Another Example</vt:lpstr>
      <vt:lpstr>Destructuring Assignment</vt:lpstr>
      <vt:lpstr>Destructuring - An Example</vt:lpstr>
      <vt:lpstr>Destructuring - Another Example</vt:lpstr>
      <vt:lpstr>Object Destructuring</vt:lpstr>
      <vt:lpstr>Merge Objects Using Spread</vt:lpstr>
      <vt:lpstr>JSON Structure</vt:lpstr>
      <vt:lpstr>The padStart() method – New in ES8</vt:lpstr>
      <vt:lpstr>The padStart() method – An Example</vt:lpstr>
      <vt:lpstr>The padEnd() method – New in ES8</vt:lpstr>
      <vt:lpstr>The padEnd() method – An Example</vt:lpstr>
      <vt:lpstr>The toFixed() method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Edna Dela Paz</dc:creator>
  <cp:lastModifiedBy>Edna Dela Paz</cp:lastModifiedBy>
  <cp:revision>5</cp:revision>
  <dcterms:created xsi:type="dcterms:W3CDTF">2026-09-28T22:53:24Z</dcterms:created>
  <dcterms:modified xsi:type="dcterms:W3CDTF">2026-09-28T23:28:24Z</dcterms:modified>
</cp:coreProperties>
</file>